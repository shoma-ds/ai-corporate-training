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af36c86fa04902" /><Relationship Type="http://schemas.openxmlformats.org/officeDocument/2006/relationships/extended-properties" Target="/docProps/app.xml" Id="R0149109ac95b4cd3" /><Relationship Type="http://schemas.openxmlformats.org/officeDocument/2006/relationships/officeDocument" Target="/ppt/presentation.xml" Id="R6ac9c896a830409b" /></Relationships>
</file>

<file path=ppt/presentation.xml><?xml version="1.0" encoding="utf-8"?>
<p:presentation xmlns:p="http://schemas.openxmlformats.org/presentationml/2006/main">
  <p:sldMasterIdLst>
    <p:sldMasterId xmlns:r="http://schemas.openxmlformats.org/officeDocument/2006/relationships" id="2147483648" r:id="Rd6d4e179b7524e73"/>
  </p:sldMasterIdLst>
  <p:notesMasterIdLst>
    <p:notesMasterId xmlns:r="http://schemas.openxmlformats.org/officeDocument/2006/relationships" r:id="Rca5953b354c94d6b"/>
  </p:notesMasterIdLst>
  <p:sldIdLst>
    <p:sldId xmlns:r="http://schemas.openxmlformats.org/officeDocument/2006/relationships" id="256" r:id="R25f43df733e34b2e"/>
    <p:sldId xmlns:r="http://schemas.openxmlformats.org/officeDocument/2006/relationships" id="257" r:id="R061cda5ed4144f3e"/>
    <p:sldId xmlns:r="http://schemas.openxmlformats.org/officeDocument/2006/relationships" id="258" r:id="R32c1b8bf6b024dab"/>
    <p:sldId xmlns:r="http://schemas.openxmlformats.org/officeDocument/2006/relationships" id="259" r:id="R1965a8f4fa3d42f6"/>
    <p:sldId xmlns:r="http://schemas.openxmlformats.org/officeDocument/2006/relationships" id="260" r:id="R53e45e2ee1c0421e"/>
    <p:sldId xmlns:r="http://schemas.openxmlformats.org/officeDocument/2006/relationships" id="261" r:id="R59ccd97fe08f43a1"/>
    <p:sldId xmlns:r="http://schemas.openxmlformats.org/officeDocument/2006/relationships" id="262" r:id="R5236ee6759494a8a"/>
    <p:sldId xmlns:r="http://schemas.openxmlformats.org/officeDocument/2006/relationships" id="263" r:id="R26999c29dfc8423d"/>
    <p:sldId xmlns:r="http://schemas.openxmlformats.org/officeDocument/2006/relationships" id="264" r:id="R2f8b3b28ebcb4af8"/>
    <p:sldId xmlns:r="http://schemas.openxmlformats.org/officeDocument/2006/relationships" id="265" r:id="Rc8dc61816b0d4a97"/>
    <p:sldId xmlns:r="http://schemas.openxmlformats.org/officeDocument/2006/relationships" id="266" r:id="Rf9bcd03ff546422f"/>
    <p:sldId xmlns:r="http://schemas.openxmlformats.org/officeDocument/2006/relationships" id="267" r:id="Rda956b9132b7492a"/>
    <p:sldId xmlns:r="http://schemas.openxmlformats.org/officeDocument/2006/relationships" id="268" r:id="R96fad3d4cfec4ef2"/>
    <p:sldId xmlns:r="http://schemas.openxmlformats.org/officeDocument/2006/relationships" id="269" r:id="Rafc0169058aa46ad"/>
    <p:sldId xmlns:r="http://schemas.openxmlformats.org/officeDocument/2006/relationships" id="270" r:id="Rc31839e4c22f4b02"/>
    <p:sldId xmlns:r="http://schemas.openxmlformats.org/officeDocument/2006/relationships" id="271" r:id="Rbc70fa4c5c8644b0"/>
    <p:sldId xmlns:r="http://schemas.openxmlformats.org/officeDocument/2006/relationships" id="272" r:id="Rd9633086931f4ee0"/>
    <p:sldId xmlns:r="http://schemas.openxmlformats.org/officeDocument/2006/relationships" id="273" r:id="Rc68f3c2a5dc54bae"/>
    <p:sldId xmlns:r="http://schemas.openxmlformats.org/officeDocument/2006/relationships" id="274" r:id="Rec3a655ff3ab4601"/>
    <p:sldId xmlns:r="http://schemas.openxmlformats.org/officeDocument/2006/relationships" id="275" r:id="Rb5d91fa2cb4d45e3"/>
    <p:sldId xmlns:r="http://schemas.openxmlformats.org/officeDocument/2006/relationships" id="276" r:id="R4a100c3598fd4a30"/>
    <p:sldId xmlns:r="http://schemas.openxmlformats.org/officeDocument/2006/relationships" id="277" r:id="Ree67ad19be4a4279"/>
    <p:sldId xmlns:r="http://schemas.openxmlformats.org/officeDocument/2006/relationships" id="278" r:id="R851beb1a3b0f45bf"/>
    <p:sldId xmlns:r="http://schemas.openxmlformats.org/officeDocument/2006/relationships" id="279" r:id="Rdbbfa5983edd4745"/>
    <p:sldId xmlns:r="http://schemas.openxmlformats.org/officeDocument/2006/relationships" id="280" r:id="R5fff6d4691c74ffa"/>
    <p:sldId xmlns:r="http://schemas.openxmlformats.org/officeDocument/2006/relationships" id="281" r:id="R1d0057a3a5be4dae"/>
    <p:sldId xmlns:r="http://schemas.openxmlformats.org/officeDocument/2006/relationships" id="282" r:id="R9649f7a720ce4bd7"/>
    <p:sldId xmlns:r="http://schemas.openxmlformats.org/officeDocument/2006/relationships" id="283" r:id="R388310886e9143af"/>
    <p:sldId xmlns:r="http://schemas.openxmlformats.org/officeDocument/2006/relationships" id="284" r:id="R4d2e7eebdd074fd8"/>
    <p:sldId xmlns:r="http://schemas.openxmlformats.org/officeDocument/2006/relationships" id="285" r:id="R533c84468ccf40c5"/>
    <p:sldId xmlns:r="http://schemas.openxmlformats.org/officeDocument/2006/relationships" id="286" r:id="R7258ba4b11e1418b"/>
    <p:sldId xmlns:r="http://schemas.openxmlformats.org/officeDocument/2006/relationships" id="287" r:id="R0bd9d1e3e12e4639"/>
    <p:sldId xmlns:r="http://schemas.openxmlformats.org/officeDocument/2006/relationships" id="288" r:id="Rf9b25849612a4760"/>
    <p:sldId xmlns:r="http://schemas.openxmlformats.org/officeDocument/2006/relationships" id="289" r:id="R5fbc73f485fb417f"/>
    <p:sldId xmlns:r="http://schemas.openxmlformats.org/officeDocument/2006/relationships" id="290" r:id="Rf4b10cb989654702"/>
    <p:sldId xmlns:r="http://schemas.openxmlformats.org/officeDocument/2006/relationships" id="291" r:id="R4e354d2f0150412f"/>
    <p:sldId xmlns:r="http://schemas.openxmlformats.org/officeDocument/2006/relationships" id="292" r:id="Rb704659552c34b53"/>
    <p:sldId xmlns:r="http://schemas.openxmlformats.org/officeDocument/2006/relationships" id="293" r:id="Rf8cc9b770d404bfb"/>
    <p:sldId xmlns:r="http://schemas.openxmlformats.org/officeDocument/2006/relationships" id="294" r:id="Rf2bf1b95961e4bef"/>
    <p:sldId xmlns:r="http://schemas.openxmlformats.org/officeDocument/2006/relationships" id="295" r:id="R82187ef4414345f1"/>
    <p:sldId xmlns:r="http://schemas.openxmlformats.org/officeDocument/2006/relationships" id="296" r:id="Rab8887c97d944b8a"/>
    <p:sldId xmlns:r="http://schemas.openxmlformats.org/officeDocument/2006/relationships" id="297" r:id="Rc41a7db57dae4ce2"/>
    <p:sldId xmlns:r="http://schemas.openxmlformats.org/officeDocument/2006/relationships" id="298" r:id="R3749733d2d3241a8"/>
    <p:sldId xmlns:r="http://schemas.openxmlformats.org/officeDocument/2006/relationships" id="299" r:id="R8ec8bd817994442a"/>
    <p:sldId xmlns:r="http://schemas.openxmlformats.org/officeDocument/2006/relationships" id="300" r:id="Re93cf485125a4c98"/>
    <p:sldId xmlns:r="http://schemas.openxmlformats.org/officeDocument/2006/relationships" id="301" r:id="R418cd735ae424e8d"/>
    <p:sldId xmlns:r="http://schemas.openxmlformats.org/officeDocument/2006/relationships" id="302" r:id="R79591edeb8aa4e37"/>
    <p:sldId xmlns:r="http://schemas.openxmlformats.org/officeDocument/2006/relationships" id="303" r:id="Rfcbd8402ae1b43c2"/>
    <p:sldId xmlns:r="http://schemas.openxmlformats.org/officeDocument/2006/relationships" id="304" r:id="R5ca9c000e2af4a8f"/>
    <p:sldId xmlns:r="http://schemas.openxmlformats.org/officeDocument/2006/relationships" id="305" r:id="R36568dcf389c4a20"/>
    <p:sldId xmlns:r="http://schemas.openxmlformats.org/officeDocument/2006/relationships" id="306" r:id="R67f474c231d74602"/>
    <p:sldId xmlns:r="http://schemas.openxmlformats.org/officeDocument/2006/relationships" id="307" r:id="R46ce17893a114b4e"/>
    <p:sldId xmlns:r="http://schemas.openxmlformats.org/officeDocument/2006/relationships" id="308" r:id="Rebf5478b9a224ed5"/>
    <p:sldId xmlns:r="http://schemas.openxmlformats.org/officeDocument/2006/relationships" id="309" r:id="R65d727e3376a4c0d"/>
    <p:sldId xmlns:r="http://schemas.openxmlformats.org/officeDocument/2006/relationships" id="310" r:id="R20ddb6f1df264d5a"/>
    <p:sldId xmlns:r="http://schemas.openxmlformats.org/officeDocument/2006/relationships" id="311" r:id="Rffe5f5d600c34cf5"/>
    <p:sldId xmlns:r="http://schemas.openxmlformats.org/officeDocument/2006/relationships" id="312" r:id="Rcf7adf230203448a"/>
    <p:sldId xmlns:r="http://schemas.openxmlformats.org/officeDocument/2006/relationships" id="313" r:id="R1ef9fa0eae154ad1"/>
    <p:sldId xmlns:r="http://schemas.openxmlformats.org/officeDocument/2006/relationships" id="314" r:id="Rb8a5b7c57d664e8b"/>
    <p:sldId xmlns:r="http://schemas.openxmlformats.org/officeDocument/2006/relationships" id="315" r:id="Re0993dbf7ee74f73"/>
    <p:sldId xmlns:r="http://schemas.openxmlformats.org/officeDocument/2006/relationships" id="316" r:id="Re1aed95febd34f5c"/>
    <p:sldId xmlns:r="http://schemas.openxmlformats.org/officeDocument/2006/relationships" id="317" r:id="R86fd084c62164ec2"/>
    <p:sldId xmlns:r="http://schemas.openxmlformats.org/officeDocument/2006/relationships" id="318" r:id="Re296d23d7eda4d73"/>
    <p:sldId xmlns:r="http://schemas.openxmlformats.org/officeDocument/2006/relationships" id="319" r:id="Ra26d561f47ce4ea1"/>
    <p:sldId xmlns:r="http://schemas.openxmlformats.org/officeDocument/2006/relationships" id="320" r:id="R9f077b1abb414a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28c70adc7440b0" /><Relationship Type="http://schemas.openxmlformats.org/officeDocument/2006/relationships/slideMaster" Target="/ppt/slideMasters/slideMaster1.xml" Id="Rd6d4e179b7524e73" /><Relationship Type="http://schemas.openxmlformats.org/officeDocument/2006/relationships/notesMaster" Target="/ppt/notesMasters/notesMaster1.xml" Id="Rca5953b354c94d6b" /><Relationship Type="http://schemas.openxmlformats.org/officeDocument/2006/relationships/presProps" Target="/ppt/presProps.xml" Id="Rc2675bf3a2754932" /><Relationship Type="http://schemas.openxmlformats.org/officeDocument/2006/relationships/tableStyles" Target="/ppt/tableStyles.xml" Id="Rf0da8975e0fc4405" /><Relationship Type="http://schemas.openxmlformats.org/officeDocument/2006/relationships/slide" Target="/ppt/slides/slide1.xml" Id="R25f43df733e34b2e" /><Relationship Type="http://schemas.openxmlformats.org/officeDocument/2006/relationships/slide" Target="/ppt/slides/slide2.xml" Id="R061cda5ed4144f3e" /><Relationship Type="http://schemas.openxmlformats.org/officeDocument/2006/relationships/slide" Target="/ppt/slides/slide3.xml" Id="R32c1b8bf6b024dab" /><Relationship Type="http://schemas.openxmlformats.org/officeDocument/2006/relationships/slide" Target="/ppt/slides/slide4.xml" Id="R1965a8f4fa3d42f6" /><Relationship Type="http://schemas.openxmlformats.org/officeDocument/2006/relationships/slide" Target="/ppt/slides/slide5.xml" Id="R53e45e2ee1c0421e" /><Relationship Type="http://schemas.openxmlformats.org/officeDocument/2006/relationships/slide" Target="/ppt/slides/slide6.xml" Id="R59ccd97fe08f43a1" /><Relationship Type="http://schemas.openxmlformats.org/officeDocument/2006/relationships/slide" Target="/ppt/slides/slide7.xml" Id="R5236ee6759494a8a" /><Relationship Type="http://schemas.openxmlformats.org/officeDocument/2006/relationships/slide" Target="/ppt/slides/slide8.xml" Id="R26999c29dfc8423d" /><Relationship Type="http://schemas.openxmlformats.org/officeDocument/2006/relationships/slide" Target="/ppt/slides/slide9.xml" Id="R2f8b3b28ebcb4af8" /><Relationship Type="http://schemas.openxmlformats.org/officeDocument/2006/relationships/slide" Target="/ppt/slides/slide10.xml" Id="Rc8dc61816b0d4a97" /><Relationship Type="http://schemas.openxmlformats.org/officeDocument/2006/relationships/slide" Target="/ppt/slides/slide11.xml" Id="Rf9bcd03ff546422f" /><Relationship Type="http://schemas.openxmlformats.org/officeDocument/2006/relationships/slide" Target="/ppt/slides/slide12.xml" Id="Rda956b9132b7492a" /><Relationship Type="http://schemas.openxmlformats.org/officeDocument/2006/relationships/slide" Target="/ppt/slides/slide13.xml" Id="R96fad3d4cfec4ef2" /><Relationship Type="http://schemas.openxmlformats.org/officeDocument/2006/relationships/slide" Target="/ppt/slides/slide14.xml" Id="Rafc0169058aa46ad" /><Relationship Type="http://schemas.openxmlformats.org/officeDocument/2006/relationships/slide" Target="/ppt/slides/slide15.xml" Id="Rc31839e4c22f4b02" /><Relationship Type="http://schemas.openxmlformats.org/officeDocument/2006/relationships/slide" Target="/ppt/slides/slide16.xml" Id="Rbc70fa4c5c8644b0" /><Relationship Type="http://schemas.openxmlformats.org/officeDocument/2006/relationships/slide" Target="/ppt/slides/slide17.xml" Id="Rd9633086931f4ee0" /><Relationship Type="http://schemas.openxmlformats.org/officeDocument/2006/relationships/slide" Target="/ppt/slides/slide18.xml" Id="Rc68f3c2a5dc54bae" /><Relationship Type="http://schemas.openxmlformats.org/officeDocument/2006/relationships/slide" Target="/ppt/slides/slide19.xml" Id="Rec3a655ff3ab4601" /><Relationship Type="http://schemas.openxmlformats.org/officeDocument/2006/relationships/slide" Target="/ppt/slides/slide20.xml" Id="Rb5d91fa2cb4d45e3" /><Relationship Type="http://schemas.openxmlformats.org/officeDocument/2006/relationships/slide" Target="/ppt/slides/slide21.xml" Id="R4a100c3598fd4a30" /><Relationship Type="http://schemas.openxmlformats.org/officeDocument/2006/relationships/slide" Target="/ppt/slides/slide22.xml" Id="Ree67ad19be4a4279" /><Relationship Type="http://schemas.openxmlformats.org/officeDocument/2006/relationships/slide" Target="/ppt/slides/slide23.xml" Id="R851beb1a3b0f45bf" /><Relationship Type="http://schemas.openxmlformats.org/officeDocument/2006/relationships/slide" Target="/ppt/slides/slide24.xml" Id="Rdbbfa5983edd4745" /><Relationship Type="http://schemas.openxmlformats.org/officeDocument/2006/relationships/slide" Target="/ppt/slides/slide25.xml" Id="R5fff6d4691c74ffa" /><Relationship Type="http://schemas.openxmlformats.org/officeDocument/2006/relationships/slide" Target="/ppt/slides/slide26.xml" Id="R1d0057a3a5be4dae" /><Relationship Type="http://schemas.openxmlformats.org/officeDocument/2006/relationships/slide" Target="/ppt/slides/slide27.xml" Id="R9649f7a720ce4bd7" /><Relationship Type="http://schemas.openxmlformats.org/officeDocument/2006/relationships/slide" Target="/ppt/slides/slide28.xml" Id="R388310886e9143af" /><Relationship Type="http://schemas.openxmlformats.org/officeDocument/2006/relationships/slide" Target="/ppt/slides/slide29.xml" Id="R4d2e7eebdd074fd8" /><Relationship Type="http://schemas.openxmlformats.org/officeDocument/2006/relationships/slide" Target="/ppt/slides/slide30.xml" Id="R533c84468ccf40c5" /><Relationship Type="http://schemas.openxmlformats.org/officeDocument/2006/relationships/slide" Target="/ppt/slides/slide31.xml" Id="R7258ba4b11e1418b" /><Relationship Type="http://schemas.openxmlformats.org/officeDocument/2006/relationships/slide" Target="/ppt/slides/slide32.xml" Id="R0bd9d1e3e12e4639" /><Relationship Type="http://schemas.openxmlformats.org/officeDocument/2006/relationships/slide" Target="/ppt/slides/slide33.xml" Id="Rf9b25849612a4760" /><Relationship Type="http://schemas.openxmlformats.org/officeDocument/2006/relationships/slide" Target="/ppt/slides/slide34.xml" Id="R5fbc73f485fb417f" /><Relationship Type="http://schemas.openxmlformats.org/officeDocument/2006/relationships/slide" Target="/ppt/slides/slide35.xml" Id="Rf4b10cb989654702" /><Relationship Type="http://schemas.openxmlformats.org/officeDocument/2006/relationships/slide" Target="/ppt/slides/slide36.xml" Id="R4e354d2f0150412f" /><Relationship Type="http://schemas.openxmlformats.org/officeDocument/2006/relationships/slide" Target="/ppt/slides/slide37.xml" Id="Rb704659552c34b53" /><Relationship Type="http://schemas.openxmlformats.org/officeDocument/2006/relationships/slide" Target="/ppt/slides/slide38.xml" Id="Rf8cc9b770d404bfb" /><Relationship Type="http://schemas.openxmlformats.org/officeDocument/2006/relationships/slide" Target="/ppt/slides/slide39.xml" Id="Rf2bf1b95961e4bef" /><Relationship Type="http://schemas.openxmlformats.org/officeDocument/2006/relationships/slide" Target="/ppt/slides/slide40.xml" Id="R82187ef4414345f1" /><Relationship Type="http://schemas.openxmlformats.org/officeDocument/2006/relationships/slide" Target="/ppt/slides/slide41.xml" Id="Rab8887c97d944b8a" /><Relationship Type="http://schemas.openxmlformats.org/officeDocument/2006/relationships/slide" Target="/ppt/slides/slide42.xml" Id="Rc41a7db57dae4ce2" /><Relationship Type="http://schemas.openxmlformats.org/officeDocument/2006/relationships/slide" Target="/ppt/slides/slide43.xml" Id="R3749733d2d3241a8" /><Relationship Type="http://schemas.openxmlformats.org/officeDocument/2006/relationships/slide" Target="/ppt/slides/slide44.xml" Id="R8ec8bd817994442a" /><Relationship Type="http://schemas.openxmlformats.org/officeDocument/2006/relationships/slide" Target="/ppt/slides/slide45.xml" Id="Re93cf485125a4c98" /><Relationship Type="http://schemas.openxmlformats.org/officeDocument/2006/relationships/slide" Target="/ppt/slides/slide46.xml" Id="R418cd735ae424e8d" /><Relationship Type="http://schemas.openxmlformats.org/officeDocument/2006/relationships/slide" Target="/ppt/slides/slide47.xml" Id="R79591edeb8aa4e37" /><Relationship Type="http://schemas.openxmlformats.org/officeDocument/2006/relationships/slide" Target="/ppt/slides/slide48.xml" Id="Rfcbd8402ae1b43c2" /><Relationship Type="http://schemas.openxmlformats.org/officeDocument/2006/relationships/slide" Target="/ppt/slides/slide49.xml" Id="R5ca9c000e2af4a8f" /><Relationship Type="http://schemas.openxmlformats.org/officeDocument/2006/relationships/slide" Target="/ppt/slides/slide50.xml" Id="R36568dcf389c4a20" /><Relationship Type="http://schemas.openxmlformats.org/officeDocument/2006/relationships/slide" Target="/ppt/slides/slide51.xml" Id="R67f474c231d74602" /><Relationship Type="http://schemas.openxmlformats.org/officeDocument/2006/relationships/slide" Target="/ppt/slides/slide52.xml" Id="R46ce17893a114b4e" /><Relationship Type="http://schemas.openxmlformats.org/officeDocument/2006/relationships/slide" Target="/ppt/slides/slide53.xml" Id="Rebf5478b9a224ed5" /><Relationship Type="http://schemas.openxmlformats.org/officeDocument/2006/relationships/slide" Target="/ppt/slides/slide54.xml" Id="R65d727e3376a4c0d" /><Relationship Type="http://schemas.openxmlformats.org/officeDocument/2006/relationships/slide" Target="/ppt/slides/slide55.xml" Id="R20ddb6f1df264d5a" /><Relationship Type="http://schemas.openxmlformats.org/officeDocument/2006/relationships/slide" Target="/ppt/slides/slide56.xml" Id="Rffe5f5d600c34cf5" /><Relationship Type="http://schemas.openxmlformats.org/officeDocument/2006/relationships/slide" Target="/ppt/slides/slide57.xml" Id="Rcf7adf230203448a" /><Relationship Type="http://schemas.openxmlformats.org/officeDocument/2006/relationships/slide" Target="/ppt/slides/slide58.xml" Id="R1ef9fa0eae154ad1" /><Relationship Type="http://schemas.openxmlformats.org/officeDocument/2006/relationships/slide" Target="/ppt/slides/slide59.xml" Id="Rb8a5b7c57d664e8b" /><Relationship Type="http://schemas.openxmlformats.org/officeDocument/2006/relationships/slide" Target="/ppt/slides/slide60.xml" Id="Re0993dbf7ee74f73" /><Relationship Type="http://schemas.openxmlformats.org/officeDocument/2006/relationships/slide" Target="/ppt/slides/slide61.xml" Id="Re1aed95febd34f5c" /><Relationship Type="http://schemas.openxmlformats.org/officeDocument/2006/relationships/slide" Target="/ppt/slides/slide62.xml" Id="R86fd084c62164ec2" /><Relationship Type="http://schemas.openxmlformats.org/officeDocument/2006/relationships/slide" Target="/ppt/slides/slide63.xml" Id="Re296d23d7eda4d73" /><Relationship Type="http://schemas.openxmlformats.org/officeDocument/2006/relationships/slide" Target="/ppt/slides/slide64.xml" Id="Ra26d561f47ce4ea1" /><Relationship Type="http://schemas.openxmlformats.org/officeDocument/2006/relationships/slide" Target="/ppt/slides/slide65.xml" Id="R9f077b1abb414a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c9380c366e48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3ccd998fae4e59" /><Relationship Type="http://schemas.openxmlformats.org/officeDocument/2006/relationships/notesMaster" Target="/ppt/notesMasters/notesMaster1.xml" Id="R2dda344b2c9547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011d8ab3a445e7" /><Relationship Type="http://schemas.openxmlformats.org/officeDocument/2006/relationships/notesMaster" Target="/ppt/notesMasters/notesMaster1.xml" Id="Rf9d2ab7f5c3b44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cd5fb90ea45a6" /><Relationship Type="http://schemas.openxmlformats.org/officeDocument/2006/relationships/notesMaster" Target="/ppt/notesMasters/notesMaster1.xml" Id="Rcf33a69d3d034a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eeae51f5604ee7" /><Relationship Type="http://schemas.openxmlformats.org/officeDocument/2006/relationships/notesMaster" Target="/ppt/notesMasters/notesMaster1.xml" Id="R233eedc3ca4a4c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5b23439b2045a6" /><Relationship Type="http://schemas.openxmlformats.org/officeDocument/2006/relationships/notesMaster" Target="/ppt/notesMasters/notesMaster1.xml" Id="R1a4bd89029b440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79f2507a974f5d" /><Relationship Type="http://schemas.openxmlformats.org/officeDocument/2006/relationships/notesMaster" Target="/ppt/notesMasters/notesMaster1.xml" Id="R65486514013b44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b7b2562c34b21" /><Relationship Type="http://schemas.openxmlformats.org/officeDocument/2006/relationships/notesMaster" Target="/ppt/notesMasters/notesMaster1.xml" Id="Rdaad6d9092de4f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4b053f87094a45" /><Relationship Type="http://schemas.openxmlformats.org/officeDocument/2006/relationships/notesMaster" Target="/ppt/notesMasters/notesMaster1.xml" Id="R393b8ba9e20e47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f3fe3fa5b74d55" /><Relationship Type="http://schemas.openxmlformats.org/officeDocument/2006/relationships/notesMaster" Target="/ppt/notesMasters/notesMaster1.xml" Id="R3e8d8494ff9d4a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5e3605e62840b5" /><Relationship Type="http://schemas.openxmlformats.org/officeDocument/2006/relationships/notesMaster" Target="/ppt/notesMasters/notesMaster1.xml" Id="R727690a556214f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7ac4d639c34b49" /><Relationship Type="http://schemas.openxmlformats.org/officeDocument/2006/relationships/notesMaster" Target="/ppt/notesMasters/notesMaster1.xml" Id="R009cf6630f734d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d069d052564356" /><Relationship Type="http://schemas.openxmlformats.org/officeDocument/2006/relationships/notesMaster" Target="/ppt/notesMasters/notesMaster1.xml" Id="R48d4b83fea2247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9fcb5b993a456e" /><Relationship Type="http://schemas.openxmlformats.org/officeDocument/2006/relationships/notesMaster" Target="/ppt/notesMasters/notesMaster1.xml" Id="R59bc0f655fe143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b0fe0f07dc471e" /><Relationship Type="http://schemas.openxmlformats.org/officeDocument/2006/relationships/notesMaster" Target="/ppt/notesMasters/notesMaster1.xml" Id="Rd27bd5e5a2a245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28135dabc3410d" /><Relationship Type="http://schemas.openxmlformats.org/officeDocument/2006/relationships/notesMaster" Target="/ppt/notesMasters/notesMaster1.xml" Id="R1663d56e372a45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a272980a384d68" /><Relationship Type="http://schemas.openxmlformats.org/officeDocument/2006/relationships/notesMaster" Target="/ppt/notesMasters/notesMaster1.xml" Id="R543b6c3757aa4e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ae61bcdf224303" /><Relationship Type="http://schemas.openxmlformats.org/officeDocument/2006/relationships/notesMaster" Target="/ppt/notesMasters/notesMaster1.xml" Id="R1fd87014f42c49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a7bd855e574a93" /><Relationship Type="http://schemas.openxmlformats.org/officeDocument/2006/relationships/notesMaster" Target="/ppt/notesMasters/notesMaster1.xml" Id="R99686fbef5894bb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ab8812681c4f60" /><Relationship Type="http://schemas.openxmlformats.org/officeDocument/2006/relationships/notesMaster" Target="/ppt/notesMasters/notesMaster1.xml" Id="Rb2475f2038204b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a39801e7434ed4" /><Relationship Type="http://schemas.openxmlformats.org/officeDocument/2006/relationships/notesMaster" Target="/ppt/notesMasters/notesMaster1.xml" Id="R000f730208aa47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dd8de377824f74" /><Relationship Type="http://schemas.openxmlformats.org/officeDocument/2006/relationships/notesMaster" Target="/ppt/notesMasters/notesMaster1.xml" Id="R5f49bddee4bd49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580cba440a48d1" /><Relationship Type="http://schemas.openxmlformats.org/officeDocument/2006/relationships/notesMaster" Target="/ppt/notesMasters/notesMaster1.xml" Id="Re9cb713809f348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db8ff78c457458a" /><Relationship Type="http://schemas.openxmlformats.org/officeDocument/2006/relationships/notesMaster" Target="/ppt/notesMasters/notesMaster1.xml" Id="R5fc3bad7a0c040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01a1d16f914696" /><Relationship Type="http://schemas.openxmlformats.org/officeDocument/2006/relationships/notesMaster" Target="/ppt/notesMasters/notesMaster1.xml" Id="Rbc25bd2c975442e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52261a4cc843a5" /><Relationship Type="http://schemas.openxmlformats.org/officeDocument/2006/relationships/notesMaster" Target="/ppt/notesMasters/notesMaster1.xml" Id="R0efdae06f36d4a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ac235d84d0445af" /><Relationship Type="http://schemas.openxmlformats.org/officeDocument/2006/relationships/notesMaster" Target="/ppt/notesMasters/notesMaster1.xml" Id="R477cbd76215247f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89101ea090b4dc6" /><Relationship Type="http://schemas.openxmlformats.org/officeDocument/2006/relationships/notesMaster" Target="/ppt/notesMasters/notesMaster1.xml" Id="R6eb65f33ef8947a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3c0079ef05b4716" /><Relationship Type="http://schemas.openxmlformats.org/officeDocument/2006/relationships/notesMaster" Target="/ppt/notesMasters/notesMaster1.xml" Id="Re4eab355e2b847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9df6fe078174615" /><Relationship Type="http://schemas.openxmlformats.org/officeDocument/2006/relationships/notesMaster" Target="/ppt/notesMasters/notesMaster1.xml" Id="R9af6e3da445142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89c2d3605e14846" /><Relationship Type="http://schemas.openxmlformats.org/officeDocument/2006/relationships/notesMaster" Target="/ppt/notesMasters/notesMaster1.xml" Id="Raf2e75506dd541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bf3509ad79043e1" /><Relationship Type="http://schemas.openxmlformats.org/officeDocument/2006/relationships/notesMaster" Target="/ppt/notesMasters/notesMaster1.xml" Id="Re51d3ddf36e84c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7e0e257a2f04607" /><Relationship Type="http://schemas.openxmlformats.org/officeDocument/2006/relationships/notesMaster" Target="/ppt/notesMasters/notesMaster1.xml" Id="Rf61a2066c3264f1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94e514eff6d469f" /><Relationship Type="http://schemas.openxmlformats.org/officeDocument/2006/relationships/notesMaster" Target="/ppt/notesMasters/notesMaster1.xml" Id="Rc1205bbd938c4b7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fa705ee9f1b4ecc" /><Relationship Type="http://schemas.openxmlformats.org/officeDocument/2006/relationships/notesMaster" Target="/ppt/notesMasters/notesMaster1.xml" Id="Rae4a03c7dd0e429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11597dd6e045f5" /><Relationship Type="http://schemas.openxmlformats.org/officeDocument/2006/relationships/notesMaster" Target="/ppt/notesMasters/notesMaster1.xml" Id="R22df6c8259fe4e5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47d8085acdb49ed" /><Relationship Type="http://schemas.openxmlformats.org/officeDocument/2006/relationships/notesMaster" Target="/ppt/notesMasters/notesMaster1.xml" Id="R41337bc55f67488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a9f2a3724c44bac" /><Relationship Type="http://schemas.openxmlformats.org/officeDocument/2006/relationships/notesMaster" Target="/ppt/notesMasters/notesMaster1.xml" Id="R77688c613e3c424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4ccdbdce0974c64" /><Relationship Type="http://schemas.openxmlformats.org/officeDocument/2006/relationships/notesMaster" Target="/ppt/notesMasters/notesMaster1.xml" Id="R9320583831c0413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ec61db5508a4569" /><Relationship Type="http://schemas.openxmlformats.org/officeDocument/2006/relationships/notesMaster" Target="/ppt/notesMasters/notesMaster1.xml" Id="R1a4776757e76483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e71f6026a3e4ffe" /><Relationship Type="http://schemas.openxmlformats.org/officeDocument/2006/relationships/notesMaster" Target="/ppt/notesMasters/notesMaster1.xml" Id="R6d31d552fe104f7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54bbb0eb8df4bb1" /><Relationship Type="http://schemas.openxmlformats.org/officeDocument/2006/relationships/notesMaster" Target="/ppt/notesMasters/notesMaster1.xml" Id="Rb373e2a3d69348d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825e26e05f54f44" /><Relationship Type="http://schemas.openxmlformats.org/officeDocument/2006/relationships/notesMaster" Target="/ppt/notesMasters/notesMaster1.xml" Id="R975bfd580d1b45a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e0ed49654ef4660" /><Relationship Type="http://schemas.openxmlformats.org/officeDocument/2006/relationships/notesMaster" Target="/ppt/notesMasters/notesMaster1.xml" Id="R2200660966d04e6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7ea4bb1613d4d18" /><Relationship Type="http://schemas.openxmlformats.org/officeDocument/2006/relationships/notesMaster" Target="/ppt/notesMasters/notesMaster1.xml" Id="R13d034e673b2470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9eab40eee814d9c" /><Relationship Type="http://schemas.openxmlformats.org/officeDocument/2006/relationships/notesMaster" Target="/ppt/notesMasters/notesMaster1.xml" Id="Rff0de09b12ef4da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e2d3e371f804ba9" /><Relationship Type="http://schemas.openxmlformats.org/officeDocument/2006/relationships/notesMaster" Target="/ppt/notesMasters/notesMaster1.xml" Id="R526740ffb10e4b1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12575a2a5e0499d" /><Relationship Type="http://schemas.openxmlformats.org/officeDocument/2006/relationships/notesMaster" Target="/ppt/notesMasters/notesMaster1.xml" Id="R434ddb98ffe4440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1c43ddcfa194394" /><Relationship Type="http://schemas.openxmlformats.org/officeDocument/2006/relationships/notesMaster" Target="/ppt/notesMasters/notesMaster1.xml" Id="Ra4ba4b19424445a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9a3ba0dbb00481b" /><Relationship Type="http://schemas.openxmlformats.org/officeDocument/2006/relationships/notesMaster" Target="/ppt/notesMasters/notesMaster1.xml" Id="R0fe35112a427430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8e78e073e204e9f" /><Relationship Type="http://schemas.openxmlformats.org/officeDocument/2006/relationships/notesMaster" Target="/ppt/notesMasters/notesMaster1.xml" Id="R44e3de13e4004ff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8e2029c73214f0d" /><Relationship Type="http://schemas.openxmlformats.org/officeDocument/2006/relationships/notesMaster" Target="/ppt/notesMasters/notesMaster1.xml" Id="R1b3b9fa5edf54b1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c69941bc9e94e85" /><Relationship Type="http://schemas.openxmlformats.org/officeDocument/2006/relationships/notesMaster" Target="/ppt/notesMasters/notesMaster1.xml" Id="Rc972de28b50a449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95233a6a7484e44" /><Relationship Type="http://schemas.openxmlformats.org/officeDocument/2006/relationships/notesMaster" Target="/ppt/notesMasters/notesMaster1.xml" Id="Rb519ca9dc84f49c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0dc40e14f7344ea" /><Relationship Type="http://schemas.openxmlformats.org/officeDocument/2006/relationships/notesMaster" Target="/ppt/notesMasters/notesMaster1.xml" Id="Re57c32c708004e6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178e7720a8543fc" /><Relationship Type="http://schemas.openxmlformats.org/officeDocument/2006/relationships/notesMaster" Target="/ppt/notesMasters/notesMaster1.xml" Id="R9e26bbedbfbf4d9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03f124a45ea4e45" /><Relationship Type="http://schemas.openxmlformats.org/officeDocument/2006/relationships/notesMaster" Target="/ppt/notesMasters/notesMaster1.xml" Id="R7dd8004cefa44a2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70a5667c0a944ee" /><Relationship Type="http://schemas.openxmlformats.org/officeDocument/2006/relationships/notesMaster" Target="/ppt/notesMasters/notesMaster1.xml" Id="R2b2d28419aaa489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559732317774418" /><Relationship Type="http://schemas.openxmlformats.org/officeDocument/2006/relationships/notesMaster" Target="/ppt/notesMasters/notesMaster1.xml" Id="R54507683a595430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99682ced34540af" /><Relationship Type="http://schemas.openxmlformats.org/officeDocument/2006/relationships/notesMaster" Target="/ppt/notesMasters/notesMaster1.xml" Id="R2483c220fefd427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0ff08f707e7404e" /><Relationship Type="http://schemas.openxmlformats.org/officeDocument/2006/relationships/notesMaster" Target="/ppt/notesMasters/notesMaster1.xml" Id="R71ee8f4950b24f7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9a8df08edc74313" /><Relationship Type="http://schemas.openxmlformats.org/officeDocument/2006/relationships/notesMaster" Target="/ppt/notesMasters/notesMaster1.xml" Id="Re9c81cf3b014416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8ad91d4de174ecb" /><Relationship Type="http://schemas.openxmlformats.org/officeDocument/2006/relationships/notesMaster" Target="/ppt/notesMasters/notesMaster1.xml" Id="R15d08a2a1a3e47e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40edbe71e704805" /><Relationship Type="http://schemas.openxmlformats.org/officeDocument/2006/relationships/notesMaster" Target="/ppt/notesMasters/notesMaster1.xml" Id="R1afc47b7d82149a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6d2fa5ce015485a" /><Relationship Type="http://schemas.openxmlformats.org/officeDocument/2006/relationships/notesMaster" Target="/ppt/notesMasters/notesMaster1.xml" Id="R1c98d7759c61421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382e1b7a93d4586" /><Relationship Type="http://schemas.openxmlformats.org/officeDocument/2006/relationships/notesMaster" Target="/ppt/notesMasters/notesMaster1.xml" Id="R5f7edc6e4dd045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講座では、生成AIの機能紹介ではなく、顧客や現場から集まった情報を実務で使える記録へ変える仕事を扱います。最後に一つの構造化記録を完成させます。まず、この講座で扱う仕事の全体像を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assets/generated/cover-records.png（built-in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最初に全体像を確認します。前半で分類と入力準備を学び、中盤で代表ケースを処理し、後半で誤りの修正と選択式演習へ進みます。各ユニットの成果物が最後の記録へつながります。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モやメールが存在していても、必要な情報が見つからなければ業務では使えません。整理の目的は文章をきれいにすることではなく、次の判断に必要な状態をつくることです。「集めた状態」から「使える状態」へどう引き上げるか、その境界線こそが実務上の判断基準とな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現場で起きる問題は、文章の読みづらさだけではありません。責任や期限が曖昧になり、未確認のまま次の工程へ進むことが大きな損失です。中央の項目を左上から順に見てください。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AIは分類や下書きを高速化できます。一方で、原資料が正しいか、専門判断として妥当か、外部へ約束してよいかは判断できません。この境界を最後まで保ちます。左側と右側を分けて確認します。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物は一枚の構造化記録です。ただし、空欄を無理に埋めることは完成ではありません。分からないことを残し、どの原資料から書いたかを追える状態が合格です。四つの観点を、自分の記録に置き換え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ここから情報分類へ入ります。分類は、AIを使う前にも使った後にも必要になる、今回の中心技能です。このユニットで作るものを確認してから進みます。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一つの文には複数種類の情報が混ざります。七つの箱を先に用意し、入らないものは未確認へ残すと、安全な記録になります。画面に並ぶ要点を一つずつ確認します。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事実かどうかは、もっともらしさでは決まりません。どの資料、どの時刻、どの発言で確認したかを示せるかが基準です。列の違いに注目すると判断基準が見えます。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発言は相手の意図を示し、観察は担当者が見た状態を示します。どちらも重要ですが、同じ欄へ混ぜると、後で誰の言葉か分からなくなります。左右を比べると、扱いの違いが分かります。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担当者の見立て自体を消す必要はありません。大切なのは、事実と混ざらないよう区別して扱うことです。見立てには解釈である旨のラベルを付け、次回確認すべき質問へとつなげます。スライドの1から4のステップに沿って整理していき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仮説は検証するための候補で、未確認は判断材料が足りない状態です。どちらも消してはいけません。残すことで、次の確認が具体的になります。仮説として検証に進めるのか、未確認としてまず確認するのか、この線引きを明確にすることが実務では欠かせません。</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要望は行きたい先、課題は現在の困りごと、制約はその途中で守る条件です。この三つを混ぜると、解決策や提案の方向がずれます。表は上から一行ずつ確認してください。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類で迷うことは失敗ではありません。分からないのに決めることが失敗です。未確認として残し、確認できた時点で更新します。判断に迷う情報に出会ったら、まずは「未確認」に留め、確認用の質問を1つ作ることから始め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ここからはAIへ渡す前の準備です。AIへ何を入力するかを決める前に、目的と情報の扱いを決めます。このユニットで作るものを確認してから進みます。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同じ会話でも、次回提案に使うのか、社内共有に使うのかで必要項目が変わります。目的を一つに絞ると、不要な情報を入力しなくて済みます。中央の項目を左上から順に見てください。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を大量に入れると、古い情報や無関係な記述が混ざります。目的に必要な資料だけを選び、除外理由も残しておきます。判断に必要な資料だけを厳選し、入力セットとしてIDを振って整えることが、精度の高い出力への近道で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確認はAIの操作より先です。使ってよい環境、入力してよい情報、相談先が分からない場合は、入力を止めます。チェック項目を一つひとつ確認し、少しでも疑問があれば立ち止まるルールを徹底し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匿名化では、業務判断に不要な識別情報を減らします。一方で、役割や期限まで消すと記録の意味がなくなるため、目的とのバランスを取ります。左右を比べると、扱いの違いが分かります。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原資料IDは、AIの出力を検査するための住所です。どの記述がどの資料に基づくかを追えるようにします。各行で、記述と扱いの理由を比べます。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矛盾があるとき、AIにどちらかを選ばせてはいけません。両方を残し、確認先と確認質問を付けます。重複・旧情報・矛盾といった状態ラベルを付与することで、採否を人が的確に判断できるようにな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準備した原資料をAIへ渡します。ここでは、うまい言い回しより、役割・材料・出力・禁止事項を明確にすることが重要です。次のスライドから、指示文を組み立てる具体的な5つの要素を見ていきましょう。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指示文を一から考える必要はありません。五つの部品を固定し、案件ごとに中身だけを置き換えると、品質をそろえられます。「役割・目的・材料・出力・禁止」の5点を型として固定することで、どの業務でも安定して指示を作成でき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は自然な文章を作るために空白を埋めがちです。使用可能な情報を明示して、一般知識やもっともらしい補完を禁止します。「AIに何でも補わせる」のではなく、「渡した原資料だけを使わせる」という境界線を厳格に引くことが重要で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構造化項目は多いほど良いわけではありません。今回の基本形を土台にしながら、利用先に不要な欄は減らし、必要な欄を追加します。中央の項目を左上から順に見てください。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補完禁止だけでは十分ではありません。日付や数字を変えない、矛盾を勝手に解決しないなど、起きてほしくない動作を具体的に書きます。自分の業務で抜けやすい項目へ印を付けてください。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根拠欄があると、確認者は全文を読み直さずに該当箇所へ戻れます。行番号が難しい場合でも、資料IDと引用の一部を残します。列の違いに注目すると判断基準が見えます。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に自己点検をさせると見落とし候補を出せます。しかし同じAIが同じ誤りを見逃すこともあるため、最後は人が原資料と照合します。スライドの1番から4番の流れに沿って、AIの自己点検を活用しつつ、最後は必ず人間が照合・承認する体制を整え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教材のprompt_template.mdには、今回検証した全文を掲載しています。このスライドでは構成だけを確認し、実際の入力では目的と原資料を置き換えます。指示文の長さより、条件がそろっているかを見ます。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テンプレートは完成品ではありません。目的、材料、出力、人の判断範囲の四つを案件ごとに置き換えてから使います。テンプレートをそのまま使うのではなく、案件の条件に合わせてこの4箇所を必ず見直し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ここから代表ケースです。商談の文字起こし、担当者メモ、顧客メールを使い、最初から最後まで進めます。このユニットで作るものを確認してから進みます。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社は架空企業です。現在は三拠点で紙の記録を表計算へ転記しています。担当者は急いでいると感じていますが、顧客は予算も正式期限も確定していません。画面のイメージのように、手元の紙の記録や複数のメモをいかに整理していくか、実際の業務をイメージしながら進め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assets/generated/main-sales-case.png（built-in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字起こしは発言、営業メモは観察と見立て、メールは顧客が後から明記した条件を確認する資料です。資料によって役割や信頼できる範囲が異なるため、すべてを鵜呑みにせず、資料の性質を踏まえて確認することが大切で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重要なのはAI生出力を完成品と扱わないことです。必ず原資料照合と修正を工程に含めます。入力から完成までの6段階のプロセスを踏むことで、AIの出力に含まれる飛躍や誤りを確実に防ぐことができます。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資料の日付と作成者区分を付けます。誰が書いたかが分からないメモは、その時点で信頼できる範囲が狭くなります。各行で、記述と扱いの理由を比べます。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人が先に全部整理する必要はありません。誤りが起きやすい発言、解釈、矛盾へ印を付け、AI出力で重点的に確認します。列の違いに注目すると判断基準が見えます。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代表ケースでは、期限、予算、意思決定者を勝手に埋めないよう明記します。出力は未承認であることも冒頭に付けます。画面の上から、指示の構成を確認します。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AI生出力は読みやすく見えましたが、三つの飛躍がありました。文章の滑らかさと事実性は別です。画面に並ぶ要点を一つずつ確認します。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全文を同じ強さで読むのではなく、まず影響の大きい項目から照合します。特に決定事項と希望・検討事項の混同は、後のトラブルに直結するため、優先してチェックしましょう。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「分からない」で放置せず、相手が二者択一や具体的な条件で回答できるよう、確認先とセットで質問を作成します。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修正指示には原資料IDを入れます。同じ種類の誤りがほかにないか、再点検も依頼します。単に「修正して」と指示するのではなく、「どこが、なぜ誤りで、どう直すべきか」を根拠とともにAIへ戻すことが重要で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完成版では、確定したことだけでなく、未確認と次のアクションが同じ画面にあります。これにより、次の担当者が迷わず動けます。列の違いに注目すると判断基準が見えます。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ここでは代表ケース以外でも起きやすい誤りを型として整理します。確認を属人化させず、同じ順番で点検します。このユニットで作るものを確認してから進みます。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AIにとって自然な文章と、監査できる業務記録は同じではありません。空欄を残すことが正しい場面を明示します。左側と右側を分けて確認します。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語尾の違いは小さく見えますが、業務上の責任は大きく変わります。決定、希望、検討中を別の状態として残します。列の違いに注目すると判断基準が見えます。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担当者の経験による見立ては有用ですが、相手の発言ではありません。誰の解釈かを表示し、確認質問につなげます。左右を比べると、扱いの違いが分かります。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日付や数字は、文章より誤りに気づきにくいことがあります。値だけでなく、単位、時点、確定状態まで確認します。自分の業務で抜けやすい項目へ印を付けてください。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専門判断の領域では、AIが自信を持って書いても判断を移してはいけません。AIは情報整理と確認候補までに限定します。AIに任せるのはあくまで候補の整理までです。安全・品質・診断・方針といった責任を伴う判断は、必ず現場の人間が行い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この六項目をWS06にしています。AIサービスが変わっても、確認の順番は変えません。確認は上から同じ順番で行います。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五つの領域へ展開します。共通テンプレートをそのまま貼るのではなく、入力と利用先、AIに任せない判断を変えます。次のスライドから、領域ごとの入力情報と、人が判断すべき境界線の違いを見ていき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営業では、相手の要望と担当者の期待を分けることが重要です。次回提案に必要な条件と質問へつなげます。列の違いに注目すると判断基準が見えます。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企画では複数の声をまとめますが、少数の発言を全体傾向へ広げないようにします。対象数と原資料IDを残し、追加調査が必要な点を示します。画面左側の「実務での見方」を整理し、集まった声の共通点を急いで結論付けず、事実と仮説を切り分けていき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assets/generated/planning-research.png（built-in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客記録では、顧客が望んだことと、店舗側が実施したことを分けます。口コミの感情を断定せず、記載された言葉を根拠にします。接客業務では、顧客の要望・対応済みの処置・未確認事項を明確に分け、次の担当者が迷わず引き継げる状態を作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assets/generated/service-review.png（built-in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現場では、観察された状況と原因仮説を混ぜないことが重要です。安全、原因確定、品質保証、再稼働は責任者や有資格者が判断します。この場面を自分の担当業務に置き換えてください。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assets/generated/field-inspection.png（built-in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介護・対人支援では、本人、家族、職員の情報源を明確にします。本人の意思を周囲の解釈で置き換えず、専門判断は人が行います。左側の整理基準に沿って、本人の言葉、ご家族の要望、職員の観察を明確に分け、AIによる推定を排除して記録を残し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 生成画像: assets/generated/care-handover.png（built-in imagegen、2026-08-24）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演習では五領域から一つを選びます。AIを利用できない場合も、教材掲載のAI生出力を点検して同じ技能を練習できます。次のスライドから、演習の具体的な進め方と提出物の確認に入ります。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casesフォルダに五つの原資料があります。AIを使える場合は指示を入力し、使えない場合はoutputs/raw_ai_output.mdを点検材料にしてください。列の違いに注目すると判断基準が見えます。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ここで動画を一時停止して、五分ほど取り組んでください。まず原資料IDを確認し、分類できない情報は未確認へ置きます。終わったら再生してください。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ここで動画を一時停止して、五分ほど取り組んでください。標準テンプレートを使い、案件に合わせて四つの置換箇所を書き換えます。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ここで動画を一時停止して、五分ほど取り組んでください。AIを使えない場合は教材掲載の生出力を使い、問題箇所へ印を付けてください。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ここで動画を一時停止して、三分ほど仕上げてください。未確認事項を相手が答えられる質問へ変え、最後に人の確認欄を残します。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最後に確認問題と振り返りです。正解だけでなく、なぜ他の選択肢が不適切かをanswer_key.mdで確認してください。それでは、全10問の確認問題に挑戦してみましょう。</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一問ずつ、根拠を声に出して考えてください。分類名だけでなく、なぜその扱いになるかを説明できることが目標です。迷った問題は、どの原則へ戻るかを考えてください。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後半は運用の問題です。AIが正しく答えたかだけでなく、工程として人の確認が残っているかを見ます。正解を選ぶ前に、判断の根拠を言葉にしてください。</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講座の最後に、この四工程を持ち帰ってください。AIを使える環境でも使えない環境でも、原資料と照合し、人が最終確認する原則は同じです。工程を飛ばさず、順番に進めます。</a:t>
            </a:r>
          </a:p>
          <a:p xmlns:a="http://schemas.openxmlformats.org/drawingml/2006/main">
            <a:r>
              <a:t/>
            </a:r>
          </a:p>
          <a:p xmlns:a="http://schemas.openxmlformats.org/drawingml/2006/main">
            <a:r>
              <a:t>[Sources]</a:t>
            </a:r>
          </a:p>
          <a:p xmlns:a="http://schemas.openxmlformats.org/drawingml/2006/main">
            <a:r>
              <a:t>- 生成AI実務活用_eラーニング_カリキュラム案5種_修正版.pdf p.1（カリキュラム案1・講座1）</a:t>
            </a:r>
          </a:p>
          <a:p xmlns:a="http://schemas.openxmlformats.org/drawingml/2006/main">
            <a:r>
              <a:t>- ユーザー提供の第1回120分制作仕様（2026-08-24）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b0376162d84c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9e88e327a84ed9" /><Relationship Type="http://schemas.openxmlformats.org/officeDocument/2006/relationships/slideLayout" Target="/ppt/slideLayouts/slideLayout1.xml" Id="Reddf6e72f46a4f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df6e72f46a4f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8b860568984c8f" /><Relationship Type="http://schemas.openxmlformats.org/officeDocument/2006/relationships/image" Target="/ppt/media/image.png" Id="R15907db99b1145c5" /><Relationship Type="http://schemas.openxmlformats.org/officeDocument/2006/relationships/notesSlide" Target="/ppt/notesSlides/notesSlide1.xml" Id="R7d53274ee1ad42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ad149ee3004aec" /><Relationship Type="http://schemas.openxmlformats.org/officeDocument/2006/relationships/notesSlide" Target="/ppt/notesSlides/notesSlide2.xml" Id="R94df1757fac548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c2e2fe70c74678" /><Relationship Type="http://schemas.openxmlformats.org/officeDocument/2006/relationships/notesSlide" Target="/ppt/notesSlides/notesSlide3.xml" Id="Rdd3cdf711e384b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fb1222522544ad" /><Relationship Type="http://schemas.openxmlformats.org/officeDocument/2006/relationships/notesSlide" Target="/ppt/notesSlides/notesSlide4.xml" Id="Rd7dacd1956b249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0875759e46465b" /><Relationship Type="http://schemas.openxmlformats.org/officeDocument/2006/relationships/notesSlide" Target="/ppt/notesSlides/notesSlide5.xml" Id="R7932d4f4224748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d102722e7f4c61" /><Relationship Type="http://schemas.openxmlformats.org/officeDocument/2006/relationships/notesSlide" Target="/ppt/notesSlides/notesSlide6.xml" Id="R1434076ec5b14b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88d0a0495d4c08" /><Relationship Type="http://schemas.openxmlformats.org/officeDocument/2006/relationships/notesSlide" Target="/ppt/notesSlides/notesSlide7.xml" Id="R754f6c90527349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808fe0c7ca4985" /><Relationship Type="http://schemas.openxmlformats.org/officeDocument/2006/relationships/notesSlide" Target="/ppt/notesSlides/notesSlide8.xml" Id="Re1c3f917e2084b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1873f2dd4147bd" /><Relationship Type="http://schemas.openxmlformats.org/officeDocument/2006/relationships/notesSlide" Target="/ppt/notesSlides/notesSlide9.xml" Id="Rd00cde02bd324f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5ab6005f43466a" /><Relationship Type="http://schemas.openxmlformats.org/officeDocument/2006/relationships/notesSlide" Target="/ppt/notesSlides/notesSlide10.xml" Id="R510f0e0339104c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728e5aaede4f02" /><Relationship Type="http://schemas.openxmlformats.org/officeDocument/2006/relationships/notesSlide" Target="/ppt/notesSlides/notesSlide11.xml" Id="R4bbfc7f592d84c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cf9569577246c0" /><Relationship Type="http://schemas.openxmlformats.org/officeDocument/2006/relationships/notesSlide" Target="/ppt/notesSlides/notesSlide12.xml" Id="Ref6b29e60e0e48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d2dcc37d0c49f9" /><Relationship Type="http://schemas.openxmlformats.org/officeDocument/2006/relationships/notesSlide" Target="/ppt/notesSlides/notesSlide13.xml" Id="Rada54ce732c142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049ce07f2e47f9" /><Relationship Type="http://schemas.openxmlformats.org/officeDocument/2006/relationships/notesSlide" Target="/ppt/notesSlides/notesSlide14.xml" Id="R275f7ec5beac48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5dd72a19774970" /><Relationship Type="http://schemas.openxmlformats.org/officeDocument/2006/relationships/notesSlide" Target="/ppt/notesSlides/notesSlide15.xml" Id="Ra18dd12cf2de4d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09c579123af467e" /><Relationship Type="http://schemas.openxmlformats.org/officeDocument/2006/relationships/notesSlide" Target="/ppt/notesSlides/notesSlide16.xml" Id="R5e562e9f99f04d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924a845b861473e" /><Relationship Type="http://schemas.openxmlformats.org/officeDocument/2006/relationships/notesSlide" Target="/ppt/notesSlides/notesSlide17.xml" Id="R9129184d065a43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a26113863940a8" /><Relationship Type="http://schemas.openxmlformats.org/officeDocument/2006/relationships/notesSlide" Target="/ppt/notesSlides/notesSlide18.xml" Id="Rf67e4810abc840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b6ef78ecd55423f" /><Relationship Type="http://schemas.openxmlformats.org/officeDocument/2006/relationships/notesSlide" Target="/ppt/notesSlides/notesSlide19.xml" Id="R8b47222d7bf040f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1dd996f3faa4acd" /><Relationship Type="http://schemas.openxmlformats.org/officeDocument/2006/relationships/notesSlide" Target="/ppt/notesSlides/notesSlide20.xml" Id="R02fe40c8acb847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3ed37ee2f04740" /><Relationship Type="http://schemas.openxmlformats.org/officeDocument/2006/relationships/notesSlide" Target="/ppt/notesSlides/notesSlide21.xml" Id="Ra11ec34e9f024b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392100badc840e0" /><Relationship Type="http://schemas.openxmlformats.org/officeDocument/2006/relationships/notesSlide" Target="/ppt/notesSlides/notesSlide22.xml" Id="Rb092b796278546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1690e99b1943d0" /><Relationship Type="http://schemas.openxmlformats.org/officeDocument/2006/relationships/notesSlide" Target="/ppt/notesSlides/notesSlide23.xml" Id="Rdf0c758dd41546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fc480c43b14d88" /><Relationship Type="http://schemas.openxmlformats.org/officeDocument/2006/relationships/notesSlide" Target="/ppt/notesSlides/notesSlide24.xml" Id="R6d45cd9c3e0842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3bb05bf6fcb4c3d" /><Relationship Type="http://schemas.openxmlformats.org/officeDocument/2006/relationships/notesSlide" Target="/ppt/notesSlides/notesSlide25.xml" Id="R8bf99bf0c4c84a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0782c05f3a84c39" /><Relationship Type="http://schemas.openxmlformats.org/officeDocument/2006/relationships/notesSlide" Target="/ppt/notesSlides/notesSlide26.xml" Id="R63a08880871d48e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d345831e7194fd4" /><Relationship Type="http://schemas.openxmlformats.org/officeDocument/2006/relationships/notesSlide" Target="/ppt/notesSlides/notesSlide27.xml" Id="Rab1e5473a0634e6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e60859936844597" /><Relationship Type="http://schemas.openxmlformats.org/officeDocument/2006/relationships/notesSlide" Target="/ppt/notesSlides/notesSlide28.xml" Id="R50e94a24405f409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8f0431c36d34c3b" /><Relationship Type="http://schemas.openxmlformats.org/officeDocument/2006/relationships/notesSlide" Target="/ppt/notesSlides/notesSlide29.xml" Id="Re633b0017e1a4c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e4873d7d30b465e" /><Relationship Type="http://schemas.openxmlformats.org/officeDocument/2006/relationships/notesSlide" Target="/ppt/notesSlides/notesSlide30.xml" Id="Rae99cab8555a44d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46e2d9b216d4126" /><Relationship Type="http://schemas.openxmlformats.org/officeDocument/2006/relationships/notesSlide" Target="/ppt/notesSlides/notesSlide31.xml" Id="R0757ba2abac64e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673c72adf774cdf" /><Relationship Type="http://schemas.openxmlformats.org/officeDocument/2006/relationships/image" Target="/ppt/media/image2.png" Id="R8137dffa5a6a4928" /><Relationship Type="http://schemas.openxmlformats.org/officeDocument/2006/relationships/notesSlide" Target="/ppt/notesSlides/notesSlide32.xml" Id="R511ba4cb346242a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45bacb227d746cd" /><Relationship Type="http://schemas.openxmlformats.org/officeDocument/2006/relationships/notesSlide" Target="/ppt/notesSlides/notesSlide33.xml" Id="Rde4e8c1767a84e5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acf8dab97f148bf" /><Relationship Type="http://schemas.openxmlformats.org/officeDocument/2006/relationships/notesSlide" Target="/ppt/notesSlides/notesSlide34.xml" Id="R2cf2395e70e54ab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63430f2adba476f" /><Relationship Type="http://schemas.openxmlformats.org/officeDocument/2006/relationships/notesSlide" Target="/ppt/notesSlides/notesSlide35.xml" Id="R2a44fbce923049b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6c04a2cd3cf4a0e" /><Relationship Type="http://schemas.openxmlformats.org/officeDocument/2006/relationships/notesSlide" Target="/ppt/notesSlides/notesSlide36.xml" Id="R1b658e80828e48c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4c50166b7e34676" /><Relationship Type="http://schemas.openxmlformats.org/officeDocument/2006/relationships/notesSlide" Target="/ppt/notesSlides/notesSlide37.xml" Id="Rfd34b7e208f4431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ad32d2f3bfd4654" /><Relationship Type="http://schemas.openxmlformats.org/officeDocument/2006/relationships/notesSlide" Target="/ppt/notesSlides/notesSlide38.xml" Id="Rd11b6a066f7e4c9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b0d11626d274764" /><Relationship Type="http://schemas.openxmlformats.org/officeDocument/2006/relationships/notesSlide" Target="/ppt/notesSlides/notesSlide39.xml" Id="R911a54b61936426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d8f9c560fee4a11" /><Relationship Type="http://schemas.openxmlformats.org/officeDocument/2006/relationships/notesSlide" Target="/ppt/notesSlides/notesSlide40.xml" Id="R2d12d5e61852449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af1956fc8134520" /><Relationship Type="http://schemas.openxmlformats.org/officeDocument/2006/relationships/notesSlide" Target="/ppt/notesSlides/notesSlide41.xml" Id="R9562598cb1a44e8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fc59e543bff448d" /><Relationship Type="http://schemas.openxmlformats.org/officeDocument/2006/relationships/notesSlide" Target="/ppt/notesSlides/notesSlide42.xml" Id="Ra3c8332375274a2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6169c3f61234ea6" /><Relationship Type="http://schemas.openxmlformats.org/officeDocument/2006/relationships/notesSlide" Target="/ppt/notesSlides/notesSlide43.xml" Id="R74bff4e63afe42a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daca5dc2db841f9" /><Relationship Type="http://schemas.openxmlformats.org/officeDocument/2006/relationships/notesSlide" Target="/ppt/notesSlides/notesSlide44.xml" Id="R75497298959c438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1130149323c4695" /><Relationship Type="http://schemas.openxmlformats.org/officeDocument/2006/relationships/notesSlide" Target="/ppt/notesSlides/notesSlide45.xml" Id="R4a5c42c8667d47a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d2045add12f423c" /><Relationship Type="http://schemas.openxmlformats.org/officeDocument/2006/relationships/notesSlide" Target="/ppt/notesSlides/notesSlide46.xml" Id="Rabca2ad07a09466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de8342e54a14a90" /><Relationship Type="http://schemas.openxmlformats.org/officeDocument/2006/relationships/notesSlide" Target="/ppt/notesSlides/notesSlide47.xml" Id="Rd741be6aa1cf4de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4c98ffe4f7e4761" /><Relationship Type="http://schemas.openxmlformats.org/officeDocument/2006/relationships/notesSlide" Target="/ppt/notesSlides/notesSlide48.xml" Id="R58409445a4ff406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d0fb0de5d6d42cc" /><Relationship Type="http://schemas.openxmlformats.org/officeDocument/2006/relationships/notesSlide" Target="/ppt/notesSlides/notesSlide49.xml" Id="R196adbfa4aa9497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9348ac4f42b4491" /><Relationship Type="http://schemas.openxmlformats.org/officeDocument/2006/relationships/notesSlide" Target="/ppt/notesSlides/notesSlide50.xml" Id="R7cf52c9d84ec41f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a8bb24c5f5546a4" /><Relationship Type="http://schemas.openxmlformats.org/officeDocument/2006/relationships/notesSlide" Target="/ppt/notesSlides/notesSlide51.xml" Id="Rff2275ea95c340c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a6138a45454401a" /><Relationship Type="http://schemas.openxmlformats.org/officeDocument/2006/relationships/image" Target="/ppt/media/image3.png" Id="R332526c4021e463b" /><Relationship Type="http://schemas.openxmlformats.org/officeDocument/2006/relationships/notesSlide" Target="/ppt/notesSlides/notesSlide52.xml" Id="Rb5125d885d9748d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7df16825f0249b0" /><Relationship Type="http://schemas.openxmlformats.org/officeDocument/2006/relationships/image" Target="/ppt/media/image4.png" Id="R1cc33305e47341d2" /><Relationship Type="http://schemas.openxmlformats.org/officeDocument/2006/relationships/notesSlide" Target="/ppt/notesSlides/notesSlide53.xml" Id="Re204f6bba0fa427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87eb709fd1948c9" /><Relationship Type="http://schemas.openxmlformats.org/officeDocument/2006/relationships/image" Target="/ppt/media/image5.png" Id="R700bd09130c849bf" /><Relationship Type="http://schemas.openxmlformats.org/officeDocument/2006/relationships/notesSlide" Target="/ppt/notesSlides/notesSlide54.xml" Id="R8f6ed9243ecf483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e17e9b52c7774783" /><Relationship Type="http://schemas.openxmlformats.org/officeDocument/2006/relationships/image" Target="/ppt/media/image6.png" Id="R771c48311ef34363" /><Relationship Type="http://schemas.openxmlformats.org/officeDocument/2006/relationships/notesSlide" Target="/ppt/notesSlides/notesSlide55.xml" Id="R26775ceeccb8401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6923edcca5142a1" /><Relationship Type="http://schemas.openxmlformats.org/officeDocument/2006/relationships/notesSlide" Target="/ppt/notesSlides/notesSlide56.xml" Id="Rb5a33e5f490a48c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ce77479a5d54f3c" /><Relationship Type="http://schemas.openxmlformats.org/officeDocument/2006/relationships/notesSlide" Target="/ppt/notesSlides/notesSlide57.xml" Id="R30b50fdf2ddb4ca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85b3524e8a3490b" /><Relationship Type="http://schemas.openxmlformats.org/officeDocument/2006/relationships/notesSlide" Target="/ppt/notesSlides/notesSlide58.xml" Id="R683f3306ddc3470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897bed9aca244673" /><Relationship Type="http://schemas.openxmlformats.org/officeDocument/2006/relationships/notesSlide" Target="/ppt/notesSlides/notesSlide59.xml" Id="R490d6f54ff4b4e6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6f9868dd19944e3" /><Relationship Type="http://schemas.openxmlformats.org/officeDocument/2006/relationships/notesSlide" Target="/ppt/notesSlides/notesSlide60.xml" Id="R59b0ea9398ae406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862d3b010a9460e" /><Relationship Type="http://schemas.openxmlformats.org/officeDocument/2006/relationships/notesSlide" Target="/ppt/notesSlides/notesSlide61.xml" Id="R17a61d8559a9467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10a29678d1724b1b" /><Relationship Type="http://schemas.openxmlformats.org/officeDocument/2006/relationships/notesSlide" Target="/ppt/notesSlides/notesSlide62.xml" Id="R5129665b78ec47d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022f80d94564b49" /><Relationship Type="http://schemas.openxmlformats.org/officeDocument/2006/relationships/notesSlide" Target="/ppt/notesSlides/notesSlide63.xml" Id="R6c4fc22c8fe3480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4c73b72e9c74c5d" /><Relationship Type="http://schemas.openxmlformats.org/officeDocument/2006/relationships/notesSlide" Target="/ppt/notesSlides/notesSlide64.xml" Id="R02ea4f486967457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ecbd805b197401e" /><Relationship Type="http://schemas.openxmlformats.org/officeDocument/2006/relationships/notesSlide" Target="/ppt/notesSlides/notesSlide65.xml" Id="R455d72795a334f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5907db99b1145c5"/>
          <a:srcRect xmlns:a="http://schemas.openxmlformats.org/drawingml/2006/main" l="24010" t="0" r="24010" b="0"/>
          <a:stretch xmlns:a="http://schemas.openxmlformats.org/drawingml/2006/main">
            <a:fillRect l="0" t="0" r="0" b="0"/>
          </a:stretch>
        </p:blipFill>
        <p:spPr>
          <a:xfrm xmlns:a="http://schemas.openxmlformats.org/drawingml/2006/main">
            <a:off x="5857875" y="0"/>
            <a:ext cx="6334125" cy="6858000"/>
          </a:xfrm>
          <a:prstGeom xmlns:a="http://schemas.openxmlformats.org/drawingml/2006/main" prst="roundRect">
            <a:avLst>
              <a:gd name="adj" fmla="val 1805"/>
            </a:avLst>
          </a:prstGeom>
        </p:spPr>
      </p:pic>
      <p:sp>
        <p:nvSpPr>
          <p:cNvPr id="2" name="box-0001">
            <a:extLst xmlns:a="http://schemas.openxmlformats.org/drawingml/2006/main">
              <a:ext uri="{FF2B5EF4-FFF2-40B4-BE49-F238E27FC236}">
                <a16:creationId xmlns:a16="http://schemas.microsoft.com/office/drawing/2014/main" id="{C906E76D-6944-4441-9830-EE4DC5D9402F}"/>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box-0002">
            <a:extLst xmlns:a="http://schemas.openxmlformats.org/drawingml/2006/main">
              <a:ext uri="{FF2B5EF4-FFF2-40B4-BE49-F238E27FC236}">
                <a16:creationId xmlns:a16="http://schemas.microsoft.com/office/drawing/2014/main" id="{DBF9C99A-40A3-492B-BD86-EAD789B593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4" name="text-0003">
            <a:extLst xmlns:a="http://schemas.openxmlformats.org/drawingml/2006/main">
              <a:ext uri="{FF2B5EF4-FFF2-40B4-BE49-F238E27FC236}">
                <a16:creationId xmlns:a16="http://schemas.microsoft.com/office/drawing/2014/main" id="{101E0917-5DEA-4190-AFF3-F51282A07974}"/>
              </a:ext>
            </a:extLst>
          </p:cNvPr>
          <p:cNvSpPr>
            <a:spLocks xmlns:a="http://schemas.openxmlformats.org/drawingml/2006/main" noGrp="1"/>
          </p:cNvSpPr>
          <p:nvPr/>
        </p:nvSpPr>
        <p:spPr>
          <a:xfrm xmlns:a="http://schemas.openxmlformats.org/drawingml/2006/main">
            <a:off x="590550" y="5905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生成AI実務活用 eラーニング</a:t>
            </a:r>
          </a:p>
        </p:txBody>
      </p:sp>
      <p:sp>
        <p:nvSpPr>
          <p:cNvPr id="5" name="box-0004">
            <a:extLst xmlns:a="http://schemas.openxmlformats.org/drawingml/2006/main">
              <a:ext uri="{FF2B5EF4-FFF2-40B4-BE49-F238E27FC236}">
                <a16:creationId xmlns:a16="http://schemas.microsoft.com/office/drawing/2014/main" id="{F5BCC73E-5EC7-46D3-B862-4E3F4CA81F40}"/>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6" name="text-0005">
            <a:extLst xmlns:a="http://schemas.openxmlformats.org/drawingml/2006/main">
              <a:ext uri="{FF2B5EF4-FFF2-40B4-BE49-F238E27FC236}">
                <a16:creationId xmlns:a16="http://schemas.microsoft.com/office/drawing/2014/main" id="{0A99D3B0-830E-4C6A-A7DA-FCED1488FB78}"/>
              </a:ext>
            </a:extLst>
          </p:cNvPr>
          <p:cNvSpPr>
            <a:spLocks xmlns:a="http://schemas.openxmlformats.org/drawingml/2006/main" noGrp="1"/>
          </p:cNvSpPr>
          <p:nvPr/>
        </p:nvSpPr>
        <p:spPr>
          <a:xfrm xmlns:a="http://schemas.openxmlformats.org/drawingml/2006/main">
            <a:off x="590550" y="1371600"/>
            <a:ext cx="4762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3450" b="1">
                <a:solidFill>
                  <a:srgbClr val="14364F"/>
                </a:solidFill>
                <a:latin typeface="Hiragino Sans"/>
                <a:ea typeface="Hiragino Sans"/>
                <a:cs typeface="Hiragino Sans"/>
              </a:defRPr>
            </a:pPr>
            <a:r>
              <a:rPr sz="3450" b="1">
                <a:solidFill>
                  <a:srgbClr val="14364F"/>
                </a:solidFill>
                <a:latin typeface="Hiragino Sans"/>
                <a:ea typeface="Hiragino Sans"/>
                <a:cs typeface="Hiragino Sans"/>
              </a:rPr>
              <a:t>顧客・現場の声を、</a:t>
            </a:r>
          </a:p>
          <a:p xmlns:a="http://schemas.openxmlformats.org/drawingml/2006/main">
            <a:pPr algn="l">
              <a:defRPr sz="3450" b="1">
                <a:solidFill>
                  <a:srgbClr val="14364F"/>
                </a:solidFill>
                <a:latin typeface="Hiragino Sans"/>
                <a:ea typeface="Hiragino Sans"/>
                <a:cs typeface="Hiragino Sans"/>
              </a:defRPr>
            </a:pPr>
            <a:r>
              <a:rPr sz="3450" b="1">
                <a:solidFill>
                  <a:srgbClr val="14364F"/>
                </a:solidFill>
                <a:latin typeface="Hiragino Sans"/>
                <a:ea typeface="Hiragino Sans"/>
                <a:cs typeface="Hiragino Sans"/>
              </a:rPr>
              <a:t>使える記録へ</a:t>
            </a:r>
          </a:p>
        </p:txBody>
      </p:sp>
      <p:sp>
        <p:nvSpPr>
          <p:cNvPr id="7" name="text-0006">
            <a:extLst xmlns:a="http://schemas.openxmlformats.org/drawingml/2006/main">
              <a:ext uri="{FF2B5EF4-FFF2-40B4-BE49-F238E27FC236}">
                <a16:creationId xmlns:a16="http://schemas.microsoft.com/office/drawing/2014/main" id="{BE9E6939-FB3E-425E-8AF9-F948D9A27A21}"/>
              </a:ext>
            </a:extLst>
          </p:cNvPr>
          <p:cNvSpPr>
            <a:spLocks xmlns:a="http://schemas.openxmlformats.org/drawingml/2006/main" noGrp="1"/>
          </p:cNvSpPr>
          <p:nvPr/>
        </p:nvSpPr>
        <p:spPr>
          <a:xfrm xmlns:a="http://schemas.openxmlformats.org/drawingml/2006/main">
            <a:off x="590550" y="3209925"/>
            <a:ext cx="451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575" b="0">
                <a:solidFill>
                  <a:srgbClr val="203746"/>
                </a:solidFill>
                <a:latin typeface="Hiragino Sans"/>
                <a:ea typeface="Hiragino Sans"/>
                <a:cs typeface="Hiragino Sans"/>
              </a:defRPr>
            </a:pPr>
            <a:r>
              <a:rPr sz="1575" b="0">
                <a:solidFill>
                  <a:srgbClr val="203746"/>
                </a:solidFill>
                <a:latin typeface="Hiragino Sans"/>
                <a:ea typeface="Hiragino Sans"/>
                <a:cs typeface="Hiragino Sans"/>
              </a:rPr>
              <a:t>集めた情報を、次の判断と行動につながる構造へ変える</a:t>
            </a:r>
          </a:p>
        </p:txBody>
      </p:sp>
      <p:sp>
        <p:nvSpPr>
          <p:cNvPr id="8" name="text-0007">
            <a:extLst xmlns:a="http://schemas.openxmlformats.org/drawingml/2006/main">
              <a:ext uri="{FF2B5EF4-FFF2-40B4-BE49-F238E27FC236}">
                <a16:creationId xmlns:a16="http://schemas.microsoft.com/office/drawing/2014/main" id="{05599273-5C80-437B-9784-71E38F7DC5A7}"/>
              </a:ext>
            </a:extLst>
          </p:cNvPr>
          <p:cNvSpPr>
            <a:spLocks xmlns:a="http://schemas.openxmlformats.org/drawingml/2006/main" noGrp="1"/>
          </p:cNvSpPr>
          <p:nvPr/>
        </p:nvSpPr>
        <p:spPr>
          <a:xfrm xmlns:a="http://schemas.openxmlformats.org/drawingml/2006/main">
            <a:off x="590550" y="427672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125" b="0">
                <a:solidFill>
                  <a:srgbClr val="647988"/>
                </a:solidFill>
                <a:latin typeface="Hiragino Sans"/>
                <a:ea typeface="Hiragino Sans"/>
                <a:cs typeface="Hiragino Sans"/>
              </a:defRPr>
            </a:pPr>
            <a:r>
              <a:rPr sz="1125" b="0">
                <a:solidFill>
                  <a:srgbClr val="647988"/>
                </a:solidFill>
                <a:latin typeface="Hiragino Sans"/>
                <a:ea typeface="Hiragino Sans"/>
                <a:cs typeface="Hiragino Sans"/>
              </a:rPr>
              <a:t>生成AI実務活用 eラーニング｜第1回｜標準学習時間120分</a:t>
            </a:r>
          </a:p>
        </p:txBody>
      </p:sp>
      <p:sp>
        <p:nvSpPr>
          <p:cNvPr id="9" name="box-0008">
            <a:extLst xmlns:a="http://schemas.openxmlformats.org/drawingml/2006/main">
              <a:ext uri="{FF2B5EF4-FFF2-40B4-BE49-F238E27FC236}">
                <a16:creationId xmlns:a16="http://schemas.microsoft.com/office/drawing/2014/main" id="{3F3A447C-B73B-45F4-9668-4B2CA52A9A89}"/>
              </a:ext>
            </a:extLst>
          </p:cNvPr>
          <p:cNvSpPr>
            <a:spLocks xmlns:a="http://schemas.openxmlformats.org/drawingml/2006/main" noGrp="1"/>
          </p:cNvSpPr>
          <p:nvPr/>
        </p:nvSpPr>
        <p:spPr>
          <a:xfrm xmlns:a="http://schemas.openxmlformats.org/drawingml/2006/main">
            <a:off x="590550" y="5095875"/>
            <a:ext cx="1076325" cy="285750"/>
          </a:xfrm>
          <a:prstGeom xmlns:a="http://schemas.openxmlformats.org/drawingml/2006/main" prst="roundRect">
            <a:avLst>
              <a:gd name="adj" fmla="val 50000"/>
            </a:avLst>
          </a:prstGeom>
          <a:solidFill xmlns:a="http://schemas.openxmlformats.org/drawingml/2006/main">
            <a:srgbClr val="E7F5F3"/>
          </a:solidFill>
          <a:ln xmlns:a="http://schemas.openxmlformats.org/drawingml/2006/main" w="0">
            <a:noFill/>
            <a:prstDash val="solid"/>
          </a:ln>
        </p:spPr>
      </p:sp>
      <p:sp>
        <p:nvSpPr>
          <p:cNvPr id="10" name="text-0009">
            <a:extLst xmlns:a="http://schemas.openxmlformats.org/drawingml/2006/main">
              <a:ext uri="{FF2B5EF4-FFF2-40B4-BE49-F238E27FC236}">
                <a16:creationId xmlns:a16="http://schemas.microsoft.com/office/drawing/2014/main" id="{5F9CC84E-B02F-4F0D-882A-9538D2CADB5F}"/>
              </a:ext>
            </a:extLst>
          </p:cNvPr>
          <p:cNvSpPr>
            <a:spLocks xmlns:a="http://schemas.openxmlformats.org/drawingml/2006/main" noGrp="1"/>
          </p:cNvSpPr>
          <p:nvPr/>
        </p:nvSpPr>
        <p:spPr>
          <a:xfrm xmlns:a="http://schemas.openxmlformats.org/drawingml/2006/main">
            <a:off x="666750" y="5124450"/>
            <a:ext cx="923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架空データ</a:t>
            </a:r>
          </a:p>
        </p:txBody>
      </p:sp>
      <p:sp>
        <p:nvSpPr>
          <p:cNvPr id="11" name="box-0010">
            <a:extLst xmlns:a="http://schemas.openxmlformats.org/drawingml/2006/main">
              <a:ext uri="{FF2B5EF4-FFF2-40B4-BE49-F238E27FC236}">
                <a16:creationId xmlns:a16="http://schemas.microsoft.com/office/drawing/2014/main" id="{4143E481-3724-4AD2-837E-31EA3C890CCA}"/>
              </a:ext>
            </a:extLst>
          </p:cNvPr>
          <p:cNvSpPr>
            <a:spLocks xmlns:a="http://schemas.openxmlformats.org/drawingml/2006/main" noGrp="1"/>
          </p:cNvSpPr>
          <p:nvPr/>
        </p:nvSpPr>
        <p:spPr>
          <a:xfrm xmlns:a="http://schemas.openxmlformats.org/drawingml/2006/main">
            <a:off x="1781175" y="5095875"/>
            <a:ext cx="1076325" cy="285750"/>
          </a:xfrm>
          <a:prstGeom xmlns:a="http://schemas.openxmlformats.org/drawingml/2006/main" prst="roundRect">
            <a:avLst>
              <a:gd name="adj" fmla="val 50000"/>
            </a:avLst>
          </a:prstGeom>
          <a:solidFill xmlns:a="http://schemas.openxmlformats.org/drawingml/2006/main">
            <a:srgbClr val="E7F5F3"/>
          </a:solidFill>
          <a:ln xmlns:a="http://schemas.openxmlformats.org/drawingml/2006/main" w="0">
            <a:noFill/>
            <a:prstDash val="solid"/>
          </a:ln>
        </p:spPr>
      </p:sp>
      <p:sp>
        <p:nvSpPr>
          <p:cNvPr id="12" name="text-0011">
            <a:extLst xmlns:a="http://schemas.openxmlformats.org/drawingml/2006/main">
              <a:ext uri="{FF2B5EF4-FFF2-40B4-BE49-F238E27FC236}">
                <a16:creationId xmlns:a16="http://schemas.microsoft.com/office/drawing/2014/main" id="{1DCC3299-858E-48E9-9399-602ABA9CCE99}"/>
              </a:ext>
            </a:extLst>
          </p:cNvPr>
          <p:cNvSpPr>
            <a:spLocks xmlns:a="http://schemas.openxmlformats.org/drawingml/2006/main" noGrp="1"/>
          </p:cNvSpPr>
          <p:nvPr/>
        </p:nvSpPr>
        <p:spPr>
          <a:xfrm xmlns:a="http://schemas.openxmlformats.org/drawingml/2006/main">
            <a:off x="1857375" y="5124450"/>
            <a:ext cx="923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原資料照合</a:t>
            </a:r>
          </a:p>
        </p:txBody>
      </p:sp>
      <p:sp>
        <p:nvSpPr>
          <p:cNvPr id="13" name="box-0012">
            <a:extLst xmlns:a="http://schemas.openxmlformats.org/drawingml/2006/main">
              <a:ext uri="{FF2B5EF4-FFF2-40B4-BE49-F238E27FC236}">
                <a16:creationId xmlns:a16="http://schemas.microsoft.com/office/drawing/2014/main" id="{D0C81CC2-C2C9-4E5E-B4D3-68A53CED84B0}"/>
              </a:ext>
            </a:extLst>
          </p:cNvPr>
          <p:cNvSpPr>
            <a:spLocks xmlns:a="http://schemas.openxmlformats.org/drawingml/2006/main" noGrp="1"/>
          </p:cNvSpPr>
          <p:nvPr/>
        </p:nvSpPr>
        <p:spPr>
          <a:xfrm xmlns:a="http://schemas.openxmlformats.org/drawingml/2006/main">
            <a:off x="2971800" y="5095875"/>
            <a:ext cx="1238250" cy="285750"/>
          </a:xfrm>
          <a:prstGeom xmlns:a="http://schemas.openxmlformats.org/drawingml/2006/main" prst="roundRect">
            <a:avLst>
              <a:gd name="adj" fmla="val 50000"/>
            </a:avLst>
          </a:prstGeom>
          <a:solidFill xmlns:a="http://schemas.openxmlformats.org/drawingml/2006/main">
            <a:srgbClr val="FFF4D6"/>
          </a:solidFill>
          <a:ln xmlns:a="http://schemas.openxmlformats.org/drawingml/2006/main" w="0">
            <a:noFill/>
            <a:prstDash val="solid"/>
          </a:ln>
        </p:spPr>
      </p:sp>
      <p:sp>
        <p:nvSpPr>
          <p:cNvPr id="14" name="text-0013">
            <a:extLst xmlns:a="http://schemas.openxmlformats.org/drawingml/2006/main">
              <a:ext uri="{FF2B5EF4-FFF2-40B4-BE49-F238E27FC236}">
                <a16:creationId xmlns:a16="http://schemas.microsoft.com/office/drawing/2014/main" id="{469CA426-0157-4CFF-BA03-2B9AF2012057}"/>
              </a:ext>
            </a:extLst>
          </p:cNvPr>
          <p:cNvSpPr>
            <a:spLocks xmlns:a="http://schemas.openxmlformats.org/drawingml/2006/main" noGrp="1"/>
          </p:cNvSpPr>
          <p:nvPr/>
        </p:nvSpPr>
        <p:spPr>
          <a:xfrm xmlns:a="http://schemas.openxmlformats.org/drawingml/2006/main">
            <a:off x="3048000" y="5124450"/>
            <a:ext cx="1085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人が最終確認</a:t>
            </a:r>
          </a:p>
        </p:txBody>
      </p:sp>
      <p:sp>
        <p:nvSpPr>
          <p:cNvPr id="15" name="text-0014">
            <a:extLst xmlns:a="http://schemas.openxmlformats.org/drawingml/2006/main">
              <a:ext uri="{FF2B5EF4-FFF2-40B4-BE49-F238E27FC236}">
                <a16:creationId xmlns:a16="http://schemas.microsoft.com/office/drawing/2014/main" id="{58D7F88D-979F-41F6-A92C-8EEDF5E8E297}"/>
              </a:ext>
            </a:extLst>
          </p:cNvPr>
          <p:cNvSpPr>
            <a:spLocks xmlns:a="http://schemas.openxmlformats.org/drawingml/2006/main" noGrp="1"/>
          </p:cNvSpPr>
          <p:nvPr/>
        </p:nvSpPr>
        <p:spPr>
          <a:xfrm xmlns:a="http://schemas.openxmlformats.org/drawingml/2006/main">
            <a:off x="590550" y="6191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1">
                <a:solidFill>
                  <a:srgbClr val="647988"/>
                </a:solidFill>
                <a:latin typeface="Hiragino Sans"/>
                <a:ea typeface="Hiragino Sans"/>
                <a:cs typeface="Hiragino Sans"/>
              </a:defRPr>
            </a:pPr>
            <a:r>
              <a:rPr sz="900" b="1">
                <a:solidFill>
                  <a:srgbClr val="647988"/>
                </a:solidFill>
                <a:latin typeface="Hiragino Sans"/>
                <a:ea typeface="Hiragino Sans"/>
                <a:cs typeface="Hiragino Sans"/>
              </a:rPr>
              <a:t>第1回  /  01</a:t>
            </a:r>
          </a:p>
        </p:txBody>
      </p:sp>
    </p:spTree>
    <p:extLst>
      <p:ext uri="{BB962C8B-B14F-4D97-AF65-F5344CB8AC3E}">
        <p14:creationId xmlns:p14="http://schemas.microsoft.com/office/powerpoint/2010/main" val="1585354849"/>
      </p:ext>
    </p:extLst>
  </p:cSld>
</p:sld>
</file>

<file path=ppt/slides/slide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62" name="box-0015">
            <a:extLst xmlns:a="http://schemas.openxmlformats.org/drawingml/2006/main">
              <a:ext uri="{FF2B5EF4-FFF2-40B4-BE49-F238E27FC236}">
                <a16:creationId xmlns:a16="http://schemas.microsoft.com/office/drawing/2014/main" id="{AD537959-AB9F-48AE-A9C1-70616857524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016">
            <a:extLst xmlns:a="http://schemas.openxmlformats.org/drawingml/2006/main">
              <a:ext uri="{FF2B5EF4-FFF2-40B4-BE49-F238E27FC236}">
                <a16:creationId xmlns:a16="http://schemas.microsoft.com/office/drawing/2014/main" id="{D8466BE7-9F75-4551-8E2E-B6CC81F4D53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1  /  記録を整理する目的</a:t>
            </a:r>
          </a:p>
        </p:txBody>
      </p:sp>
      <p:sp>
        <p:nvSpPr>
          <p:cNvPr id="3" name="text-0017">
            <a:extLst xmlns:a="http://schemas.openxmlformats.org/drawingml/2006/main">
              <a:ext uri="{FF2B5EF4-FFF2-40B4-BE49-F238E27FC236}">
                <a16:creationId xmlns:a16="http://schemas.microsoft.com/office/drawing/2014/main" id="{9469A72D-89C1-4B23-9CA5-968F04277728}"/>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120分で、整理・照合・修正まで進めます</a:t>
            </a:r>
          </a:p>
        </p:txBody>
      </p:sp>
      <p:sp>
        <p:nvSpPr>
          <p:cNvPr id="4" name="box-0018">
            <a:extLst xmlns:a="http://schemas.openxmlformats.org/drawingml/2006/main">
              <a:ext uri="{FF2B5EF4-FFF2-40B4-BE49-F238E27FC236}">
                <a16:creationId xmlns:a16="http://schemas.microsoft.com/office/drawing/2014/main" id="{7D3F1AA6-1516-4EC7-A9C0-350F008D107D}"/>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019">
            <a:extLst xmlns:a="http://schemas.openxmlformats.org/drawingml/2006/main">
              <a:ext uri="{FF2B5EF4-FFF2-40B4-BE49-F238E27FC236}">
                <a16:creationId xmlns:a16="http://schemas.microsoft.com/office/drawing/2014/main" id="{8ABDB6A9-4326-4F94-A4D9-ECDD6AA2ED72}"/>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020">
            <a:extLst xmlns:a="http://schemas.openxmlformats.org/drawingml/2006/main">
              <a:ext uri="{FF2B5EF4-FFF2-40B4-BE49-F238E27FC236}">
                <a16:creationId xmlns:a16="http://schemas.microsoft.com/office/drawing/2014/main" id="{C115C95E-2D46-4C08-BEC2-7B7B607556B1}"/>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要点｜九つのユニットが一つの構造化記録へつながる</a:t>
            </a:r>
          </a:p>
        </p:txBody>
      </p:sp>
      <p:sp>
        <p:nvSpPr>
          <p:cNvPr id="7" name="text-0021">
            <a:extLst xmlns:a="http://schemas.openxmlformats.org/drawingml/2006/main">
              <a:ext uri="{FF2B5EF4-FFF2-40B4-BE49-F238E27FC236}">
                <a16:creationId xmlns:a16="http://schemas.microsoft.com/office/drawing/2014/main" id="{28E36FE3-BF39-40A8-AD35-80BFF9856CD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02</a:t>
            </a:r>
          </a:p>
        </p:txBody>
      </p:sp>
      <p:sp>
        <p:nvSpPr>
          <p:cNvPr id="8" name="box-0022">
            <a:extLst xmlns:a="http://schemas.openxmlformats.org/drawingml/2006/main">
              <a:ext uri="{FF2B5EF4-FFF2-40B4-BE49-F238E27FC236}">
                <a16:creationId xmlns:a16="http://schemas.microsoft.com/office/drawing/2014/main" id="{D937DECC-D512-411F-BE91-63C3598FA3BA}"/>
              </a:ext>
            </a:extLst>
          </p:cNvPr>
          <p:cNvSpPr>
            <a:spLocks xmlns:a="http://schemas.openxmlformats.org/drawingml/2006/main" noGrp="1"/>
          </p:cNvSpPr>
          <p:nvPr/>
        </p:nvSpPr>
        <p:spPr>
          <a:xfrm xmlns:a="http://schemas.openxmlformats.org/drawingml/2006/main">
            <a:off x="552450" y="1409700"/>
            <a:ext cx="35941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6E1E8"/>
            </a:solidFill>
            <a:prstDash val="solid"/>
          </a:ln>
        </p:spPr>
      </p:sp>
      <p:sp>
        <p:nvSpPr>
          <p:cNvPr id="9" name="text-0023">
            <a:extLst xmlns:a="http://schemas.openxmlformats.org/drawingml/2006/main">
              <a:ext uri="{FF2B5EF4-FFF2-40B4-BE49-F238E27FC236}">
                <a16:creationId xmlns:a16="http://schemas.microsoft.com/office/drawing/2014/main" id="{590D6282-4340-4719-9057-C5A6C1FAFE73}"/>
              </a:ext>
            </a:extLst>
          </p:cNvPr>
          <p:cNvSpPr>
            <a:spLocks xmlns:a="http://schemas.openxmlformats.org/drawingml/2006/main" noGrp="1"/>
          </p:cNvSpPr>
          <p:nvPr/>
        </p:nvSpPr>
        <p:spPr>
          <a:xfrm xmlns:a="http://schemas.openxmlformats.org/drawingml/2006/main">
            <a:off x="723900" y="15525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01</a:t>
            </a:r>
          </a:p>
        </p:txBody>
      </p:sp>
      <p:sp>
        <p:nvSpPr>
          <p:cNvPr id="10" name="box-0024">
            <a:extLst xmlns:a="http://schemas.openxmlformats.org/drawingml/2006/main">
              <a:ext uri="{FF2B5EF4-FFF2-40B4-BE49-F238E27FC236}">
                <a16:creationId xmlns:a16="http://schemas.microsoft.com/office/drawing/2014/main" id="{531400D0-1914-442B-8582-840634F1A205}"/>
              </a:ext>
            </a:extLst>
          </p:cNvPr>
          <p:cNvSpPr>
            <a:spLocks xmlns:a="http://schemas.openxmlformats.org/drawingml/2006/main" noGrp="1"/>
          </p:cNvSpPr>
          <p:nvPr/>
        </p:nvSpPr>
        <p:spPr>
          <a:xfrm xmlns:a="http://schemas.openxmlformats.org/drawingml/2006/main">
            <a:off x="3365500" y="15525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11" name="text-0025">
            <a:extLst xmlns:a="http://schemas.openxmlformats.org/drawingml/2006/main">
              <a:ext uri="{FF2B5EF4-FFF2-40B4-BE49-F238E27FC236}">
                <a16:creationId xmlns:a16="http://schemas.microsoft.com/office/drawing/2014/main" id="{C5C7F474-B61E-46A6-AA8D-89ED6969B73B}"/>
              </a:ext>
            </a:extLst>
          </p:cNvPr>
          <p:cNvSpPr>
            <a:spLocks xmlns:a="http://schemas.openxmlformats.org/drawingml/2006/main" noGrp="1"/>
          </p:cNvSpPr>
          <p:nvPr/>
        </p:nvSpPr>
        <p:spPr>
          <a:xfrm xmlns:a="http://schemas.openxmlformats.org/drawingml/2006/main">
            <a:off x="3441700" y="15811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9分</a:t>
            </a:r>
          </a:p>
        </p:txBody>
      </p:sp>
      <p:sp>
        <p:nvSpPr>
          <p:cNvPr id="12" name="text-0026">
            <a:extLst xmlns:a="http://schemas.openxmlformats.org/drawingml/2006/main">
              <a:ext uri="{FF2B5EF4-FFF2-40B4-BE49-F238E27FC236}">
                <a16:creationId xmlns:a16="http://schemas.microsoft.com/office/drawing/2014/main" id="{0748EAA6-4D00-4EB4-B79D-27012EA2ECAB}"/>
              </a:ext>
            </a:extLst>
          </p:cNvPr>
          <p:cNvSpPr>
            <a:spLocks xmlns:a="http://schemas.openxmlformats.org/drawingml/2006/main" noGrp="1"/>
          </p:cNvSpPr>
          <p:nvPr/>
        </p:nvSpPr>
        <p:spPr>
          <a:xfrm xmlns:a="http://schemas.openxmlformats.org/drawingml/2006/main">
            <a:off x="723900" y="19431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記録を整理する目的</a:t>
            </a:r>
          </a:p>
        </p:txBody>
      </p:sp>
      <p:sp>
        <p:nvSpPr>
          <p:cNvPr id="13" name="text-0027">
            <a:extLst xmlns:a="http://schemas.openxmlformats.org/drawingml/2006/main">
              <a:ext uri="{FF2B5EF4-FFF2-40B4-BE49-F238E27FC236}">
                <a16:creationId xmlns:a16="http://schemas.microsoft.com/office/drawing/2014/main" id="{192CD751-78AC-46A8-922D-3618E71EC217}"/>
              </a:ext>
            </a:extLst>
          </p:cNvPr>
          <p:cNvSpPr>
            <a:spLocks xmlns:a="http://schemas.openxmlformats.org/drawingml/2006/main" noGrp="1"/>
          </p:cNvSpPr>
          <p:nvPr/>
        </p:nvSpPr>
        <p:spPr>
          <a:xfrm xmlns:a="http://schemas.openxmlformats.org/drawingml/2006/main">
            <a:off x="723900" y="24384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成果物｜完成イメージ</a:t>
            </a:r>
          </a:p>
        </p:txBody>
      </p:sp>
      <p:sp>
        <p:nvSpPr>
          <p:cNvPr id="14" name="box-0028">
            <a:extLst xmlns:a="http://schemas.openxmlformats.org/drawingml/2006/main">
              <a:ext uri="{FF2B5EF4-FFF2-40B4-BE49-F238E27FC236}">
                <a16:creationId xmlns:a16="http://schemas.microsoft.com/office/drawing/2014/main" id="{A94B7C6D-6B4C-49D4-AD45-C9E4349281FD}"/>
              </a:ext>
            </a:extLst>
          </p:cNvPr>
          <p:cNvSpPr>
            <a:spLocks xmlns:a="http://schemas.openxmlformats.org/drawingml/2006/main" noGrp="1"/>
          </p:cNvSpPr>
          <p:nvPr/>
        </p:nvSpPr>
        <p:spPr>
          <a:xfrm xmlns:a="http://schemas.openxmlformats.org/drawingml/2006/main">
            <a:off x="4279900" y="1409700"/>
            <a:ext cx="35941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029">
            <a:extLst xmlns:a="http://schemas.openxmlformats.org/drawingml/2006/main">
              <a:ext uri="{FF2B5EF4-FFF2-40B4-BE49-F238E27FC236}">
                <a16:creationId xmlns:a16="http://schemas.microsoft.com/office/drawing/2014/main" id="{7D899778-C5FA-46A6-B4B7-5A1D62CDB411}"/>
              </a:ext>
            </a:extLst>
          </p:cNvPr>
          <p:cNvSpPr>
            <a:spLocks xmlns:a="http://schemas.openxmlformats.org/drawingml/2006/main" noGrp="1"/>
          </p:cNvSpPr>
          <p:nvPr/>
        </p:nvSpPr>
        <p:spPr>
          <a:xfrm xmlns:a="http://schemas.openxmlformats.org/drawingml/2006/main">
            <a:off x="4451350" y="15525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02</a:t>
            </a:r>
          </a:p>
        </p:txBody>
      </p:sp>
      <p:sp>
        <p:nvSpPr>
          <p:cNvPr id="16" name="box-0030">
            <a:extLst xmlns:a="http://schemas.openxmlformats.org/drawingml/2006/main">
              <a:ext uri="{FF2B5EF4-FFF2-40B4-BE49-F238E27FC236}">
                <a16:creationId xmlns:a16="http://schemas.microsoft.com/office/drawing/2014/main" id="{F85DEA60-6CE3-449B-AC31-422C4508241B}"/>
              </a:ext>
            </a:extLst>
          </p:cNvPr>
          <p:cNvSpPr>
            <a:spLocks xmlns:a="http://schemas.openxmlformats.org/drawingml/2006/main" noGrp="1"/>
          </p:cNvSpPr>
          <p:nvPr/>
        </p:nvSpPr>
        <p:spPr>
          <a:xfrm xmlns:a="http://schemas.openxmlformats.org/drawingml/2006/main">
            <a:off x="7092950" y="15525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17" name="text-0031">
            <a:extLst xmlns:a="http://schemas.openxmlformats.org/drawingml/2006/main">
              <a:ext uri="{FF2B5EF4-FFF2-40B4-BE49-F238E27FC236}">
                <a16:creationId xmlns:a16="http://schemas.microsoft.com/office/drawing/2014/main" id="{B0B9BDCA-AB11-40F0-9D85-170C9CFF2C8F}"/>
              </a:ext>
            </a:extLst>
          </p:cNvPr>
          <p:cNvSpPr>
            <a:spLocks xmlns:a="http://schemas.openxmlformats.org/drawingml/2006/main" noGrp="1"/>
          </p:cNvSpPr>
          <p:nvPr/>
        </p:nvSpPr>
        <p:spPr>
          <a:xfrm xmlns:a="http://schemas.openxmlformats.org/drawingml/2006/main">
            <a:off x="7169150" y="15811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13分</a:t>
            </a:r>
          </a:p>
        </p:txBody>
      </p:sp>
      <p:sp>
        <p:nvSpPr>
          <p:cNvPr id="18" name="text-0032">
            <a:extLst xmlns:a="http://schemas.openxmlformats.org/drawingml/2006/main">
              <a:ext uri="{FF2B5EF4-FFF2-40B4-BE49-F238E27FC236}">
                <a16:creationId xmlns:a16="http://schemas.microsoft.com/office/drawing/2014/main" id="{3D11EA2F-2CDB-4244-A86D-DB61B98963FE}"/>
              </a:ext>
            </a:extLst>
          </p:cNvPr>
          <p:cNvSpPr>
            <a:spLocks xmlns:a="http://schemas.openxmlformats.org/drawingml/2006/main" noGrp="1"/>
          </p:cNvSpPr>
          <p:nvPr/>
        </p:nvSpPr>
        <p:spPr>
          <a:xfrm xmlns:a="http://schemas.openxmlformats.org/drawingml/2006/main">
            <a:off x="4451350" y="19431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情報を混ぜずに分ける</a:t>
            </a:r>
          </a:p>
        </p:txBody>
      </p:sp>
      <p:sp>
        <p:nvSpPr>
          <p:cNvPr id="19" name="text-0033">
            <a:extLst xmlns:a="http://schemas.openxmlformats.org/drawingml/2006/main">
              <a:ext uri="{FF2B5EF4-FFF2-40B4-BE49-F238E27FC236}">
                <a16:creationId xmlns:a16="http://schemas.microsoft.com/office/drawing/2014/main" id="{F5F1CAB4-CEF0-4CD4-8D42-74403B4967DD}"/>
              </a:ext>
            </a:extLst>
          </p:cNvPr>
          <p:cNvSpPr>
            <a:spLocks xmlns:a="http://schemas.openxmlformats.org/drawingml/2006/main" noGrp="1"/>
          </p:cNvSpPr>
          <p:nvPr/>
        </p:nvSpPr>
        <p:spPr>
          <a:xfrm xmlns:a="http://schemas.openxmlformats.org/drawingml/2006/main">
            <a:off x="4451350" y="24384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成果物｜分類基準</a:t>
            </a:r>
          </a:p>
        </p:txBody>
      </p:sp>
      <p:sp>
        <p:nvSpPr>
          <p:cNvPr id="20" name="box-0034">
            <a:extLst xmlns:a="http://schemas.openxmlformats.org/drawingml/2006/main">
              <a:ext uri="{FF2B5EF4-FFF2-40B4-BE49-F238E27FC236}">
                <a16:creationId xmlns:a16="http://schemas.microsoft.com/office/drawing/2014/main" id="{5466D493-EBDD-49BA-ADFB-1A0F146A4579}"/>
              </a:ext>
            </a:extLst>
          </p:cNvPr>
          <p:cNvSpPr>
            <a:spLocks xmlns:a="http://schemas.openxmlformats.org/drawingml/2006/main" noGrp="1"/>
          </p:cNvSpPr>
          <p:nvPr/>
        </p:nvSpPr>
        <p:spPr>
          <a:xfrm xmlns:a="http://schemas.openxmlformats.org/drawingml/2006/main">
            <a:off x="8007350" y="1409700"/>
            <a:ext cx="35941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9525">
            <a:solidFill>
              <a:srgbClr val="D6E1E8"/>
            </a:solidFill>
            <a:prstDash val="solid"/>
          </a:ln>
        </p:spPr>
      </p:sp>
      <p:sp>
        <p:nvSpPr>
          <p:cNvPr id="21" name="text-0035">
            <a:extLst xmlns:a="http://schemas.openxmlformats.org/drawingml/2006/main">
              <a:ext uri="{FF2B5EF4-FFF2-40B4-BE49-F238E27FC236}">
                <a16:creationId xmlns:a16="http://schemas.microsoft.com/office/drawing/2014/main" id="{F625380D-0A66-48BF-A9B0-7288620C2120}"/>
              </a:ext>
            </a:extLst>
          </p:cNvPr>
          <p:cNvSpPr>
            <a:spLocks xmlns:a="http://schemas.openxmlformats.org/drawingml/2006/main" noGrp="1"/>
          </p:cNvSpPr>
          <p:nvPr/>
        </p:nvSpPr>
        <p:spPr>
          <a:xfrm xmlns:a="http://schemas.openxmlformats.org/drawingml/2006/main">
            <a:off x="8178800" y="15525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03</a:t>
            </a:r>
          </a:p>
        </p:txBody>
      </p:sp>
      <p:sp>
        <p:nvSpPr>
          <p:cNvPr id="22" name="box-0036">
            <a:extLst xmlns:a="http://schemas.openxmlformats.org/drawingml/2006/main">
              <a:ext uri="{FF2B5EF4-FFF2-40B4-BE49-F238E27FC236}">
                <a16:creationId xmlns:a16="http://schemas.microsoft.com/office/drawing/2014/main" id="{8CB32426-57D6-4F05-BBC5-6635145B662D}"/>
              </a:ext>
            </a:extLst>
          </p:cNvPr>
          <p:cNvSpPr>
            <a:spLocks xmlns:a="http://schemas.openxmlformats.org/drawingml/2006/main" noGrp="1"/>
          </p:cNvSpPr>
          <p:nvPr/>
        </p:nvSpPr>
        <p:spPr>
          <a:xfrm xmlns:a="http://schemas.openxmlformats.org/drawingml/2006/main">
            <a:off x="10820400" y="15525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23" name="text-0037">
            <a:extLst xmlns:a="http://schemas.openxmlformats.org/drawingml/2006/main">
              <a:ext uri="{FF2B5EF4-FFF2-40B4-BE49-F238E27FC236}">
                <a16:creationId xmlns:a16="http://schemas.microsoft.com/office/drawing/2014/main" id="{14CD7D8E-BB47-4912-A17B-5152E973219F}"/>
              </a:ext>
            </a:extLst>
          </p:cNvPr>
          <p:cNvSpPr>
            <a:spLocks xmlns:a="http://schemas.openxmlformats.org/drawingml/2006/main" noGrp="1"/>
          </p:cNvSpPr>
          <p:nvPr/>
        </p:nvSpPr>
        <p:spPr>
          <a:xfrm xmlns:a="http://schemas.openxmlformats.org/drawingml/2006/main">
            <a:off x="10896600" y="15811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13分</a:t>
            </a:r>
          </a:p>
        </p:txBody>
      </p:sp>
      <p:sp>
        <p:nvSpPr>
          <p:cNvPr id="24" name="text-0038">
            <a:extLst xmlns:a="http://schemas.openxmlformats.org/drawingml/2006/main">
              <a:ext uri="{FF2B5EF4-FFF2-40B4-BE49-F238E27FC236}">
                <a16:creationId xmlns:a16="http://schemas.microsoft.com/office/drawing/2014/main" id="{355D89F2-3D89-474A-BE41-724A27C524C2}"/>
              </a:ext>
            </a:extLst>
          </p:cNvPr>
          <p:cNvSpPr>
            <a:spLocks xmlns:a="http://schemas.openxmlformats.org/drawingml/2006/main" noGrp="1"/>
          </p:cNvSpPr>
          <p:nvPr/>
        </p:nvSpPr>
        <p:spPr>
          <a:xfrm xmlns:a="http://schemas.openxmlformats.org/drawingml/2006/main">
            <a:off x="8178800" y="19431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AIへ渡す前の準備</a:t>
            </a:r>
          </a:p>
        </p:txBody>
      </p:sp>
      <p:sp>
        <p:nvSpPr>
          <p:cNvPr id="25" name="text-0039">
            <a:extLst xmlns:a="http://schemas.openxmlformats.org/drawingml/2006/main">
              <a:ext uri="{FF2B5EF4-FFF2-40B4-BE49-F238E27FC236}">
                <a16:creationId xmlns:a16="http://schemas.microsoft.com/office/drawing/2014/main" id="{185B065E-F35D-4C33-A91F-775A1774F1A4}"/>
              </a:ext>
            </a:extLst>
          </p:cNvPr>
          <p:cNvSpPr>
            <a:spLocks xmlns:a="http://schemas.openxmlformats.org/drawingml/2006/main" noGrp="1"/>
          </p:cNvSpPr>
          <p:nvPr/>
        </p:nvSpPr>
        <p:spPr>
          <a:xfrm xmlns:a="http://schemas.openxmlformats.org/drawingml/2006/main">
            <a:off x="8178800" y="24384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成果物｜原資料セット</a:t>
            </a:r>
          </a:p>
        </p:txBody>
      </p:sp>
      <p:sp>
        <p:nvSpPr>
          <p:cNvPr id="26" name="box-0040">
            <a:extLst xmlns:a="http://schemas.openxmlformats.org/drawingml/2006/main">
              <a:ext uri="{FF2B5EF4-FFF2-40B4-BE49-F238E27FC236}">
                <a16:creationId xmlns:a16="http://schemas.microsoft.com/office/drawing/2014/main" id="{E5FA245D-C675-41C6-B7D6-451526EAD454}"/>
              </a:ext>
            </a:extLst>
          </p:cNvPr>
          <p:cNvSpPr>
            <a:spLocks xmlns:a="http://schemas.openxmlformats.org/drawingml/2006/main" noGrp="1"/>
          </p:cNvSpPr>
          <p:nvPr/>
        </p:nvSpPr>
        <p:spPr>
          <a:xfrm xmlns:a="http://schemas.openxmlformats.org/drawingml/2006/main">
            <a:off x="552450" y="295275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27" name="text-0041">
            <a:extLst xmlns:a="http://schemas.openxmlformats.org/drawingml/2006/main">
              <a:ext uri="{FF2B5EF4-FFF2-40B4-BE49-F238E27FC236}">
                <a16:creationId xmlns:a16="http://schemas.microsoft.com/office/drawing/2014/main" id="{28E44CB7-C162-4030-A415-88F77A29848A}"/>
              </a:ext>
            </a:extLst>
          </p:cNvPr>
          <p:cNvSpPr>
            <a:spLocks xmlns:a="http://schemas.openxmlformats.org/drawingml/2006/main" noGrp="1"/>
          </p:cNvSpPr>
          <p:nvPr/>
        </p:nvSpPr>
        <p:spPr>
          <a:xfrm xmlns:a="http://schemas.openxmlformats.org/drawingml/2006/main">
            <a:off x="723900" y="309562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04</a:t>
            </a:r>
          </a:p>
        </p:txBody>
      </p:sp>
      <p:sp>
        <p:nvSpPr>
          <p:cNvPr id="28" name="box-0042">
            <a:extLst xmlns:a="http://schemas.openxmlformats.org/drawingml/2006/main">
              <a:ext uri="{FF2B5EF4-FFF2-40B4-BE49-F238E27FC236}">
                <a16:creationId xmlns:a16="http://schemas.microsoft.com/office/drawing/2014/main" id="{A3C9029E-A716-407E-B11B-019451815599}"/>
              </a:ext>
            </a:extLst>
          </p:cNvPr>
          <p:cNvSpPr>
            <a:spLocks xmlns:a="http://schemas.openxmlformats.org/drawingml/2006/main" noGrp="1"/>
          </p:cNvSpPr>
          <p:nvPr/>
        </p:nvSpPr>
        <p:spPr>
          <a:xfrm xmlns:a="http://schemas.openxmlformats.org/drawingml/2006/main">
            <a:off x="3365500" y="309562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29" name="text-0043">
            <a:extLst xmlns:a="http://schemas.openxmlformats.org/drawingml/2006/main">
              <a:ext uri="{FF2B5EF4-FFF2-40B4-BE49-F238E27FC236}">
                <a16:creationId xmlns:a16="http://schemas.microsoft.com/office/drawing/2014/main" id="{F96D5D70-105A-4A8F-8F8E-DA97B8DEA97B}"/>
              </a:ext>
            </a:extLst>
          </p:cNvPr>
          <p:cNvSpPr>
            <a:spLocks xmlns:a="http://schemas.openxmlformats.org/drawingml/2006/main" noGrp="1"/>
          </p:cNvSpPr>
          <p:nvPr/>
        </p:nvSpPr>
        <p:spPr>
          <a:xfrm xmlns:a="http://schemas.openxmlformats.org/drawingml/2006/main">
            <a:off x="3441700" y="312420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16分</a:t>
            </a:r>
          </a:p>
        </p:txBody>
      </p:sp>
      <p:sp>
        <p:nvSpPr>
          <p:cNvPr id="30" name="text-0044">
            <a:extLst xmlns:a="http://schemas.openxmlformats.org/drawingml/2006/main">
              <a:ext uri="{FF2B5EF4-FFF2-40B4-BE49-F238E27FC236}">
                <a16:creationId xmlns:a16="http://schemas.microsoft.com/office/drawing/2014/main" id="{CFE89201-2811-4544-B183-CF9E92175535}"/>
              </a:ext>
            </a:extLst>
          </p:cNvPr>
          <p:cNvSpPr>
            <a:spLocks xmlns:a="http://schemas.openxmlformats.org/drawingml/2006/main" noGrp="1"/>
          </p:cNvSpPr>
          <p:nvPr/>
        </p:nvSpPr>
        <p:spPr>
          <a:xfrm xmlns:a="http://schemas.openxmlformats.org/drawingml/2006/main">
            <a:off x="723900" y="348615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整理の仕事を正確に渡す</a:t>
            </a:r>
          </a:p>
        </p:txBody>
      </p:sp>
      <p:sp>
        <p:nvSpPr>
          <p:cNvPr id="31" name="text-0045">
            <a:extLst xmlns:a="http://schemas.openxmlformats.org/drawingml/2006/main">
              <a:ext uri="{FF2B5EF4-FFF2-40B4-BE49-F238E27FC236}">
                <a16:creationId xmlns:a16="http://schemas.microsoft.com/office/drawing/2014/main" id="{80EF9325-B657-4047-ADA9-6A7F9AB04DDF}"/>
              </a:ext>
            </a:extLst>
          </p:cNvPr>
          <p:cNvSpPr>
            <a:spLocks xmlns:a="http://schemas.openxmlformats.org/drawingml/2006/main" noGrp="1"/>
          </p:cNvSpPr>
          <p:nvPr/>
        </p:nvSpPr>
        <p:spPr>
          <a:xfrm xmlns:a="http://schemas.openxmlformats.org/drawingml/2006/main">
            <a:off x="723900" y="398145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成果物｜整理指示テンプレート</a:t>
            </a:r>
          </a:p>
        </p:txBody>
      </p:sp>
      <p:sp>
        <p:nvSpPr>
          <p:cNvPr id="32" name="box-0046">
            <a:extLst xmlns:a="http://schemas.openxmlformats.org/drawingml/2006/main">
              <a:ext uri="{FF2B5EF4-FFF2-40B4-BE49-F238E27FC236}">
                <a16:creationId xmlns:a16="http://schemas.microsoft.com/office/drawing/2014/main" id="{4B780E34-529C-4A26-B8EF-9040A5565031}"/>
              </a:ext>
            </a:extLst>
          </p:cNvPr>
          <p:cNvSpPr>
            <a:spLocks xmlns:a="http://schemas.openxmlformats.org/drawingml/2006/main" noGrp="1"/>
          </p:cNvSpPr>
          <p:nvPr/>
        </p:nvSpPr>
        <p:spPr>
          <a:xfrm xmlns:a="http://schemas.openxmlformats.org/drawingml/2006/main">
            <a:off x="4279900" y="295275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33" name="text-0047">
            <a:extLst xmlns:a="http://schemas.openxmlformats.org/drawingml/2006/main">
              <a:ext uri="{FF2B5EF4-FFF2-40B4-BE49-F238E27FC236}">
                <a16:creationId xmlns:a16="http://schemas.microsoft.com/office/drawing/2014/main" id="{C7DF3410-6D23-4B34-8434-7E319E910DCD}"/>
              </a:ext>
            </a:extLst>
          </p:cNvPr>
          <p:cNvSpPr>
            <a:spLocks xmlns:a="http://schemas.openxmlformats.org/drawingml/2006/main" noGrp="1"/>
          </p:cNvSpPr>
          <p:nvPr/>
        </p:nvSpPr>
        <p:spPr>
          <a:xfrm xmlns:a="http://schemas.openxmlformats.org/drawingml/2006/main">
            <a:off x="4451350" y="309562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05</a:t>
            </a:r>
          </a:p>
        </p:txBody>
      </p:sp>
      <p:sp>
        <p:nvSpPr>
          <p:cNvPr id="34" name="box-0048">
            <a:extLst xmlns:a="http://schemas.openxmlformats.org/drawingml/2006/main">
              <a:ext uri="{FF2B5EF4-FFF2-40B4-BE49-F238E27FC236}">
                <a16:creationId xmlns:a16="http://schemas.microsoft.com/office/drawing/2014/main" id="{69A29CCE-9CED-4426-9009-FA78FF1497F6}"/>
              </a:ext>
            </a:extLst>
          </p:cNvPr>
          <p:cNvSpPr>
            <a:spLocks xmlns:a="http://schemas.openxmlformats.org/drawingml/2006/main" noGrp="1"/>
          </p:cNvSpPr>
          <p:nvPr/>
        </p:nvSpPr>
        <p:spPr>
          <a:xfrm xmlns:a="http://schemas.openxmlformats.org/drawingml/2006/main">
            <a:off x="7092950" y="309562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35" name="text-0049">
            <a:extLst xmlns:a="http://schemas.openxmlformats.org/drawingml/2006/main">
              <a:ext uri="{FF2B5EF4-FFF2-40B4-BE49-F238E27FC236}">
                <a16:creationId xmlns:a16="http://schemas.microsoft.com/office/drawing/2014/main" id="{16A7620C-76A1-4C55-B293-EDAE7460C0AB}"/>
              </a:ext>
            </a:extLst>
          </p:cNvPr>
          <p:cNvSpPr>
            <a:spLocks xmlns:a="http://schemas.openxmlformats.org/drawingml/2006/main" noGrp="1"/>
          </p:cNvSpPr>
          <p:nvPr/>
        </p:nvSpPr>
        <p:spPr>
          <a:xfrm xmlns:a="http://schemas.openxmlformats.org/drawingml/2006/main">
            <a:off x="7169150" y="312420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19分</a:t>
            </a:r>
          </a:p>
        </p:txBody>
      </p:sp>
      <p:sp>
        <p:nvSpPr>
          <p:cNvPr id="36" name="text-0050">
            <a:extLst xmlns:a="http://schemas.openxmlformats.org/drawingml/2006/main">
              <a:ext uri="{FF2B5EF4-FFF2-40B4-BE49-F238E27FC236}">
                <a16:creationId xmlns:a16="http://schemas.microsoft.com/office/drawing/2014/main" id="{7D6A2638-FF93-4902-8708-79811C3C9B8D}"/>
              </a:ext>
            </a:extLst>
          </p:cNvPr>
          <p:cNvSpPr>
            <a:spLocks xmlns:a="http://schemas.openxmlformats.org/drawingml/2006/main" noGrp="1"/>
          </p:cNvSpPr>
          <p:nvPr/>
        </p:nvSpPr>
        <p:spPr>
          <a:xfrm xmlns:a="http://schemas.openxmlformats.org/drawingml/2006/main">
            <a:off x="4451350" y="348615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代表ケースで一連の流れを確認</a:t>
            </a:r>
          </a:p>
        </p:txBody>
      </p:sp>
      <p:sp>
        <p:nvSpPr>
          <p:cNvPr id="37" name="text-0051">
            <a:extLst xmlns:a="http://schemas.openxmlformats.org/drawingml/2006/main">
              <a:ext uri="{FF2B5EF4-FFF2-40B4-BE49-F238E27FC236}">
                <a16:creationId xmlns:a16="http://schemas.microsoft.com/office/drawing/2014/main" id="{1478B313-9E27-4316-BC61-4E692993E643}"/>
              </a:ext>
            </a:extLst>
          </p:cNvPr>
          <p:cNvSpPr>
            <a:spLocks xmlns:a="http://schemas.openxmlformats.org/drawingml/2006/main" noGrp="1"/>
          </p:cNvSpPr>
          <p:nvPr/>
        </p:nvSpPr>
        <p:spPr>
          <a:xfrm xmlns:a="http://schemas.openxmlformats.org/drawingml/2006/main">
            <a:off x="4451350" y="398145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成果物｜構造化商談記録</a:t>
            </a:r>
          </a:p>
        </p:txBody>
      </p:sp>
      <p:sp>
        <p:nvSpPr>
          <p:cNvPr id="38" name="box-0052">
            <a:extLst xmlns:a="http://schemas.openxmlformats.org/drawingml/2006/main">
              <a:ext uri="{FF2B5EF4-FFF2-40B4-BE49-F238E27FC236}">
                <a16:creationId xmlns:a16="http://schemas.microsoft.com/office/drawing/2014/main" id="{9F9B432C-5FBB-45E6-A786-605819F22978}"/>
              </a:ext>
            </a:extLst>
          </p:cNvPr>
          <p:cNvSpPr>
            <a:spLocks xmlns:a="http://schemas.openxmlformats.org/drawingml/2006/main" noGrp="1"/>
          </p:cNvSpPr>
          <p:nvPr/>
        </p:nvSpPr>
        <p:spPr>
          <a:xfrm xmlns:a="http://schemas.openxmlformats.org/drawingml/2006/main">
            <a:off x="8007350" y="295275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39" name="text-0053">
            <a:extLst xmlns:a="http://schemas.openxmlformats.org/drawingml/2006/main">
              <a:ext uri="{FF2B5EF4-FFF2-40B4-BE49-F238E27FC236}">
                <a16:creationId xmlns:a16="http://schemas.microsoft.com/office/drawing/2014/main" id="{B5CA19F0-AA65-4D37-AC63-0A35ECDFD95C}"/>
              </a:ext>
            </a:extLst>
          </p:cNvPr>
          <p:cNvSpPr>
            <a:spLocks xmlns:a="http://schemas.openxmlformats.org/drawingml/2006/main" noGrp="1"/>
          </p:cNvSpPr>
          <p:nvPr/>
        </p:nvSpPr>
        <p:spPr>
          <a:xfrm xmlns:a="http://schemas.openxmlformats.org/drawingml/2006/main">
            <a:off x="8178800" y="309562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06</a:t>
            </a:r>
          </a:p>
        </p:txBody>
      </p:sp>
      <p:sp>
        <p:nvSpPr>
          <p:cNvPr id="40" name="box-0054">
            <a:extLst xmlns:a="http://schemas.openxmlformats.org/drawingml/2006/main">
              <a:ext uri="{FF2B5EF4-FFF2-40B4-BE49-F238E27FC236}">
                <a16:creationId xmlns:a16="http://schemas.microsoft.com/office/drawing/2014/main" id="{B2350FB3-186D-455F-B916-CCC6167EDD8D}"/>
              </a:ext>
            </a:extLst>
          </p:cNvPr>
          <p:cNvSpPr>
            <a:spLocks xmlns:a="http://schemas.openxmlformats.org/drawingml/2006/main" noGrp="1"/>
          </p:cNvSpPr>
          <p:nvPr/>
        </p:nvSpPr>
        <p:spPr>
          <a:xfrm xmlns:a="http://schemas.openxmlformats.org/drawingml/2006/main">
            <a:off x="10820400" y="309562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41" name="text-0055">
            <a:extLst xmlns:a="http://schemas.openxmlformats.org/drawingml/2006/main">
              <a:ext uri="{FF2B5EF4-FFF2-40B4-BE49-F238E27FC236}">
                <a16:creationId xmlns:a16="http://schemas.microsoft.com/office/drawing/2014/main" id="{F60A60DA-39A2-4EC1-9D47-006048AD147A}"/>
              </a:ext>
            </a:extLst>
          </p:cNvPr>
          <p:cNvSpPr>
            <a:spLocks xmlns:a="http://schemas.openxmlformats.org/drawingml/2006/main" noGrp="1"/>
          </p:cNvSpPr>
          <p:nvPr/>
        </p:nvSpPr>
        <p:spPr>
          <a:xfrm xmlns:a="http://schemas.openxmlformats.org/drawingml/2006/main">
            <a:off x="10896600" y="312420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13分</a:t>
            </a:r>
          </a:p>
        </p:txBody>
      </p:sp>
      <p:sp>
        <p:nvSpPr>
          <p:cNvPr id="42" name="text-0056">
            <a:extLst xmlns:a="http://schemas.openxmlformats.org/drawingml/2006/main">
              <a:ext uri="{FF2B5EF4-FFF2-40B4-BE49-F238E27FC236}">
                <a16:creationId xmlns:a16="http://schemas.microsoft.com/office/drawing/2014/main" id="{7BA527DD-9246-43AB-A3CC-7CDB8604A82A}"/>
              </a:ext>
            </a:extLst>
          </p:cNvPr>
          <p:cNvSpPr>
            <a:spLocks xmlns:a="http://schemas.openxmlformats.org/drawingml/2006/main" noGrp="1"/>
          </p:cNvSpPr>
          <p:nvPr/>
        </p:nvSpPr>
        <p:spPr>
          <a:xfrm xmlns:a="http://schemas.openxmlformats.org/drawingml/2006/main">
            <a:off x="8178800" y="348615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AIの間違いを見抜き、直す</a:t>
            </a:r>
          </a:p>
        </p:txBody>
      </p:sp>
      <p:sp>
        <p:nvSpPr>
          <p:cNvPr id="43" name="text-0057">
            <a:extLst xmlns:a="http://schemas.openxmlformats.org/drawingml/2006/main">
              <a:ext uri="{FF2B5EF4-FFF2-40B4-BE49-F238E27FC236}">
                <a16:creationId xmlns:a16="http://schemas.microsoft.com/office/drawing/2014/main" id="{8EA8C184-CDBC-41D6-AD9F-FF13D5B086F7}"/>
              </a:ext>
            </a:extLst>
          </p:cNvPr>
          <p:cNvSpPr>
            <a:spLocks xmlns:a="http://schemas.openxmlformats.org/drawingml/2006/main" noGrp="1"/>
          </p:cNvSpPr>
          <p:nvPr/>
        </p:nvSpPr>
        <p:spPr>
          <a:xfrm xmlns:a="http://schemas.openxmlformats.org/drawingml/2006/main">
            <a:off x="8178800" y="398145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成果物｜原文照合チェック</a:t>
            </a:r>
          </a:p>
        </p:txBody>
      </p:sp>
      <p:sp>
        <p:nvSpPr>
          <p:cNvPr id="44" name="box-0058">
            <a:extLst xmlns:a="http://schemas.openxmlformats.org/drawingml/2006/main">
              <a:ext uri="{FF2B5EF4-FFF2-40B4-BE49-F238E27FC236}">
                <a16:creationId xmlns:a16="http://schemas.microsoft.com/office/drawing/2014/main" id="{C10B9887-0B0B-4F1D-9B2C-10DE0EFE48EA}"/>
              </a:ext>
            </a:extLst>
          </p:cNvPr>
          <p:cNvSpPr>
            <a:spLocks xmlns:a="http://schemas.openxmlformats.org/drawingml/2006/main" noGrp="1"/>
          </p:cNvSpPr>
          <p:nvPr/>
        </p:nvSpPr>
        <p:spPr>
          <a:xfrm xmlns:a="http://schemas.openxmlformats.org/drawingml/2006/main">
            <a:off x="552450" y="449580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45" name="text-0059">
            <a:extLst xmlns:a="http://schemas.openxmlformats.org/drawingml/2006/main">
              <a:ext uri="{FF2B5EF4-FFF2-40B4-BE49-F238E27FC236}">
                <a16:creationId xmlns:a16="http://schemas.microsoft.com/office/drawing/2014/main" id="{E9B027E8-7570-4D30-8E34-979AAE451AA8}"/>
              </a:ext>
            </a:extLst>
          </p:cNvPr>
          <p:cNvSpPr>
            <a:spLocks xmlns:a="http://schemas.openxmlformats.org/drawingml/2006/main" noGrp="1"/>
          </p:cNvSpPr>
          <p:nvPr/>
        </p:nvSpPr>
        <p:spPr>
          <a:xfrm xmlns:a="http://schemas.openxmlformats.org/drawingml/2006/main">
            <a:off x="723900" y="46386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07</a:t>
            </a:r>
          </a:p>
        </p:txBody>
      </p:sp>
      <p:sp>
        <p:nvSpPr>
          <p:cNvPr id="46" name="box-0060">
            <a:extLst xmlns:a="http://schemas.openxmlformats.org/drawingml/2006/main">
              <a:ext uri="{FF2B5EF4-FFF2-40B4-BE49-F238E27FC236}">
                <a16:creationId xmlns:a16="http://schemas.microsoft.com/office/drawing/2014/main" id="{45E836C7-D9FA-4BF5-8152-C2A16D3231E5}"/>
              </a:ext>
            </a:extLst>
          </p:cNvPr>
          <p:cNvSpPr>
            <a:spLocks xmlns:a="http://schemas.openxmlformats.org/drawingml/2006/main" noGrp="1"/>
          </p:cNvSpPr>
          <p:nvPr/>
        </p:nvSpPr>
        <p:spPr>
          <a:xfrm xmlns:a="http://schemas.openxmlformats.org/drawingml/2006/main">
            <a:off x="3365500" y="46386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47" name="text-0061">
            <a:extLst xmlns:a="http://schemas.openxmlformats.org/drawingml/2006/main">
              <a:ext uri="{FF2B5EF4-FFF2-40B4-BE49-F238E27FC236}">
                <a16:creationId xmlns:a16="http://schemas.microsoft.com/office/drawing/2014/main" id="{7C9BF2D2-730E-403B-B947-C1E9AC0F7F0B}"/>
              </a:ext>
            </a:extLst>
          </p:cNvPr>
          <p:cNvSpPr>
            <a:spLocks xmlns:a="http://schemas.openxmlformats.org/drawingml/2006/main" noGrp="1"/>
          </p:cNvSpPr>
          <p:nvPr/>
        </p:nvSpPr>
        <p:spPr>
          <a:xfrm xmlns:a="http://schemas.openxmlformats.org/drawingml/2006/main">
            <a:off x="3441700" y="46672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8分</a:t>
            </a:r>
          </a:p>
        </p:txBody>
      </p:sp>
      <p:sp>
        <p:nvSpPr>
          <p:cNvPr id="48" name="text-0062">
            <a:extLst xmlns:a="http://schemas.openxmlformats.org/drawingml/2006/main">
              <a:ext uri="{FF2B5EF4-FFF2-40B4-BE49-F238E27FC236}">
                <a16:creationId xmlns:a16="http://schemas.microsoft.com/office/drawing/2014/main" id="{574A4720-9C62-43FB-A9BF-F50018623C8A}"/>
              </a:ext>
            </a:extLst>
          </p:cNvPr>
          <p:cNvSpPr>
            <a:spLocks xmlns:a="http://schemas.openxmlformats.org/drawingml/2006/main" noGrp="1"/>
          </p:cNvSpPr>
          <p:nvPr/>
        </p:nvSpPr>
        <p:spPr>
          <a:xfrm xmlns:a="http://schemas.openxmlformats.org/drawingml/2006/main">
            <a:off x="723900" y="50292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5領域へ展開する</a:t>
            </a:r>
          </a:p>
        </p:txBody>
      </p:sp>
      <p:sp>
        <p:nvSpPr>
          <p:cNvPr id="49" name="text-0063">
            <a:extLst xmlns:a="http://schemas.openxmlformats.org/drawingml/2006/main">
              <a:ext uri="{FF2B5EF4-FFF2-40B4-BE49-F238E27FC236}">
                <a16:creationId xmlns:a16="http://schemas.microsoft.com/office/drawing/2014/main" id="{C8388B98-6FEA-45FE-8562-36700341148A}"/>
              </a:ext>
            </a:extLst>
          </p:cNvPr>
          <p:cNvSpPr>
            <a:spLocks xmlns:a="http://schemas.openxmlformats.org/drawingml/2006/main" noGrp="1"/>
          </p:cNvSpPr>
          <p:nvPr/>
        </p:nvSpPr>
        <p:spPr>
          <a:xfrm xmlns:a="http://schemas.openxmlformats.org/drawingml/2006/main">
            <a:off x="723900" y="55245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成果物｜領域別の使い分け</a:t>
            </a:r>
          </a:p>
        </p:txBody>
      </p:sp>
      <p:sp>
        <p:nvSpPr>
          <p:cNvPr id="50" name="box-0064">
            <a:extLst xmlns:a="http://schemas.openxmlformats.org/drawingml/2006/main">
              <a:ext uri="{FF2B5EF4-FFF2-40B4-BE49-F238E27FC236}">
                <a16:creationId xmlns:a16="http://schemas.microsoft.com/office/drawing/2014/main" id="{F0B87C45-8AE7-4CA2-9831-E672FCF4E348}"/>
              </a:ext>
            </a:extLst>
          </p:cNvPr>
          <p:cNvSpPr>
            <a:spLocks xmlns:a="http://schemas.openxmlformats.org/drawingml/2006/main" noGrp="1"/>
          </p:cNvSpPr>
          <p:nvPr/>
        </p:nvSpPr>
        <p:spPr>
          <a:xfrm xmlns:a="http://schemas.openxmlformats.org/drawingml/2006/main">
            <a:off x="4279900" y="449580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51" name="text-0065">
            <a:extLst xmlns:a="http://schemas.openxmlformats.org/drawingml/2006/main">
              <a:ext uri="{FF2B5EF4-FFF2-40B4-BE49-F238E27FC236}">
                <a16:creationId xmlns:a16="http://schemas.microsoft.com/office/drawing/2014/main" id="{69120BEF-4F0B-4251-9E37-D9B78BD68B55}"/>
              </a:ext>
            </a:extLst>
          </p:cNvPr>
          <p:cNvSpPr>
            <a:spLocks xmlns:a="http://schemas.openxmlformats.org/drawingml/2006/main" noGrp="1"/>
          </p:cNvSpPr>
          <p:nvPr/>
        </p:nvSpPr>
        <p:spPr>
          <a:xfrm xmlns:a="http://schemas.openxmlformats.org/drawingml/2006/main">
            <a:off x="4451350" y="46386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08</a:t>
            </a:r>
          </a:p>
        </p:txBody>
      </p:sp>
      <p:sp>
        <p:nvSpPr>
          <p:cNvPr id="52" name="box-0066">
            <a:extLst xmlns:a="http://schemas.openxmlformats.org/drawingml/2006/main">
              <a:ext uri="{FF2B5EF4-FFF2-40B4-BE49-F238E27FC236}">
                <a16:creationId xmlns:a16="http://schemas.microsoft.com/office/drawing/2014/main" id="{0CA17937-8835-4C62-A15B-7BD992AE0C99}"/>
              </a:ext>
            </a:extLst>
          </p:cNvPr>
          <p:cNvSpPr>
            <a:spLocks xmlns:a="http://schemas.openxmlformats.org/drawingml/2006/main" noGrp="1"/>
          </p:cNvSpPr>
          <p:nvPr/>
        </p:nvSpPr>
        <p:spPr>
          <a:xfrm xmlns:a="http://schemas.openxmlformats.org/drawingml/2006/main">
            <a:off x="7092950" y="46386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53" name="text-0067">
            <a:extLst xmlns:a="http://schemas.openxmlformats.org/drawingml/2006/main">
              <a:ext uri="{FF2B5EF4-FFF2-40B4-BE49-F238E27FC236}">
                <a16:creationId xmlns:a16="http://schemas.microsoft.com/office/drawing/2014/main" id="{FA5E25B3-7E15-433C-A443-DBA88D903916}"/>
              </a:ext>
            </a:extLst>
          </p:cNvPr>
          <p:cNvSpPr>
            <a:spLocks xmlns:a="http://schemas.openxmlformats.org/drawingml/2006/main" noGrp="1"/>
          </p:cNvSpPr>
          <p:nvPr/>
        </p:nvSpPr>
        <p:spPr>
          <a:xfrm xmlns:a="http://schemas.openxmlformats.org/drawingml/2006/main">
            <a:off x="7169150" y="46672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22分</a:t>
            </a:r>
          </a:p>
        </p:txBody>
      </p:sp>
      <p:sp>
        <p:nvSpPr>
          <p:cNvPr id="54" name="text-0068">
            <a:extLst xmlns:a="http://schemas.openxmlformats.org/drawingml/2006/main">
              <a:ext uri="{FF2B5EF4-FFF2-40B4-BE49-F238E27FC236}">
                <a16:creationId xmlns:a16="http://schemas.microsoft.com/office/drawing/2014/main" id="{7D40B63B-ABC0-4DD0-AEA2-369726E99418}"/>
              </a:ext>
            </a:extLst>
          </p:cNvPr>
          <p:cNvSpPr>
            <a:spLocks xmlns:a="http://schemas.openxmlformats.org/drawingml/2006/main" noGrp="1"/>
          </p:cNvSpPr>
          <p:nvPr/>
        </p:nvSpPr>
        <p:spPr>
          <a:xfrm xmlns:a="http://schemas.openxmlformats.org/drawingml/2006/main">
            <a:off x="4451350" y="50292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選択式演習</a:t>
            </a:r>
          </a:p>
        </p:txBody>
      </p:sp>
      <p:sp>
        <p:nvSpPr>
          <p:cNvPr id="55" name="text-0069">
            <a:extLst xmlns:a="http://schemas.openxmlformats.org/drawingml/2006/main">
              <a:ext uri="{FF2B5EF4-FFF2-40B4-BE49-F238E27FC236}">
                <a16:creationId xmlns:a16="http://schemas.microsoft.com/office/drawing/2014/main" id="{581F94BF-BA8B-4CF7-8868-CB4DCA7C626F}"/>
              </a:ext>
            </a:extLst>
          </p:cNvPr>
          <p:cNvSpPr>
            <a:spLocks xmlns:a="http://schemas.openxmlformats.org/drawingml/2006/main" noGrp="1"/>
          </p:cNvSpPr>
          <p:nvPr/>
        </p:nvSpPr>
        <p:spPr>
          <a:xfrm xmlns:a="http://schemas.openxmlformats.org/drawingml/2006/main">
            <a:off x="4451350" y="55245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成果物｜構造化記録・質問リスト</a:t>
            </a:r>
          </a:p>
        </p:txBody>
      </p:sp>
      <p:sp>
        <p:nvSpPr>
          <p:cNvPr id="56" name="box-0070">
            <a:extLst xmlns:a="http://schemas.openxmlformats.org/drawingml/2006/main">
              <a:ext uri="{FF2B5EF4-FFF2-40B4-BE49-F238E27FC236}">
                <a16:creationId xmlns:a16="http://schemas.microsoft.com/office/drawing/2014/main" id="{F424037A-ACE8-4C3B-BBD7-2D47AE3B1BCB}"/>
              </a:ext>
            </a:extLst>
          </p:cNvPr>
          <p:cNvSpPr>
            <a:spLocks xmlns:a="http://schemas.openxmlformats.org/drawingml/2006/main" noGrp="1"/>
          </p:cNvSpPr>
          <p:nvPr/>
        </p:nvSpPr>
        <p:spPr>
          <a:xfrm xmlns:a="http://schemas.openxmlformats.org/drawingml/2006/main">
            <a:off x="8007350" y="4495800"/>
            <a:ext cx="3594100" cy="1409700"/>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9525">
            <a:solidFill>
              <a:srgbClr val="D6E1E8"/>
            </a:solidFill>
            <a:prstDash val="solid"/>
          </a:ln>
        </p:spPr>
      </p:sp>
      <p:sp>
        <p:nvSpPr>
          <p:cNvPr id="57" name="text-0071">
            <a:extLst xmlns:a="http://schemas.openxmlformats.org/drawingml/2006/main">
              <a:ext uri="{FF2B5EF4-FFF2-40B4-BE49-F238E27FC236}">
                <a16:creationId xmlns:a16="http://schemas.microsoft.com/office/drawing/2014/main" id="{E434241A-AB70-4A4B-843F-B4A3E2E97E35}"/>
              </a:ext>
            </a:extLst>
          </p:cNvPr>
          <p:cNvSpPr>
            <a:spLocks xmlns:a="http://schemas.openxmlformats.org/drawingml/2006/main" noGrp="1"/>
          </p:cNvSpPr>
          <p:nvPr/>
        </p:nvSpPr>
        <p:spPr>
          <a:xfrm xmlns:a="http://schemas.openxmlformats.org/drawingml/2006/main">
            <a:off x="8178800" y="46386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97222"/>
          </a:bodyPr>
          <a:lstStyle xmlns:a="http://schemas.openxmlformats.org/drawingml/2006/main"/>
          <a:p xmlns:a="http://schemas.openxmlformats.org/drawingml/2006/main">
            <a:pPr algn="l">
              <a:defRPr sz="1800" b="1">
                <a:solidFill>
                  <a:srgbClr val="138E89"/>
                </a:solidFill>
                <a:latin typeface="Hiragino Sans"/>
                <a:ea typeface="Hiragino Sans"/>
                <a:cs typeface="Hiragino Sans"/>
              </a:defRPr>
            </a:pPr>
            <a:r>
              <a:rPr sz="1800" b="1">
                <a:solidFill>
                  <a:srgbClr val="138E89"/>
                </a:solidFill>
                <a:latin typeface="Hiragino Sans"/>
                <a:ea typeface="Hiragino Sans"/>
                <a:cs typeface="Hiragino Sans"/>
              </a:rPr>
              <a:t>09</a:t>
            </a:r>
          </a:p>
        </p:txBody>
      </p:sp>
      <p:sp>
        <p:nvSpPr>
          <p:cNvPr id="58" name="box-0072">
            <a:extLst xmlns:a="http://schemas.openxmlformats.org/drawingml/2006/main">
              <a:ext uri="{FF2B5EF4-FFF2-40B4-BE49-F238E27FC236}">
                <a16:creationId xmlns:a16="http://schemas.microsoft.com/office/drawing/2014/main" id="{FD2F4555-C6D2-4330-A318-2D96D57187F2}"/>
              </a:ext>
            </a:extLst>
          </p:cNvPr>
          <p:cNvSpPr>
            <a:spLocks xmlns:a="http://schemas.openxmlformats.org/drawingml/2006/main" noGrp="1"/>
          </p:cNvSpPr>
          <p:nvPr/>
        </p:nvSpPr>
        <p:spPr>
          <a:xfrm xmlns:a="http://schemas.openxmlformats.org/drawingml/2006/main">
            <a:off x="10820400" y="4638675"/>
            <a:ext cx="609600" cy="285750"/>
          </a:xfrm>
          <a:prstGeom xmlns:a="http://schemas.openxmlformats.org/drawingml/2006/main" prst="roundRect">
            <a:avLst>
              <a:gd name="adj" fmla="val 50000"/>
            </a:avLst>
          </a:prstGeom>
          <a:solidFill xmlns:a="http://schemas.openxmlformats.org/drawingml/2006/main">
            <a:srgbClr val="EEF4F8"/>
          </a:solidFill>
          <a:ln xmlns:a="http://schemas.openxmlformats.org/drawingml/2006/main" w="0">
            <a:noFill/>
            <a:prstDash val="solid"/>
          </a:ln>
        </p:spPr>
      </p:sp>
      <p:sp>
        <p:nvSpPr>
          <p:cNvPr id="59" name="text-0073">
            <a:extLst xmlns:a="http://schemas.openxmlformats.org/drawingml/2006/main">
              <a:ext uri="{FF2B5EF4-FFF2-40B4-BE49-F238E27FC236}">
                <a16:creationId xmlns:a16="http://schemas.microsoft.com/office/drawing/2014/main" id="{43C2C489-1899-44E6-AC2A-E3FC915DB433}"/>
              </a:ext>
            </a:extLst>
          </p:cNvPr>
          <p:cNvSpPr>
            <a:spLocks xmlns:a="http://schemas.openxmlformats.org/drawingml/2006/main" noGrp="1"/>
          </p:cNvSpPr>
          <p:nvPr/>
        </p:nvSpPr>
        <p:spPr>
          <a:xfrm xmlns:a="http://schemas.openxmlformats.org/drawingml/2006/main">
            <a:off x="10896600" y="4667250"/>
            <a:ext cx="457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234E68"/>
                </a:solidFill>
                <a:latin typeface="Hiragino Sans"/>
                <a:ea typeface="Hiragino Sans"/>
                <a:cs typeface="Hiragino Sans"/>
              </a:defRPr>
            </a:pPr>
            <a:r>
              <a:rPr sz="900" b="1">
                <a:solidFill>
                  <a:srgbClr val="234E68"/>
                </a:solidFill>
                <a:latin typeface="Hiragino Sans"/>
                <a:ea typeface="Hiragino Sans"/>
                <a:cs typeface="Hiragino Sans"/>
              </a:rPr>
              <a:t>7分</a:t>
            </a:r>
          </a:p>
        </p:txBody>
      </p:sp>
      <p:sp>
        <p:nvSpPr>
          <p:cNvPr id="60" name="text-0074">
            <a:extLst xmlns:a="http://schemas.openxmlformats.org/drawingml/2006/main">
              <a:ext uri="{FF2B5EF4-FFF2-40B4-BE49-F238E27FC236}">
                <a16:creationId xmlns:a16="http://schemas.microsoft.com/office/drawing/2014/main" id="{9E76A06E-BE5C-41CD-A3A5-C1C9250A8E0A}"/>
              </a:ext>
            </a:extLst>
          </p:cNvPr>
          <p:cNvSpPr>
            <a:spLocks xmlns:a="http://schemas.openxmlformats.org/drawingml/2006/main" noGrp="1"/>
          </p:cNvSpPr>
          <p:nvPr/>
        </p:nvSpPr>
        <p:spPr>
          <a:xfrm xmlns:a="http://schemas.openxmlformats.org/drawingml/2006/main">
            <a:off x="8178800" y="5029200"/>
            <a:ext cx="325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確認問題と振り返り</a:t>
            </a:r>
          </a:p>
        </p:txBody>
      </p:sp>
      <p:sp>
        <p:nvSpPr>
          <p:cNvPr id="61" name="text-0075">
            <a:extLst xmlns:a="http://schemas.openxmlformats.org/drawingml/2006/main">
              <a:ext uri="{FF2B5EF4-FFF2-40B4-BE49-F238E27FC236}">
                <a16:creationId xmlns:a16="http://schemas.microsoft.com/office/drawing/2014/main" id="{04E072E9-CB64-461F-9C19-5527A6E4BF38}"/>
              </a:ext>
            </a:extLst>
          </p:cNvPr>
          <p:cNvSpPr>
            <a:spLocks xmlns:a="http://schemas.openxmlformats.org/drawingml/2006/main" noGrp="1"/>
          </p:cNvSpPr>
          <p:nvPr/>
        </p:nvSpPr>
        <p:spPr>
          <a:xfrm xmlns:a="http://schemas.openxmlformats.org/drawingml/2006/main">
            <a:off x="8178800" y="5524500"/>
            <a:ext cx="3251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00" b="0">
                <a:solidFill>
                  <a:srgbClr val="647988"/>
                </a:solidFill>
                <a:latin typeface="Hiragino Sans"/>
                <a:ea typeface="Hiragino Sans"/>
                <a:cs typeface="Hiragino Sans"/>
              </a:defRPr>
            </a:pPr>
            <a:r>
              <a:rPr sz="900" b="0">
                <a:solidFill>
                  <a:srgbClr val="647988"/>
                </a:solidFill>
                <a:latin typeface="Hiragino Sans"/>
                <a:ea typeface="Hiragino Sans"/>
                <a:cs typeface="Hiragino Sans"/>
              </a:rPr>
              <a:t>成果物｜実務適用チェック</a:t>
            </a:r>
          </a:p>
        </p:txBody>
      </p:sp>
    </p:spTree>
    <p:extLst>
      <p:ext uri="{BB962C8B-B14F-4D97-AF65-F5344CB8AC3E}">
        <p14:creationId xmlns:p14="http://schemas.microsoft.com/office/powerpoint/2010/main" val="1940812547"/>
      </p:ext>
    </p:extLst>
  </p:cSld>
</p:sld>
</file>

<file path=ppt/slides/slide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8" name="box-0076">
            <a:extLst xmlns:a="http://schemas.openxmlformats.org/drawingml/2006/main">
              <a:ext uri="{FF2B5EF4-FFF2-40B4-BE49-F238E27FC236}">
                <a16:creationId xmlns:a16="http://schemas.microsoft.com/office/drawing/2014/main" id="{412673FF-B0B2-4DB7-9014-A3323D075B9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077">
            <a:extLst xmlns:a="http://schemas.openxmlformats.org/drawingml/2006/main">
              <a:ext uri="{FF2B5EF4-FFF2-40B4-BE49-F238E27FC236}">
                <a16:creationId xmlns:a16="http://schemas.microsoft.com/office/drawing/2014/main" id="{50E93728-3F7A-4B29-A9FD-CAE60E154C13}"/>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1  /  記録を整理する目的</a:t>
            </a:r>
          </a:p>
        </p:txBody>
      </p:sp>
      <p:sp>
        <p:nvSpPr>
          <p:cNvPr id="3" name="text-0078">
            <a:extLst xmlns:a="http://schemas.openxmlformats.org/drawingml/2006/main">
              <a:ext uri="{FF2B5EF4-FFF2-40B4-BE49-F238E27FC236}">
                <a16:creationId xmlns:a16="http://schemas.microsoft.com/office/drawing/2014/main" id="{E402C369-B3A4-48AA-8891-D1A92566245F}"/>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情報は集めただけでは、次の判断に使えない</a:t>
            </a:r>
          </a:p>
        </p:txBody>
      </p:sp>
      <p:sp>
        <p:nvSpPr>
          <p:cNvPr id="4" name="box-0079">
            <a:extLst xmlns:a="http://schemas.openxmlformats.org/drawingml/2006/main">
              <a:ext uri="{FF2B5EF4-FFF2-40B4-BE49-F238E27FC236}">
                <a16:creationId xmlns:a16="http://schemas.microsoft.com/office/drawing/2014/main" id="{DC4D59A1-249B-432F-B876-53A30421FFA0}"/>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080">
            <a:extLst xmlns:a="http://schemas.openxmlformats.org/drawingml/2006/main">
              <a:ext uri="{FF2B5EF4-FFF2-40B4-BE49-F238E27FC236}">
                <a16:creationId xmlns:a16="http://schemas.microsoft.com/office/drawing/2014/main" id="{9B1BCEE5-C0E9-47F8-84F6-ED9173B99E37}"/>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081">
            <a:extLst xmlns:a="http://schemas.openxmlformats.org/drawingml/2006/main">
              <a:ext uri="{FF2B5EF4-FFF2-40B4-BE49-F238E27FC236}">
                <a16:creationId xmlns:a16="http://schemas.microsoft.com/office/drawing/2014/main" id="{27052E40-74EF-4FCE-ADB3-3C37FEC77B00}"/>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要点｜ばらばらな記録は、読み手ごとに違う解釈を生む</a:t>
            </a:r>
          </a:p>
        </p:txBody>
      </p:sp>
      <p:sp>
        <p:nvSpPr>
          <p:cNvPr id="7" name="text-0082">
            <a:extLst xmlns:a="http://schemas.openxmlformats.org/drawingml/2006/main">
              <a:ext uri="{FF2B5EF4-FFF2-40B4-BE49-F238E27FC236}">
                <a16:creationId xmlns:a16="http://schemas.microsoft.com/office/drawing/2014/main" id="{1EF4E39D-F301-493F-8F81-D4730A2AD9D8}"/>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03</a:t>
            </a:r>
          </a:p>
        </p:txBody>
      </p:sp>
      <p:sp>
        <p:nvSpPr>
          <p:cNvPr id="8" name="box-0083">
            <a:extLst xmlns:a="http://schemas.openxmlformats.org/drawingml/2006/main">
              <a:ext uri="{FF2B5EF4-FFF2-40B4-BE49-F238E27FC236}">
                <a16:creationId xmlns:a16="http://schemas.microsoft.com/office/drawing/2014/main" id="{5BA55FE7-A53D-4E8C-AA05-6DC2493AA728}"/>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084">
            <a:extLst xmlns:a="http://schemas.openxmlformats.org/drawingml/2006/main">
              <a:ext uri="{FF2B5EF4-FFF2-40B4-BE49-F238E27FC236}">
                <a16:creationId xmlns:a16="http://schemas.microsoft.com/office/drawing/2014/main" id="{C0D7EEDC-2345-4ACC-B449-F75FF0D4B930}"/>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集めた状態</a:t>
            </a:r>
          </a:p>
        </p:txBody>
      </p:sp>
      <p:sp>
        <p:nvSpPr>
          <p:cNvPr id="10" name="box-0085">
            <a:extLst xmlns:a="http://schemas.openxmlformats.org/drawingml/2006/main">
              <a:ext uri="{FF2B5EF4-FFF2-40B4-BE49-F238E27FC236}">
                <a16:creationId xmlns:a16="http://schemas.microsoft.com/office/drawing/2014/main" id="{A3D54C2B-509B-45DB-92F8-D7DE0B69CABB}"/>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086">
            <a:extLst xmlns:a="http://schemas.openxmlformats.org/drawingml/2006/main">
              <a:ext uri="{FF2B5EF4-FFF2-40B4-BE49-F238E27FC236}">
                <a16:creationId xmlns:a16="http://schemas.microsoft.com/office/drawing/2014/main" id="{71955B22-64B0-40D2-A006-4C6FFA3D7E32}"/>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087">
            <a:extLst xmlns:a="http://schemas.openxmlformats.org/drawingml/2006/main">
              <a:ext uri="{FF2B5EF4-FFF2-40B4-BE49-F238E27FC236}">
                <a16:creationId xmlns:a16="http://schemas.microsoft.com/office/drawing/2014/main" id="{0CB18E11-F7EA-49EA-9AB2-E02E67361AE8}"/>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088">
            <a:extLst xmlns:a="http://schemas.openxmlformats.org/drawingml/2006/main">
              <a:ext uri="{FF2B5EF4-FFF2-40B4-BE49-F238E27FC236}">
                <a16:creationId xmlns:a16="http://schemas.microsoft.com/office/drawing/2014/main" id="{83D18FE1-BD57-4B7E-BD73-C723B8A01E2D}"/>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会話メモ</a:t>
            </a:r>
          </a:p>
        </p:txBody>
      </p:sp>
      <p:sp>
        <p:nvSpPr>
          <p:cNvPr id="14" name="box-0089">
            <a:extLst xmlns:a="http://schemas.openxmlformats.org/drawingml/2006/main">
              <a:ext uri="{FF2B5EF4-FFF2-40B4-BE49-F238E27FC236}">
                <a16:creationId xmlns:a16="http://schemas.microsoft.com/office/drawing/2014/main" id="{3650B293-2586-4BF7-99A3-D31A411F3A52}"/>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090">
            <a:extLst xmlns:a="http://schemas.openxmlformats.org/drawingml/2006/main">
              <a:ext uri="{FF2B5EF4-FFF2-40B4-BE49-F238E27FC236}">
                <a16:creationId xmlns:a16="http://schemas.microsoft.com/office/drawing/2014/main" id="{6DD41B4C-E590-41F9-9700-6AAEFFF47632}"/>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091">
            <a:extLst xmlns:a="http://schemas.openxmlformats.org/drawingml/2006/main">
              <a:ext uri="{FF2B5EF4-FFF2-40B4-BE49-F238E27FC236}">
                <a16:creationId xmlns:a16="http://schemas.microsoft.com/office/drawing/2014/main" id="{9C273A1B-2BB7-44E0-85FE-AA23F143B530}"/>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メール</a:t>
            </a:r>
          </a:p>
        </p:txBody>
      </p:sp>
      <p:sp>
        <p:nvSpPr>
          <p:cNvPr id="17" name="box-0092">
            <a:extLst xmlns:a="http://schemas.openxmlformats.org/drawingml/2006/main">
              <a:ext uri="{FF2B5EF4-FFF2-40B4-BE49-F238E27FC236}">
                <a16:creationId xmlns:a16="http://schemas.microsoft.com/office/drawing/2014/main" id="{57B62525-4379-4072-84A0-F561F824DCE1}"/>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093">
            <a:extLst xmlns:a="http://schemas.openxmlformats.org/drawingml/2006/main">
              <a:ext uri="{FF2B5EF4-FFF2-40B4-BE49-F238E27FC236}">
                <a16:creationId xmlns:a16="http://schemas.microsoft.com/office/drawing/2014/main" id="{D53419A3-81D0-49FF-8229-6C6D0BF6C352}"/>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094">
            <a:extLst xmlns:a="http://schemas.openxmlformats.org/drawingml/2006/main">
              <a:ext uri="{FF2B5EF4-FFF2-40B4-BE49-F238E27FC236}">
                <a16:creationId xmlns:a16="http://schemas.microsoft.com/office/drawing/2014/main" id="{F170FC67-D024-4FDA-BAF0-E5C01F0E0B9C}"/>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作業記録</a:t>
            </a:r>
          </a:p>
        </p:txBody>
      </p:sp>
      <p:sp>
        <p:nvSpPr>
          <p:cNvPr id="20" name="box-0095">
            <a:extLst xmlns:a="http://schemas.openxmlformats.org/drawingml/2006/main">
              <a:ext uri="{FF2B5EF4-FFF2-40B4-BE49-F238E27FC236}">
                <a16:creationId xmlns:a16="http://schemas.microsoft.com/office/drawing/2014/main" id="{A82A4704-12E9-4C65-AF53-487C7153B56C}"/>
              </a:ext>
            </a:extLst>
          </p:cNvPr>
          <p:cNvSpPr>
            <a:spLocks xmlns:a="http://schemas.openxmlformats.org/drawingml/2006/main" noGrp="1"/>
          </p:cNvSpPr>
          <p:nvPr/>
        </p:nvSpPr>
        <p:spPr>
          <a:xfrm xmlns:a="http://schemas.openxmlformats.org/drawingml/2006/main">
            <a:off x="80010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1" name="box-0096">
            <a:extLst xmlns:a="http://schemas.openxmlformats.org/drawingml/2006/main">
              <a:ext uri="{FF2B5EF4-FFF2-40B4-BE49-F238E27FC236}">
                <a16:creationId xmlns:a16="http://schemas.microsoft.com/office/drawing/2014/main" id="{00FE513A-2150-451D-8BD5-7AF754F5D268}"/>
              </a:ext>
            </a:extLst>
          </p:cNvPr>
          <p:cNvSpPr>
            <a:spLocks xmlns:a="http://schemas.openxmlformats.org/drawingml/2006/main" noGrp="1"/>
          </p:cNvSpPr>
          <p:nvPr/>
        </p:nvSpPr>
        <p:spPr>
          <a:xfrm xmlns:a="http://schemas.openxmlformats.org/drawingml/2006/main">
            <a:off x="952500" y="50387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22" name="text-0097">
            <a:extLst xmlns:a="http://schemas.openxmlformats.org/drawingml/2006/main">
              <a:ext uri="{FF2B5EF4-FFF2-40B4-BE49-F238E27FC236}">
                <a16:creationId xmlns:a16="http://schemas.microsoft.com/office/drawing/2014/main" id="{2D92B6BC-DC7A-4A67-9602-E728246D2D37}"/>
              </a:ext>
            </a:extLst>
          </p:cNvPr>
          <p:cNvSpPr>
            <a:spLocks xmlns:a="http://schemas.openxmlformats.org/drawingml/2006/main" noGrp="1"/>
          </p:cNvSpPr>
          <p:nvPr/>
        </p:nvSpPr>
        <p:spPr>
          <a:xfrm xmlns:a="http://schemas.openxmlformats.org/drawingml/2006/main">
            <a:off x="116205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申し送り</a:t>
            </a:r>
          </a:p>
        </p:txBody>
      </p:sp>
      <p:sp>
        <p:nvSpPr>
          <p:cNvPr id="23" name="box-0098">
            <a:extLst xmlns:a="http://schemas.openxmlformats.org/drawingml/2006/main">
              <a:ext uri="{FF2B5EF4-FFF2-40B4-BE49-F238E27FC236}">
                <a16:creationId xmlns:a16="http://schemas.microsoft.com/office/drawing/2014/main" id="{66F78047-269C-4A25-B122-E0895BCF3D0F}"/>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4" name="text-0099">
            <a:extLst xmlns:a="http://schemas.openxmlformats.org/drawingml/2006/main">
              <a:ext uri="{FF2B5EF4-FFF2-40B4-BE49-F238E27FC236}">
                <a16:creationId xmlns:a16="http://schemas.microsoft.com/office/drawing/2014/main" id="{56101CB7-D5D8-4D6A-B588-8375E6B9E65E}"/>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使える状態</a:t>
            </a:r>
          </a:p>
        </p:txBody>
      </p:sp>
      <p:sp>
        <p:nvSpPr>
          <p:cNvPr id="25" name="box-0100">
            <a:extLst xmlns:a="http://schemas.openxmlformats.org/drawingml/2006/main">
              <a:ext uri="{FF2B5EF4-FFF2-40B4-BE49-F238E27FC236}">
                <a16:creationId xmlns:a16="http://schemas.microsoft.com/office/drawing/2014/main" id="{45290D7F-1A37-44AA-8528-85321F167AB0}"/>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6" name="box-0101">
            <a:extLst xmlns:a="http://schemas.openxmlformats.org/drawingml/2006/main">
              <a:ext uri="{FF2B5EF4-FFF2-40B4-BE49-F238E27FC236}">
                <a16:creationId xmlns:a16="http://schemas.microsoft.com/office/drawing/2014/main" id="{D47601D3-08A5-4B0A-B59D-742088C6D114}"/>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102">
            <a:extLst xmlns:a="http://schemas.openxmlformats.org/drawingml/2006/main">
              <a:ext uri="{FF2B5EF4-FFF2-40B4-BE49-F238E27FC236}">
                <a16:creationId xmlns:a16="http://schemas.microsoft.com/office/drawing/2014/main" id="{C310C7F6-2171-4728-817B-87DDAE27ED02}"/>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103">
            <a:extLst xmlns:a="http://schemas.openxmlformats.org/drawingml/2006/main">
              <a:ext uri="{FF2B5EF4-FFF2-40B4-BE49-F238E27FC236}">
                <a16:creationId xmlns:a16="http://schemas.microsoft.com/office/drawing/2014/main" id="{63F91B9C-40AA-442F-AC8E-5D4EB6B903CF}"/>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事実が分かる</a:t>
            </a:r>
          </a:p>
        </p:txBody>
      </p:sp>
      <p:sp>
        <p:nvSpPr>
          <p:cNvPr id="29" name="box-0104">
            <a:extLst xmlns:a="http://schemas.openxmlformats.org/drawingml/2006/main">
              <a:ext uri="{FF2B5EF4-FFF2-40B4-BE49-F238E27FC236}">
                <a16:creationId xmlns:a16="http://schemas.microsoft.com/office/drawing/2014/main" id="{B69BEBCF-C9FB-44F8-A739-533F7840349C}"/>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105">
            <a:extLst xmlns:a="http://schemas.openxmlformats.org/drawingml/2006/main">
              <a:ext uri="{FF2B5EF4-FFF2-40B4-BE49-F238E27FC236}">
                <a16:creationId xmlns:a16="http://schemas.microsoft.com/office/drawing/2014/main" id="{AD43966E-5593-4AEE-BF6F-58C064BBF81B}"/>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106">
            <a:extLst xmlns:a="http://schemas.openxmlformats.org/drawingml/2006/main">
              <a:ext uri="{FF2B5EF4-FFF2-40B4-BE49-F238E27FC236}">
                <a16:creationId xmlns:a16="http://schemas.microsoft.com/office/drawing/2014/main" id="{BABC2D53-D3A8-4E88-A331-14238D1124AB}"/>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不足が分かる</a:t>
            </a:r>
          </a:p>
        </p:txBody>
      </p:sp>
      <p:sp>
        <p:nvSpPr>
          <p:cNvPr id="32" name="box-0107">
            <a:extLst xmlns:a="http://schemas.openxmlformats.org/drawingml/2006/main">
              <a:ext uri="{FF2B5EF4-FFF2-40B4-BE49-F238E27FC236}">
                <a16:creationId xmlns:a16="http://schemas.microsoft.com/office/drawing/2014/main" id="{B20EF584-9475-416F-999B-DF3F1AB3FD5F}"/>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3" name="box-0108">
            <a:extLst xmlns:a="http://schemas.openxmlformats.org/drawingml/2006/main">
              <a:ext uri="{FF2B5EF4-FFF2-40B4-BE49-F238E27FC236}">
                <a16:creationId xmlns:a16="http://schemas.microsoft.com/office/drawing/2014/main" id="{6E47594E-1F3A-49DF-9250-BEF94701B2D7}"/>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4" name="text-0109">
            <a:extLst xmlns:a="http://schemas.openxmlformats.org/drawingml/2006/main">
              <a:ext uri="{FF2B5EF4-FFF2-40B4-BE49-F238E27FC236}">
                <a16:creationId xmlns:a16="http://schemas.microsoft.com/office/drawing/2014/main" id="{65947C13-67AA-4AE3-97CD-AB0C24BDAD06}"/>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次の確認が分かる</a:t>
            </a:r>
          </a:p>
        </p:txBody>
      </p:sp>
      <p:sp>
        <p:nvSpPr>
          <p:cNvPr id="35" name="box-0110">
            <a:extLst xmlns:a="http://schemas.openxmlformats.org/drawingml/2006/main">
              <a:ext uri="{FF2B5EF4-FFF2-40B4-BE49-F238E27FC236}">
                <a16:creationId xmlns:a16="http://schemas.microsoft.com/office/drawing/2014/main" id="{1D84AAFC-CA87-4966-9F9A-F03D26540123}"/>
              </a:ext>
            </a:extLst>
          </p:cNvPr>
          <p:cNvSpPr>
            <a:spLocks xmlns:a="http://schemas.openxmlformats.org/drawingml/2006/main" noGrp="1"/>
          </p:cNvSpPr>
          <p:nvPr/>
        </p:nvSpPr>
        <p:spPr>
          <a:xfrm xmlns:a="http://schemas.openxmlformats.org/drawingml/2006/main">
            <a:off x="641985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6" name="box-0111">
            <a:extLst xmlns:a="http://schemas.openxmlformats.org/drawingml/2006/main">
              <a:ext uri="{FF2B5EF4-FFF2-40B4-BE49-F238E27FC236}">
                <a16:creationId xmlns:a16="http://schemas.microsoft.com/office/drawing/2014/main" id="{488B5AAD-8DF9-4512-A00E-F4F27544DD85}"/>
              </a:ext>
            </a:extLst>
          </p:cNvPr>
          <p:cNvSpPr>
            <a:spLocks xmlns:a="http://schemas.openxmlformats.org/drawingml/2006/main" noGrp="1"/>
          </p:cNvSpPr>
          <p:nvPr/>
        </p:nvSpPr>
        <p:spPr>
          <a:xfrm xmlns:a="http://schemas.openxmlformats.org/drawingml/2006/main">
            <a:off x="6572250" y="50387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7" name="text-0112">
            <a:extLst xmlns:a="http://schemas.openxmlformats.org/drawingml/2006/main">
              <a:ext uri="{FF2B5EF4-FFF2-40B4-BE49-F238E27FC236}">
                <a16:creationId xmlns:a16="http://schemas.microsoft.com/office/drawing/2014/main" id="{7F5014F9-3C87-4E8A-9749-9515C1104A8B}"/>
              </a:ext>
            </a:extLst>
          </p:cNvPr>
          <p:cNvSpPr>
            <a:spLocks xmlns:a="http://schemas.openxmlformats.org/drawingml/2006/main" noGrp="1"/>
          </p:cNvSpPr>
          <p:nvPr/>
        </p:nvSpPr>
        <p:spPr>
          <a:xfrm xmlns:a="http://schemas.openxmlformats.org/drawingml/2006/main">
            <a:off x="678180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担当と期限が分かる</a:t>
            </a:r>
          </a:p>
        </p:txBody>
      </p:sp>
    </p:spTree>
    <p:extLst>
      <p:ext uri="{BB962C8B-B14F-4D97-AF65-F5344CB8AC3E}">
        <p14:creationId xmlns:p14="http://schemas.microsoft.com/office/powerpoint/2010/main" val="1542430187"/>
      </p:ext>
    </p:extLst>
  </p:cSld>
</p:sld>
</file>

<file path=ppt/slides/slide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113">
            <a:extLst xmlns:a="http://schemas.openxmlformats.org/drawingml/2006/main">
              <a:ext uri="{FF2B5EF4-FFF2-40B4-BE49-F238E27FC236}">
                <a16:creationId xmlns:a16="http://schemas.microsoft.com/office/drawing/2014/main" id="{F0C02DB0-72E2-436E-B5F4-C658EA9914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114">
            <a:extLst xmlns:a="http://schemas.openxmlformats.org/drawingml/2006/main">
              <a:ext uri="{FF2B5EF4-FFF2-40B4-BE49-F238E27FC236}">
                <a16:creationId xmlns:a16="http://schemas.microsoft.com/office/drawing/2014/main" id="{D340BEE4-C106-46FB-9F6F-55D8F850E831}"/>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1  /  記録を整理する目的</a:t>
            </a:r>
          </a:p>
        </p:txBody>
      </p:sp>
      <p:sp>
        <p:nvSpPr>
          <p:cNvPr id="3" name="text-0115">
            <a:extLst xmlns:a="http://schemas.openxmlformats.org/drawingml/2006/main">
              <a:ext uri="{FF2B5EF4-FFF2-40B4-BE49-F238E27FC236}">
                <a16:creationId xmlns:a16="http://schemas.microsoft.com/office/drawing/2014/main" id="{567E437D-CBCD-4F2A-8CFA-0760C042438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雑多な記録は、四つの損失を生みます</a:t>
            </a:r>
          </a:p>
        </p:txBody>
      </p:sp>
      <p:sp>
        <p:nvSpPr>
          <p:cNvPr id="4" name="box-0116">
            <a:extLst xmlns:a="http://schemas.openxmlformats.org/drawingml/2006/main">
              <a:ext uri="{FF2B5EF4-FFF2-40B4-BE49-F238E27FC236}">
                <a16:creationId xmlns:a16="http://schemas.microsoft.com/office/drawing/2014/main" id="{833A3C64-1B35-4A2F-BE00-66E210EE1409}"/>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117">
            <a:extLst xmlns:a="http://schemas.openxmlformats.org/drawingml/2006/main">
              <a:ext uri="{FF2B5EF4-FFF2-40B4-BE49-F238E27FC236}">
                <a16:creationId xmlns:a16="http://schemas.microsoft.com/office/drawing/2014/main" id="{79F7DEE1-2F5F-48AD-9CF0-F7D92E196F7D}"/>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118">
            <a:extLst xmlns:a="http://schemas.openxmlformats.org/drawingml/2006/main">
              <a:ext uri="{FF2B5EF4-FFF2-40B4-BE49-F238E27FC236}">
                <a16:creationId xmlns:a16="http://schemas.microsoft.com/office/drawing/2014/main" id="{5A26DBC5-E32E-4AC3-ACB9-13871CBCB065}"/>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要点｜要点・責任・期限・未確認が見えないと対応が止まる</a:t>
            </a:r>
          </a:p>
        </p:txBody>
      </p:sp>
      <p:sp>
        <p:nvSpPr>
          <p:cNvPr id="7" name="text-0119">
            <a:extLst xmlns:a="http://schemas.openxmlformats.org/drawingml/2006/main">
              <a:ext uri="{FF2B5EF4-FFF2-40B4-BE49-F238E27FC236}">
                <a16:creationId xmlns:a16="http://schemas.microsoft.com/office/drawing/2014/main" id="{34B1C333-53A5-45D5-A07F-8D8AFCF58BDF}"/>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04</a:t>
            </a:r>
          </a:p>
        </p:txBody>
      </p:sp>
      <p:sp>
        <p:nvSpPr>
          <p:cNvPr id="8" name="box-0120">
            <a:extLst xmlns:a="http://schemas.openxmlformats.org/drawingml/2006/main">
              <a:ext uri="{FF2B5EF4-FFF2-40B4-BE49-F238E27FC236}">
                <a16:creationId xmlns:a16="http://schemas.microsoft.com/office/drawing/2014/main" id="{ABE9BDE8-3943-4AEA-B2A9-B71300615D35}"/>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0121">
            <a:extLst xmlns:a="http://schemas.openxmlformats.org/drawingml/2006/main">
              <a:ext uri="{FF2B5EF4-FFF2-40B4-BE49-F238E27FC236}">
                <a16:creationId xmlns:a16="http://schemas.microsoft.com/office/drawing/2014/main" id="{BDB4B36C-49A2-48C7-82D3-B9FF013306B7}"/>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0122">
            <a:extLst xmlns:a="http://schemas.openxmlformats.org/drawingml/2006/main">
              <a:ext uri="{FF2B5EF4-FFF2-40B4-BE49-F238E27FC236}">
                <a16:creationId xmlns:a16="http://schemas.microsoft.com/office/drawing/2014/main" id="{9CCE1625-FD27-463D-9957-30B81B8713F9}"/>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要点が埋もれる</a:t>
            </a:r>
          </a:p>
        </p:txBody>
      </p:sp>
      <p:sp>
        <p:nvSpPr>
          <p:cNvPr id="11" name="text-0123">
            <a:extLst xmlns:a="http://schemas.openxmlformats.org/drawingml/2006/main">
              <a:ext uri="{FF2B5EF4-FFF2-40B4-BE49-F238E27FC236}">
                <a16:creationId xmlns:a16="http://schemas.microsoft.com/office/drawing/2014/main" id="{5A6BE374-A32C-4818-8FD9-95890ADD0686}"/>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重要な要望や制約を探す時間が増える</a:t>
            </a:r>
          </a:p>
        </p:txBody>
      </p:sp>
      <p:sp>
        <p:nvSpPr>
          <p:cNvPr id="12" name="box-0124">
            <a:extLst xmlns:a="http://schemas.openxmlformats.org/drawingml/2006/main">
              <a:ext uri="{FF2B5EF4-FFF2-40B4-BE49-F238E27FC236}">
                <a16:creationId xmlns:a16="http://schemas.microsoft.com/office/drawing/2014/main" id="{02025B9F-F50E-4107-BD3F-CB7287814317}"/>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0125">
            <a:extLst xmlns:a="http://schemas.openxmlformats.org/drawingml/2006/main">
              <a:ext uri="{FF2B5EF4-FFF2-40B4-BE49-F238E27FC236}">
                <a16:creationId xmlns:a16="http://schemas.microsoft.com/office/drawing/2014/main" id="{D2501657-3274-4BFD-8450-76882AFC4428}"/>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0126">
            <a:extLst xmlns:a="http://schemas.openxmlformats.org/drawingml/2006/main">
              <a:ext uri="{FF2B5EF4-FFF2-40B4-BE49-F238E27FC236}">
                <a16:creationId xmlns:a16="http://schemas.microsoft.com/office/drawing/2014/main" id="{F17490FB-8698-462F-BDF7-F3BF08537F6D}"/>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事実が揺れる</a:t>
            </a:r>
          </a:p>
        </p:txBody>
      </p:sp>
      <p:sp>
        <p:nvSpPr>
          <p:cNvPr id="15" name="text-0127">
            <a:extLst xmlns:a="http://schemas.openxmlformats.org/drawingml/2006/main">
              <a:ext uri="{FF2B5EF4-FFF2-40B4-BE49-F238E27FC236}">
                <a16:creationId xmlns:a16="http://schemas.microsoft.com/office/drawing/2014/main" id="{118FDD43-1E5D-4DA2-9FD3-78D8BA623337}"/>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発言と担当者の見立てが混ざる</a:t>
            </a:r>
          </a:p>
        </p:txBody>
      </p:sp>
      <p:sp>
        <p:nvSpPr>
          <p:cNvPr id="16" name="box-0128">
            <a:extLst xmlns:a="http://schemas.openxmlformats.org/drawingml/2006/main">
              <a:ext uri="{FF2B5EF4-FFF2-40B4-BE49-F238E27FC236}">
                <a16:creationId xmlns:a16="http://schemas.microsoft.com/office/drawing/2014/main" id="{C41F80ED-BF03-4638-AEC8-D961AFC107F0}"/>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129">
            <a:extLst xmlns:a="http://schemas.openxmlformats.org/drawingml/2006/main">
              <a:ext uri="{FF2B5EF4-FFF2-40B4-BE49-F238E27FC236}">
                <a16:creationId xmlns:a16="http://schemas.microsoft.com/office/drawing/2014/main" id="{F2CD0742-C256-4C27-B91C-5D4C3FE27C9A}"/>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0130">
            <a:extLst xmlns:a="http://schemas.openxmlformats.org/drawingml/2006/main">
              <a:ext uri="{FF2B5EF4-FFF2-40B4-BE49-F238E27FC236}">
                <a16:creationId xmlns:a16="http://schemas.microsoft.com/office/drawing/2014/main" id="{45D3519B-5626-4F2D-8C6A-7560137ACFCB}"/>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対応が遅れる</a:t>
            </a:r>
          </a:p>
        </p:txBody>
      </p:sp>
      <p:sp>
        <p:nvSpPr>
          <p:cNvPr id="19" name="text-0131">
            <a:extLst xmlns:a="http://schemas.openxmlformats.org/drawingml/2006/main">
              <a:ext uri="{FF2B5EF4-FFF2-40B4-BE49-F238E27FC236}">
                <a16:creationId xmlns:a16="http://schemas.microsoft.com/office/drawing/2014/main" id="{9BCBA38F-9B66-4D6E-87FA-A94B4934A681}"/>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誰が何をいつまでに行うか不明</a:t>
            </a:r>
          </a:p>
        </p:txBody>
      </p:sp>
      <p:sp>
        <p:nvSpPr>
          <p:cNvPr id="20" name="box-0132">
            <a:extLst xmlns:a="http://schemas.openxmlformats.org/drawingml/2006/main">
              <a:ext uri="{FF2B5EF4-FFF2-40B4-BE49-F238E27FC236}">
                <a16:creationId xmlns:a16="http://schemas.microsoft.com/office/drawing/2014/main" id="{9493272F-764C-435E-8278-7B0D8B2F75C2}"/>
              </a:ext>
            </a:extLst>
          </p:cNvPr>
          <p:cNvSpPr>
            <a:spLocks xmlns:a="http://schemas.openxmlformats.org/drawingml/2006/main" noGrp="1"/>
          </p:cNvSpPr>
          <p:nvPr/>
        </p:nvSpPr>
        <p:spPr>
          <a:xfrm xmlns:a="http://schemas.openxmlformats.org/drawingml/2006/main">
            <a:off x="6153150" y="3800475"/>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133">
            <a:extLst xmlns:a="http://schemas.openxmlformats.org/drawingml/2006/main">
              <a:ext uri="{FF2B5EF4-FFF2-40B4-BE49-F238E27FC236}">
                <a16:creationId xmlns:a16="http://schemas.microsoft.com/office/drawing/2014/main" id="{E7357734-97E5-4C78-823F-52FACF8A3837}"/>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0134">
            <a:extLst xmlns:a="http://schemas.openxmlformats.org/drawingml/2006/main">
              <a:ext uri="{FF2B5EF4-FFF2-40B4-BE49-F238E27FC236}">
                <a16:creationId xmlns:a16="http://schemas.microsoft.com/office/drawing/2014/main" id="{FF00F130-1EFE-4750-83B4-09817E4146FC}"/>
              </a:ext>
            </a:extLst>
          </p:cNvPr>
          <p:cNvSpPr>
            <a:spLocks xmlns:a="http://schemas.openxmlformats.org/drawingml/2006/main" noGrp="1"/>
          </p:cNvSpPr>
          <p:nvPr/>
        </p:nvSpPr>
        <p:spPr>
          <a:xfrm xmlns:a="http://schemas.openxmlformats.org/drawingml/2006/main">
            <a:off x="63436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確認が抜ける</a:t>
            </a:r>
          </a:p>
        </p:txBody>
      </p:sp>
      <p:sp>
        <p:nvSpPr>
          <p:cNvPr id="23" name="text-0135">
            <a:extLst xmlns:a="http://schemas.openxmlformats.org/drawingml/2006/main">
              <a:ext uri="{FF2B5EF4-FFF2-40B4-BE49-F238E27FC236}">
                <a16:creationId xmlns:a16="http://schemas.microsoft.com/office/drawing/2014/main" id="{4B4D0EAB-964B-44C7-96DD-E0CE117368F3}"/>
              </a:ext>
            </a:extLst>
          </p:cNvPr>
          <p:cNvSpPr>
            <a:spLocks xmlns:a="http://schemas.openxmlformats.org/drawingml/2006/main" noGrp="1"/>
          </p:cNvSpPr>
          <p:nvPr/>
        </p:nvSpPr>
        <p:spPr>
          <a:xfrm xmlns:a="http://schemas.openxmlformats.org/drawingml/2006/main">
            <a:off x="63436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不足情報が記録から消える</a:t>
            </a:r>
          </a:p>
        </p:txBody>
      </p:sp>
    </p:spTree>
    <p:extLst>
      <p:ext uri="{BB962C8B-B14F-4D97-AF65-F5344CB8AC3E}">
        <p14:creationId xmlns:p14="http://schemas.microsoft.com/office/powerpoint/2010/main" val="1631644561"/>
      </p:ext>
    </p:extLst>
  </p:cSld>
</p:sld>
</file>

<file path=ppt/slides/slide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8" name="box-0136">
            <a:extLst xmlns:a="http://schemas.openxmlformats.org/drawingml/2006/main">
              <a:ext uri="{FF2B5EF4-FFF2-40B4-BE49-F238E27FC236}">
                <a16:creationId xmlns:a16="http://schemas.microsoft.com/office/drawing/2014/main" id="{66CA12E5-123C-48C8-96A2-03316BA959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137">
            <a:extLst xmlns:a="http://schemas.openxmlformats.org/drawingml/2006/main">
              <a:ext uri="{FF2B5EF4-FFF2-40B4-BE49-F238E27FC236}">
                <a16:creationId xmlns:a16="http://schemas.microsoft.com/office/drawing/2014/main" id="{324E0F07-0E07-43F7-B6D1-00871E57BC99}"/>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1  /  記録を整理する目的</a:t>
            </a:r>
          </a:p>
        </p:txBody>
      </p:sp>
      <p:sp>
        <p:nvSpPr>
          <p:cNvPr id="3" name="text-0138">
            <a:extLst xmlns:a="http://schemas.openxmlformats.org/drawingml/2006/main">
              <a:ext uri="{FF2B5EF4-FFF2-40B4-BE49-F238E27FC236}">
                <a16:creationId xmlns:a16="http://schemas.microsoft.com/office/drawing/2014/main" id="{15B233E8-BB2C-4DB8-A719-0FEEA9EA8887}"/>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AIは整理を支援しますが、事実を保証しません</a:t>
            </a:r>
          </a:p>
        </p:txBody>
      </p:sp>
      <p:sp>
        <p:nvSpPr>
          <p:cNvPr id="4" name="box-0139">
            <a:extLst xmlns:a="http://schemas.openxmlformats.org/drawingml/2006/main">
              <a:ext uri="{FF2B5EF4-FFF2-40B4-BE49-F238E27FC236}">
                <a16:creationId xmlns:a16="http://schemas.microsoft.com/office/drawing/2014/main" id="{635DD805-6BFF-4ABB-A5CA-AC11EBB789E5}"/>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140">
            <a:extLst xmlns:a="http://schemas.openxmlformats.org/drawingml/2006/main">
              <a:ext uri="{FF2B5EF4-FFF2-40B4-BE49-F238E27FC236}">
                <a16:creationId xmlns:a16="http://schemas.microsoft.com/office/drawing/2014/main" id="{58AC22A7-1CC4-453E-BC4D-BBEE1BC1439C}"/>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141">
            <a:extLst xmlns:a="http://schemas.openxmlformats.org/drawingml/2006/main">
              <a:ext uri="{FF2B5EF4-FFF2-40B4-BE49-F238E27FC236}">
                <a16:creationId xmlns:a16="http://schemas.microsoft.com/office/drawing/2014/main" id="{1B4A2425-BE25-496B-A344-7AA5BD8402E5}"/>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要点｜AIと人の役割を分けると、安全に速度を上げられる</a:t>
            </a:r>
          </a:p>
        </p:txBody>
      </p:sp>
      <p:sp>
        <p:nvSpPr>
          <p:cNvPr id="7" name="text-0142">
            <a:extLst xmlns:a="http://schemas.openxmlformats.org/drawingml/2006/main">
              <a:ext uri="{FF2B5EF4-FFF2-40B4-BE49-F238E27FC236}">
                <a16:creationId xmlns:a16="http://schemas.microsoft.com/office/drawing/2014/main" id="{1EC1C107-4B83-4442-A02D-DD19BB2BFCC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05</a:t>
            </a:r>
          </a:p>
        </p:txBody>
      </p:sp>
      <p:sp>
        <p:nvSpPr>
          <p:cNvPr id="8" name="box-0143">
            <a:extLst xmlns:a="http://schemas.openxmlformats.org/drawingml/2006/main">
              <a:ext uri="{FF2B5EF4-FFF2-40B4-BE49-F238E27FC236}">
                <a16:creationId xmlns:a16="http://schemas.microsoft.com/office/drawing/2014/main" id="{E497962B-278C-4511-A8BA-6553DB3C3159}"/>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144">
            <a:extLst xmlns:a="http://schemas.openxmlformats.org/drawingml/2006/main">
              <a:ext uri="{FF2B5EF4-FFF2-40B4-BE49-F238E27FC236}">
                <a16:creationId xmlns:a16="http://schemas.microsoft.com/office/drawing/2014/main" id="{5574CE4E-9F45-4296-933A-1AEF95C6F63C}"/>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AIに任せる</a:t>
            </a:r>
          </a:p>
        </p:txBody>
      </p:sp>
      <p:sp>
        <p:nvSpPr>
          <p:cNvPr id="10" name="box-0145">
            <a:extLst xmlns:a="http://schemas.openxmlformats.org/drawingml/2006/main">
              <a:ext uri="{FF2B5EF4-FFF2-40B4-BE49-F238E27FC236}">
                <a16:creationId xmlns:a16="http://schemas.microsoft.com/office/drawing/2014/main" id="{8A70F624-0E41-410C-A2A5-D0FD7C75E7D0}"/>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146">
            <a:extLst xmlns:a="http://schemas.openxmlformats.org/drawingml/2006/main">
              <a:ext uri="{FF2B5EF4-FFF2-40B4-BE49-F238E27FC236}">
                <a16:creationId xmlns:a16="http://schemas.microsoft.com/office/drawing/2014/main" id="{4AB9C3C7-354E-4F02-8D87-28ED10EC290F}"/>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147">
            <a:extLst xmlns:a="http://schemas.openxmlformats.org/drawingml/2006/main">
              <a:ext uri="{FF2B5EF4-FFF2-40B4-BE49-F238E27FC236}">
                <a16:creationId xmlns:a16="http://schemas.microsoft.com/office/drawing/2014/main" id="{7C1C675A-23DF-4F80-BD85-C599E09933FD}"/>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148">
            <a:extLst xmlns:a="http://schemas.openxmlformats.org/drawingml/2006/main">
              <a:ext uri="{FF2B5EF4-FFF2-40B4-BE49-F238E27FC236}">
                <a16:creationId xmlns:a16="http://schemas.microsoft.com/office/drawing/2014/main" id="{D12C83C4-C984-44E7-BF7E-1397E986EE85}"/>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項目別に並べる</a:t>
            </a:r>
          </a:p>
        </p:txBody>
      </p:sp>
      <p:sp>
        <p:nvSpPr>
          <p:cNvPr id="14" name="box-0149">
            <a:extLst xmlns:a="http://schemas.openxmlformats.org/drawingml/2006/main">
              <a:ext uri="{FF2B5EF4-FFF2-40B4-BE49-F238E27FC236}">
                <a16:creationId xmlns:a16="http://schemas.microsoft.com/office/drawing/2014/main" id="{FDF7DC85-F33E-4B69-A1F2-EC0AACCB9250}"/>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150">
            <a:extLst xmlns:a="http://schemas.openxmlformats.org/drawingml/2006/main">
              <a:ext uri="{FF2B5EF4-FFF2-40B4-BE49-F238E27FC236}">
                <a16:creationId xmlns:a16="http://schemas.microsoft.com/office/drawing/2014/main" id="{4A215D3E-1A9A-44AB-9660-D854784BB4F9}"/>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151">
            <a:extLst xmlns:a="http://schemas.openxmlformats.org/drawingml/2006/main">
              <a:ext uri="{FF2B5EF4-FFF2-40B4-BE49-F238E27FC236}">
                <a16:creationId xmlns:a16="http://schemas.microsoft.com/office/drawing/2014/main" id="{A037367E-CADC-4694-9DF6-DF6B145B9B5F}"/>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抜け候補を示す</a:t>
            </a:r>
          </a:p>
        </p:txBody>
      </p:sp>
      <p:sp>
        <p:nvSpPr>
          <p:cNvPr id="17" name="box-0152">
            <a:extLst xmlns:a="http://schemas.openxmlformats.org/drawingml/2006/main">
              <a:ext uri="{FF2B5EF4-FFF2-40B4-BE49-F238E27FC236}">
                <a16:creationId xmlns:a16="http://schemas.microsoft.com/office/drawing/2014/main" id="{64AE5956-FDCB-432F-BD25-A70A98A9C5C4}"/>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153">
            <a:extLst xmlns:a="http://schemas.openxmlformats.org/drawingml/2006/main">
              <a:ext uri="{FF2B5EF4-FFF2-40B4-BE49-F238E27FC236}">
                <a16:creationId xmlns:a16="http://schemas.microsoft.com/office/drawing/2014/main" id="{7E090595-C1DD-44E1-B152-F8A416C08061}"/>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154">
            <a:extLst xmlns:a="http://schemas.openxmlformats.org/drawingml/2006/main">
              <a:ext uri="{FF2B5EF4-FFF2-40B4-BE49-F238E27FC236}">
                <a16:creationId xmlns:a16="http://schemas.microsoft.com/office/drawing/2014/main" id="{C52AF0A3-90FC-4818-A6F5-ACF01AAE3ED5}"/>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質問案を作る</a:t>
            </a:r>
          </a:p>
        </p:txBody>
      </p:sp>
      <p:sp>
        <p:nvSpPr>
          <p:cNvPr id="20" name="box-0155">
            <a:extLst xmlns:a="http://schemas.openxmlformats.org/drawingml/2006/main">
              <a:ext uri="{FF2B5EF4-FFF2-40B4-BE49-F238E27FC236}">
                <a16:creationId xmlns:a16="http://schemas.microsoft.com/office/drawing/2014/main" id="{BA6959CD-E513-49FD-BB70-C9D870EB1C95}"/>
              </a:ext>
            </a:extLst>
          </p:cNvPr>
          <p:cNvSpPr>
            <a:spLocks xmlns:a="http://schemas.openxmlformats.org/drawingml/2006/main" noGrp="1"/>
          </p:cNvSpPr>
          <p:nvPr/>
        </p:nvSpPr>
        <p:spPr>
          <a:xfrm xmlns:a="http://schemas.openxmlformats.org/drawingml/2006/main">
            <a:off x="80010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1" name="box-0156">
            <a:extLst xmlns:a="http://schemas.openxmlformats.org/drawingml/2006/main">
              <a:ext uri="{FF2B5EF4-FFF2-40B4-BE49-F238E27FC236}">
                <a16:creationId xmlns:a16="http://schemas.microsoft.com/office/drawing/2014/main" id="{F81FC5E1-D60D-4129-A901-18E720188E57}"/>
              </a:ext>
            </a:extLst>
          </p:cNvPr>
          <p:cNvSpPr>
            <a:spLocks xmlns:a="http://schemas.openxmlformats.org/drawingml/2006/main" noGrp="1"/>
          </p:cNvSpPr>
          <p:nvPr/>
        </p:nvSpPr>
        <p:spPr>
          <a:xfrm xmlns:a="http://schemas.openxmlformats.org/drawingml/2006/main">
            <a:off x="952500" y="50387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22" name="text-0157">
            <a:extLst xmlns:a="http://schemas.openxmlformats.org/drawingml/2006/main">
              <a:ext uri="{FF2B5EF4-FFF2-40B4-BE49-F238E27FC236}">
                <a16:creationId xmlns:a16="http://schemas.microsoft.com/office/drawing/2014/main" id="{DAF99712-A037-4D83-94D7-706A91B002AE}"/>
              </a:ext>
            </a:extLst>
          </p:cNvPr>
          <p:cNvSpPr>
            <a:spLocks xmlns:a="http://schemas.openxmlformats.org/drawingml/2006/main" noGrp="1"/>
          </p:cNvSpPr>
          <p:nvPr/>
        </p:nvSpPr>
        <p:spPr>
          <a:xfrm xmlns:a="http://schemas.openxmlformats.org/drawingml/2006/main">
            <a:off x="116205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形式を整える</a:t>
            </a:r>
          </a:p>
        </p:txBody>
      </p:sp>
      <p:sp>
        <p:nvSpPr>
          <p:cNvPr id="23" name="box-0158">
            <a:extLst xmlns:a="http://schemas.openxmlformats.org/drawingml/2006/main">
              <a:ext uri="{FF2B5EF4-FFF2-40B4-BE49-F238E27FC236}">
                <a16:creationId xmlns:a16="http://schemas.microsoft.com/office/drawing/2014/main" id="{648AE8F7-DBB7-4E72-9F5B-536DAF50D498}"/>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4" name="text-0159">
            <a:extLst xmlns:a="http://schemas.openxmlformats.org/drawingml/2006/main">
              <a:ext uri="{FF2B5EF4-FFF2-40B4-BE49-F238E27FC236}">
                <a16:creationId xmlns:a16="http://schemas.microsoft.com/office/drawing/2014/main" id="{A62162B0-75D4-49A4-AB74-EA829A68B5F5}"/>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人が確認する</a:t>
            </a:r>
          </a:p>
        </p:txBody>
      </p:sp>
      <p:sp>
        <p:nvSpPr>
          <p:cNvPr id="25" name="box-0160">
            <a:extLst xmlns:a="http://schemas.openxmlformats.org/drawingml/2006/main">
              <a:ext uri="{FF2B5EF4-FFF2-40B4-BE49-F238E27FC236}">
                <a16:creationId xmlns:a16="http://schemas.microsoft.com/office/drawing/2014/main" id="{31EB8CA2-8042-4ED3-A14E-6A52A7A9566E}"/>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6" name="box-0161">
            <a:extLst xmlns:a="http://schemas.openxmlformats.org/drawingml/2006/main">
              <a:ext uri="{FF2B5EF4-FFF2-40B4-BE49-F238E27FC236}">
                <a16:creationId xmlns:a16="http://schemas.microsoft.com/office/drawing/2014/main" id="{E7BB276E-2A18-4920-9841-C772B63F6A2F}"/>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162">
            <a:extLst xmlns:a="http://schemas.openxmlformats.org/drawingml/2006/main">
              <a:ext uri="{FF2B5EF4-FFF2-40B4-BE49-F238E27FC236}">
                <a16:creationId xmlns:a16="http://schemas.microsoft.com/office/drawing/2014/main" id="{0E9D158F-8BEF-4743-AB52-C8391A680FB1}"/>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163">
            <a:extLst xmlns:a="http://schemas.openxmlformats.org/drawingml/2006/main">
              <a:ext uri="{FF2B5EF4-FFF2-40B4-BE49-F238E27FC236}">
                <a16:creationId xmlns:a16="http://schemas.microsoft.com/office/drawing/2014/main" id="{9BEAED2A-91E8-4800-8663-98ECD48E10FB}"/>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原文との一致</a:t>
            </a:r>
          </a:p>
        </p:txBody>
      </p:sp>
      <p:sp>
        <p:nvSpPr>
          <p:cNvPr id="29" name="box-0164">
            <a:extLst xmlns:a="http://schemas.openxmlformats.org/drawingml/2006/main">
              <a:ext uri="{FF2B5EF4-FFF2-40B4-BE49-F238E27FC236}">
                <a16:creationId xmlns:a16="http://schemas.microsoft.com/office/drawing/2014/main" id="{C151E9FD-063E-43F5-8D18-CFA61DA3F9D1}"/>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165">
            <a:extLst xmlns:a="http://schemas.openxmlformats.org/drawingml/2006/main">
              <a:ext uri="{FF2B5EF4-FFF2-40B4-BE49-F238E27FC236}">
                <a16:creationId xmlns:a16="http://schemas.microsoft.com/office/drawing/2014/main" id="{7EF60E1F-49C3-475D-A5B1-376762AB8D7E}"/>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166">
            <a:extLst xmlns:a="http://schemas.openxmlformats.org/drawingml/2006/main">
              <a:ext uri="{FF2B5EF4-FFF2-40B4-BE49-F238E27FC236}">
                <a16:creationId xmlns:a16="http://schemas.microsoft.com/office/drawing/2014/main" id="{09CC18BE-647A-4F41-9141-4348DCBFBCA8}"/>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事実かどうか</a:t>
            </a:r>
          </a:p>
        </p:txBody>
      </p:sp>
      <p:sp>
        <p:nvSpPr>
          <p:cNvPr id="32" name="box-0167">
            <a:extLst xmlns:a="http://schemas.openxmlformats.org/drawingml/2006/main">
              <a:ext uri="{FF2B5EF4-FFF2-40B4-BE49-F238E27FC236}">
                <a16:creationId xmlns:a16="http://schemas.microsoft.com/office/drawing/2014/main" id="{A508F4DA-E3EB-458A-8287-605DA53E439B}"/>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3" name="box-0168">
            <a:extLst xmlns:a="http://schemas.openxmlformats.org/drawingml/2006/main">
              <a:ext uri="{FF2B5EF4-FFF2-40B4-BE49-F238E27FC236}">
                <a16:creationId xmlns:a16="http://schemas.microsoft.com/office/drawing/2014/main" id="{D1A09AC0-3D15-4E13-9DEF-4DD4BDAAE06F}"/>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4" name="text-0169">
            <a:extLst xmlns:a="http://schemas.openxmlformats.org/drawingml/2006/main">
              <a:ext uri="{FF2B5EF4-FFF2-40B4-BE49-F238E27FC236}">
                <a16:creationId xmlns:a16="http://schemas.microsoft.com/office/drawing/2014/main" id="{76FA2974-3CD6-40A0-A8C6-6FA4433979E0}"/>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専門判断・安全</a:t>
            </a:r>
          </a:p>
        </p:txBody>
      </p:sp>
      <p:sp>
        <p:nvSpPr>
          <p:cNvPr id="35" name="box-0170">
            <a:extLst xmlns:a="http://schemas.openxmlformats.org/drawingml/2006/main">
              <a:ext uri="{FF2B5EF4-FFF2-40B4-BE49-F238E27FC236}">
                <a16:creationId xmlns:a16="http://schemas.microsoft.com/office/drawing/2014/main" id="{B0143573-EF16-4510-A5DB-F504D81EE66E}"/>
              </a:ext>
            </a:extLst>
          </p:cNvPr>
          <p:cNvSpPr>
            <a:spLocks xmlns:a="http://schemas.openxmlformats.org/drawingml/2006/main" noGrp="1"/>
          </p:cNvSpPr>
          <p:nvPr/>
        </p:nvSpPr>
        <p:spPr>
          <a:xfrm xmlns:a="http://schemas.openxmlformats.org/drawingml/2006/main">
            <a:off x="641985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6" name="box-0171">
            <a:extLst xmlns:a="http://schemas.openxmlformats.org/drawingml/2006/main">
              <a:ext uri="{FF2B5EF4-FFF2-40B4-BE49-F238E27FC236}">
                <a16:creationId xmlns:a16="http://schemas.microsoft.com/office/drawing/2014/main" id="{53C7CAB7-DC90-4C6F-ABF1-12DE7C9342BC}"/>
              </a:ext>
            </a:extLst>
          </p:cNvPr>
          <p:cNvSpPr>
            <a:spLocks xmlns:a="http://schemas.openxmlformats.org/drawingml/2006/main" noGrp="1"/>
          </p:cNvSpPr>
          <p:nvPr/>
        </p:nvSpPr>
        <p:spPr>
          <a:xfrm xmlns:a="http://schemas.openxmlformats.org/drawingml/2006/main">
            <a:off x="6572250" y="50387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7" name="text-0172">
            <a:extLst xmlns:a="http://schemas.openxmlformats.org/drawingml/2006/main">
              <a:ext uri="{FF2B5EF4-FFF2-40B4-BE49-F238E27FC236}">
                <a16:creationId xmlns:a16="http://schemas.microsoft.com/office/drawing/2014/main" id="{141B0CAF-7B30-4E75-8747-D535584F05C2}"/>
              </a:ext>
            </a:extLst>
          </p:cNvPr>
          <p:cNvSpPr>
            <a:spLocks xmlns:a="http://schemas.openxmlformats.org/drawingml/2006/main" noGrp="1"/>
          </p:cNvSpPr>
          <p:nvPr/>
        </p:nvSpPr>
        <p:spPr>
          <a:xfrm xmlns:a="http://schemas.openxmlformats.org/drawingml/2006/main">
            <a:off x="678180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最終承認と対外約束</a:t>
            </a:r>
          </a:p>
        </p:txBody>
      </p:sp>
    </p:spTree>
    <p:extLst>
      <p:ext uri="{BB962C8B-B14F-4D97-AF65-F5344CB8AC3E}">
        <p14:creationId xmlns:p14="http://schemas.microsoft.com/office/powerpoint/2010/main" val="823331607"/>
      </p:ext>
    </p:extLst>
  </p:cSld>
</p:sld>
</file>

<file path=ppt/slides/slide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173">
            <a:extLst xmlns:a="http://schemas.openxmlformats.org/drawingml/2006/main">
              <a:ext uri="{FF2B5EF4-FFF2-40B4-BE49-F238E27FC236}">
                <a16:creationId xmlns:a16="http://schemas.microsoft.com/office/drawing/2014/main" id="{81EBE0BD-2C21-4471-85A7-2560ACB05A6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174">
            <a:extLst xmlns:a="http://schemas.openxmlformats.org/drawingml/2006/main">
              <a:ext uri="{FF2B5EF4-FFF2-40B4-BE49-F238E27FC236}">
                <a16:creationId xmlns:a16="http://schemas.microsoft.com/office/drawing/2014/main" id="{331BD8D6-AE96-4D6E-9CC0-F778E278BF3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1  /  記録を整理する目的</a:t>
            </a:r>
          </a:p>
        </p:txBody>
      </p:sp>
      <p:sp>
        <p:nvSpPr>
          <p:cNvPr id="3" name="text-0175">
            <a:extLst xmlns:a="http://schemas.openxmlformats.org/drawingml/2006/main">
              <a:ext uri="{FF2B5EF4-FFF2-40B4-BE49-F238E27FC236}">
                <a16:creationId xmlns:a16="http://schemas.microsoft.com/office/drawing/2014/main" id="{31B92B0E-56D1-430B-8471-EBAEE9C535D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今日のゴールは、確認できる構造化記録です</a:t>
            </a:r>
          </a:p>
        </p:txBody>
      </p:sp>
      <p:sp>
        <p:nvSpPr>
          <p:cNvPr id="4" name="box-0176">
            <a:extLst xmlns:a="http://schemas.openxmlformats.org/drawingml/2006/main">
              <a:ext uri="{FF2B5EF4-FFF2-40B4-BE49-F238E27FC236}">
                <a16:creationId xmlns:a16="http://schemas.microsoft.com/office/drawing/2014/main" id="{56AF27DC-935E-464B-AF0F-EF0908DABC96}"/>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177">
            <a:extLst xmlns:a="http://schemas.openxmlformats.org/drawingml/2006/main">
              <a:ext uri="{FF2B5EF4-FFF2-40B4-BE49-F238E27FC236}">
                <a16:creationId xmlns:a16="http://schemas.microsoft.com/office/drawing/2014/main" id="{8852CB17-D187-4439-82A8-B1546794BA3A}"/>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178">
            <a:extLst xmlns:a="http://schemas.openxmlformats.org/drawingml/2006/main">
              <a:ext uri="{FF2B5EF4-FFF2-40B4-BE49-F238E27FC236}">
                <a16:creationId xmlns:a16="http://schemas.microsoft.com/office/drawing/2014/main" id="{B4A7264F-F88E-406C-9116-B4DC6FAA6263}"/>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要点｜完成条件は、項目が埋まることではなく、根拠と未確認が追えること</a:t>
            </a:r>
          </a:p>
        </p:txBody>
      </p:sp>
      <p:sp>
        <p:nvSpPr>
          <p:cNvPr id="7" name="text-0179">
            <a:extLst xmlns:a="http://schemas.openxmlformats.org/drawingml/2006/main">
              <a:ext uri="{FF2B5EF4-FFF2-40B4-BE49-F238E27FC236}">
                <a16:creationId xmlns:a16="http://schemas.microsoft.com/office/drawing/2014/main" id="{39936E82-8D6D-4C55-BEA4-296457898FB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06</a:t>
            </a:r>
          </a:p>
        </p:txBody>
      </p:sp>
      <p:sp>
        <p:nvSpPr>
          <p:cNvPr id="8" name="box-0180">
            <a:extLst xmlns:a="http://schemas.openxmlformats.org/drawingml/2006/main">
              <a:ext uri="{FF2B5EF4-FFF2-40B4-BE49-F238E27FC236}">
                <a16:creationId xmlns:a16="http://schemas.microsoft.com/office/drawing/2014/main" id="{B56B45A1-EEAD-4F24-8E6C-9C2B9BE645FC}"/>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0181">
            <a:extLst xmlns:a="http://schemas.openxmlformats.org/drawingml/2006/main">
              <a:ext uri="{FF2B5EF4-FFF2-40B4-BE49-F238E27FC236}">
                <a16:creationId xmlns:a16="http://schemas.microsoft.com/office/drawing/2014/main" id="{3FB6586F-8F64-4219-AE44-55055A6E1E68}"/>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0182">
            <a:extLst xmlns:a="http://schemas.openxmlformats.org/drawingml/2006/main">
              <a:ext uri="{FF2B5EF4-FFF2-40B4-BE49-F238E27FC236}">
                <a16:creationId xmlns:a16="http://schemas.microsoft.com/office/drawing/2014/main" id="{8CC358F5-7B4D-4A4F-8D4F-23158E92FAD2}"/>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構造化記録</a:t>
            </a:r>
          </a:p>
        </p:txBody>
      </p:sp>
      <p:sp>
        <p:nvSpPr>
          <p:cNvPr id="11" name="text-0183">
            <a:extLst xmlns:a="http://schemas.openxmlformats.org/drawingml/2006/main">
              <a:ext uri="{FF2B5EF4-FFF2-40B4-BE49-F238E27FC236}">
                <a16:creationId xmlns:a16="http://schemas.microsoft.com/office/drawing/2014/main" id="{7BC5948F-F8A4-4864-8B11-34D7BCCE9EF4}"/>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事実・発言・要望・課題・制約・期限</a:t>
            </a:r>
          </a:p>
        </p:txBody>
      </p:sp>
      <p:sp>
        <p:nvSpPr>
          <p:cNvPr id="12" name="box-0184">
            <a:extLst xmlns:a="http://schemas.openxmlformats.org/drawingml/2006/main">
              <a:ext uri="{FF2B5EF4-FFF2-40B4-BE49-F238E27FC236}">
                <a16:creationId xmlns:a16="http://schemas.microsoft.com/office/drawing/2014/main" id="{F78B0804-260D-4E96-8EAF-D4960C132A0F}"/>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0185">
            <a:extLst xmlns:a="http://schemas.openxmlformats.org/drawingml/2006/main">
              <a:ext uri="{FF2B5EF4-FFF2-40B4-BE49-F238E27FC236}">
                <a16:creationId xmlns:a16="http://schemas.microsoft.com/office/drawing/2014/main" id="{1E252A12-137E-47DB-9BA6-0A80FF8562FC}"/>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0186">
            <a:extLst xmlns:a="http://schemas.openxmlformats.org/drawingml/2006/main">
              <a:ext uri="{FF2B5EF4-FFF2-40B4-BE49-F238E27FC236}">
                <a16:creationId xmlns:a16="http://schemas.microsoft.com/office/drawing/2014/main" id="{34E5640E-ED3B-4F02-A70A-4C0E71527903}"/>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未確認事項</a:t>
            </a:r>
          </a:p>
        </p:txBody>
      </p:sp>
      <p:sp>
        <p:nvSpPr>
          <p:cNvPr id="15" name="text-0187">
            <a:extLst xmlns:a="http://schemas.openxmlformats.org/drawingml/2006/main">
              <a:ext uri="{FF2B5EF4-FFF2-40B4-BE49-F238E27FC236}">
                <a16:creationId xmlns:a16="http://schemas.microsoft.com/office/drawing/2014/main" id="{A089A60C-13AA-410A-885C-35FC8C1477E5}"/>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分からないことを未確認のまま残す</a:t>
            </a:r>
          </a:p>
        </p:txBody>
      </p:sp>
      <p:sp>
        <p:nvSpPr>
          <p:cNvPr id="16" name="box-0188">
            <a:extLst xmlns:a="http://schemas.openxmlformats.org/drawingml/2006/main">
              <a:ext uri="{FF2B5EF4-FFF2-40B4-BE49-F238E27FC236}">
                <a16:creationId xmlns:a16="http://schemas.microsoft.com/office/drawing/2014/main" id="{F42FD1DB-899A-4518-8A60-6C239A7316AF}"/>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189">
            <a:extLst xmlns:a="http://schemas.openxmlformats.org/drawingml/2006/main">
              <a:ext uri="{FF2B5EF4-FFF2-40B4-BE49-F238E27FC236}">
                <a16:creationId xmlns:a16="http://schemas.microsoft.com/office/drawing/2014/main" id="{79CB9B0F-90F9-4D9F-B8E4-1A070088571C}"/>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0190">
            <a:extLst xmlns:a="http://schemas.openxmlformats.org/drawingml/2006/main">
              <a:ext uri="{FF2B5EF4-FFF2-40B4-BE49-F238E27FC236}">
                <a16:creationId xmlns:a16="http://schemas.microsoft.com/office/drawing/2014/main" id="{6125737D-29D7-40DC-AFDB-651452C4D94F}"/>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次回質問</a:t>
            </a:r>
          </a:p>
        </p:txBody>
      </p:sp>
      <p:sp>
        <p:nvSpPr>
          <p:cNvPr id="19" name="text-0191">
            <a:extLst xmlns:a="http://schemas.openxmlformats.org/drawingml/2006/main">
              <a:ext uri="{FF2B5EF4-FFF2-40B4-BE49-F238E27FC236}">
                <a16:creationId xmlns:a16="http://schemas.microsoft.com/office/drawing/2014/main" id="{09F96D0E-B675-4BB0-A941-F31ECAC96EA0}"/>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未確認を相手に答えてもらえる質問へ</a:t>
            </a:r>
          </a:p>
        </p:txBody>
      </p:sp>
      <p:sp>
        <p:nvSpPr>
          <p:cNvPr id="20" name="box-0192">
            <a:extLst xmlns:a="http://schemas.openxmlformats.org/drawingml/2006/main">
              <a:ext uri="{FF2B5EF4-FFF2-40B4-BE49-F238E27FC236}">
                <a16:creationId xmlns:a16="http://schemas.microsoft.com/office/drawing/2014/main" id="{B7417301-6EEC-4E43-9A49-FBC1CF919C75}"/>
              </a:ext>
            </a:extLst>
          </p:cNvPr>
          <p:cNvSpPr>
            <a:spLocks xmlns:a="http://schemas.openxmlformats.org/drawingml/2006/main" noGrp="1"/>
          </p:cNvSpPr>
          <p:nvPr/>
        </p:nvSpPr>
        <p:spPr>
          <a:xfrm xmlns:a="http://schemas.openxmlformats.org/drawingml/2006/main">
            <a:off x="6153150" y="3800475"/>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193">
            <a:extLst xmlns:a="http://schemas.openxmlformats.org/drawingml/2006/main">
              <a:ext uri="{FF2B5EF4-FFF2-40B4-BE49-F238E27FC236}">
                <a16:creationId xmlns:a16="http://schemas.microsoft.com/office/drawing/2014/main" id="{635794E7-B67D-483C-9547-537BED33792F}"/>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0194">
            <a:extLst xmlns:a="http://schemas.openxmlformats.org/drawingml/2006/main">
              <a:ext uri="{FF2B5EF4-FFF2-40B4-BE49-F238E27FC236}">
                <a16:creationId xmlns:a16="http://schemas.microsoft.com/office/drawing/2014/main" id="{57C7F9D0-6F21-48A7-8318-65D8BAE9B222}"/>
              </a:ext>
            </a:extLst>
          </p:cNvPr>
          <p:cNvSpPr>
            <a:spLocks xmlns:a="http://schemas.openxmlformats.org/drawingml/2006/main" noGrp="1"/>
          </p:cNvSpPr>
          <p:nvPr/>
        </p:nvSpPr>
        <p:spPr>
          <a:xfrm xmlns:a="http://schemas.openxmlformats.org/drawingml/2006/main">
            <a:off x="63436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照合結果</a:t>
            </a:r>
          </a:p>
        </p:txBody>
      </p:sp>
      <p:sp>
        <p:nvSpPr>
          <p:cNvPr id="23" name="text-0195">
            <a:extLst xmlns:a="http://schemas.openxmlformats.org/drawingml/2006/main">
              <a:ext uri="{FF2B5EF4-FFF2-40B4-BE49-F238E27FC236}">
                <a16:creationId xmlns:a16="http://schemas.microsoft.com/office/drawing/2014/main" id="{78A53E20-14EB-4A81-81E7-9991D871CC6A}"/>
              </a:ext>
            </a:extLst>
          </p:cNvPr>
          <p:cNvSpPr>
            <a:spLocks xmlns:a="http://schemas.openxmlformats.org/drawingml/2006/main" noGrp="1"/>
          </p:cNvSpPr>
          <p:nvPr/>
        </p:nvSpPr>
        <p:spPr>
          <a:xfrm xmlns:a="http://schemas.openxmlformats.org/drawingml/2006/main">
            <a:off x="63436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原資料IDと修正履歴を残す</a:t>
            </a:r>
          </a:p>
        </p:txBody>
      </p:sp>
    </p:spTree>
    <p:extLst>
      <p:ext uri="{BB962C8B-B14F-4D97-AF65-F5344CB8AC3E}">
        <p14:creationId xmlns:p14="http://schemas.microsoft.com/office/powerpoint/2010/main" val="521793694"/>
      </p:ext>
    </p:extLst>
  </p:cSld>
</p:sld>
</file>

<file path=ppt/slides/slide7.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5" name="box-0196">
            <a:extLst xmlns:a="http://schemas.openxmlformats.org/drawingml/2006/main">
              <a:ext uri="{FF2B5EF4-FFF2-40B4-BE49-F238E27FC236}">
                <a16:creationId xmlns:a16="http://schemas.microsoft.com/office/drawing/2014/main" id="{4B0795D6-C1E6-47F8-A0EA-A2EB7018F7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197">
            <a:extLst xmlns:a="http://schemas.openxmlformats.org/drawingml/2006/main">
              <a:ext uri="{FF2B5EF4-FFF2-40B4-BE49-F238E27FC236}">
                <a16:creationId xmlns:a16="http://schemas.microsoft.com/office/drawing/2014/main" id="{542B19B2-2788-4A0F-81D0-1D4853E30906}"/>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198">
            <a:extLst xmlns:a="http://schemas.openxmlformats.org/drawingml/2006/main">
              <a:ext uri="{FF2B5EF4-FFF2-40B4-BE49-F238E27FC236}">
                <a16:creationId xmlns:a16="http://schemas.microsoft.com/office/drawing/2014/main" id="{F664F667-CC74-4FEC-B679-3E0A0E758AC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2｜情報を混ぜずに分ける</a:t>
            </a:r>
          </a:p>
        </p:txBody>
      </p:sp>
      <p:sp>
        <p:nvSpPr>
          <p:cNvPr id="4" name="box-0199">
            <a:extLst xmlns:a="http://schemas.openxmlformats.org/drawingml/2006/main">
              <a:ext uri="{FF2B5EF4-FFF2-40B4-BE49-F238E27FC236}">
                <a16:creationId xmlns:a16="http://schemas.microsoft.com/office/drawing/2014/main" id="{8C12EFE2-8843-4E88-A9A6-1C67A9B77B63}"/>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200">
            <a:extLst xmlns:a="http://schemas.openxmlformats.org/drawingml/2006/main">
              <a:ext uri="{FF2B5EF4-FFF2-40B4-BE49-F238E27FC236}">
                <a16:creationId xmlns:a16="http://schemas.microsoft.com/office/drawing/2014/main" id="{509E5816-7FBF-4BF5-A0F8-B9137312AA5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201">
            <a:extLst xmlns:a="http://schemas.openxmlformats.org/drawingml/2006/main">
              <a:ext uri="{FF2B5EF4-FFF2-40B4-BE49-F238E27FC236}">
                <a16:creationId xmlns:a16="http://schemas.microsoft.com/office/drawing/2014/main" id="{3783303D-142E-4032-9C62-319124D6774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要点｜分類してから要約する</a:t>
            </a:r>
          </a:p>
        </p:txBody>
      </p:sp>
      <p:sp>
        <p:nvSpPr>
          <p:cNvPr id="7" name="text-0202">
            <a:extLst xmlns:a="http://schemas.openxmlformats.org/drawingml/2006/main">
              <a:ext uri="{FF2B5EF4-FFF2-40B4-BE49-F238E27FC236}">
                <a16:creationId xmlns:a16="http://schemas.microsoft.com/office/drawing/2014/main" id="{E29C1910-38AA-4353-AB41-C42528E335D8}"/>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07</a:t>
            </a:r>
          </a:p>
        </p:txBody>
      </p:sp>
      <p:sp>
        <p:nvSpPr>
          <p:cNvPr id="8" name="text-0203">
            <a:extLst xmlns:a="http://schemas.openxmlformats.org/drawingml/2006/main">
              <a:ext uri="{FF2B5EF4-FFF2-40B4-BE49-F238E27FC236}">
                <a16:creationId xmlns:a16="http://schemas.microsoft.com/office/drawing/2014/main" id="{4C7BC322-99EA-438D-890E-9A1C40B0115D}"/>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02</a:t>
            </a:r>
          </a:p>
        </p:txBody>
      </p:sp>
      <p:sp>
        <p:nvSpPr>
          <p:cNvPr id="9" name="text-0204">
            <a:extLst xmlns:a="http://schemas.openxmlformats.org/drawingml/2006/main">
              <a:ext uri="{FF2B5EF4-FFF2-40B4-BE49-F238E27FC236}">
                <a16:creationId xmlns:a16="http://schemas.microsoft.com/office/drawing/2014/main" id="{880B4BC9-26DD-4782-818D-B0A8911424B8}"/>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2</a:t>
            </a:r>
          </a:p>
        </p:txBody>
      </p:sp>
      <p:sp>
        <p:nvSpPr>
          <p:cNvPr id="10" name="box-0205">
            <a:extLst xmlns:a="http://schemas.openxmlformats.org/drawingml/2006/main">
              <a:ext uri="{FF2B5EF4-FFF2-40B4-BE49-F238E27FC236}">
                <a16:creationId xmlns:a16="http://schemas.microsoft.com/office/drawing/2014/main" id="{082E983C-72FA-4D9F-8598-44829D9D81F0}"/>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0206">
            <a:extLst xmlns:a="http://schemas.openxmlformats.org/drawingml/2006/main">
              <a:ext uri="{FF2B5EF4-FFF2-40B4-BE49-F238E27FC236}">
                <a16:creationId xmlns:a16="http://schemas.microsoft.com/office/drawing/2014/main" id="{076C27C2-1BF4-4249-A6CD-4A5C43967428}"/>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0207">
            <a:extLst xmlns:a="http://schemas.openxmlformats.org/drawingml/2006/main">
              <a:ext uri="{FF2B5EF4-FFF2-40B4-BE49-F238E27FC236}">
                <a16:creationId xmlns:a16="http://schemas.microsoft.com/office/drawing/2014/main" id="{701BA801-C161-444F-AC3F-4C21981EA6F7}"/>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事実・発言・観察・解釈・仮説・未確認の分類基準</a:t>
            </a:r>
          </a:p>
        </p:txBody>
      </p:sp>
      <p:sp>
        <p:nvSpPr>
          <p:cNvPr id="13" name="box-0208">
            <a:extLst xmlns:a="http://schemas.openxmlformats.org/drawingml/2006/main">
              <a:ext uri="{FF2B5EF4-FFF2-40B4-BE49-F238E27FC236}">
                <a16:creationId xmlns:a16="http://schemas.microsoft.com/office/drawing/2014/main" id="{0A7B8BE3-3AA0-458C-9CE8-9C829F8212DE}"/>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0209">
            <a:extLst xmlns:a="http://schemas.openxmlformats.org/drawingml/2006/main">
              <a:ext uri="{FF2B5EF4-FFF2-40B4-BE49-F238E27FC236}">
                <a16:creationId xmlns:a16="http://schemas.microsoft.com/office/drawing/2014/main" id="{99D237E9-F777-4E89-B76B-A82FD6EAAD72}"/>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0210">
            <a:extLst xmlns:a="http://schemas.openxmlformats.org/drawingml/2006/main">
              <a:ext uri="{FF2B5EF4-FFF2-40B4-BE49-F238E27FC236}">
                <a16:creationId xmlns:a16="http://schemas.microsoft.com/office/drawing/2014/main" id="{C1BEAEB1-3B93-44A1-AD93-E3900A659AE1}"/>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根拠を示せる</a:t>
            </a:r>
          </a:p>
        </p:txBody>
      </p:sp>
      <p:sp>
        <p:nvSpPr>
          <p:cNvPr id="16" name="box-0211">
            <a:extLst xmlns:a="http://schemas.openxmlformats.org/drawingml/2006/main">
              <a:ext uri="{FF2B5EF4-FFF2-40B4-BE49-F238E27FC236}">
                <a16:creationId xmlns:a16="http://schemas.microsoft.com/office/drawing/2014/main" id="{64DB3E92-C8E0-4303-8475-319FEE8DC1B5}"/>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0212">
            <a:extLst xmlns:a="http://schemas.openxmlformats.org/drawingml/2006/main">
              <a:ext uri="{FF2B5EF4-FFF2-40B4-BE49-F238E27FC236}">
                <a16:creationId xmlns:a16="http://schemas.microsoft.com/office/drawing/2014/main" id="{519E9383-0747-45B8-9FC6-FC1C54DEDDE4}"/>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0213">
            <a:extLst xmlns:a="http://schemas.openxmlformats.org/drawingml/2006/main">
              <a:ext uri="{FF2B5EF4-FFF2-40B4-BE49-F238E27FC236}">
                <a16:creationId xmlns:a16="http://schemas.microsoft.com/office/drawing/2014/main" id="{162BF7CB-A894-4C87-8281-178ACE13CCDA}"/>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発言を保つ</a:t>
            </a:r>
          </a:p>
        </p:txBody>
      </p:sp>
      <p:sp>
        <p:nvSpPr>
          <p:cNvPr id="19" name="box-0214">
            <a:extLst xmlns:a="http://schemas.openxmlformats.org/drawingml/2006/main">
              <a:ext uri="{FF2B5EF4-FFF2-40B4-BE49-F238E27FC236}">
                <a16:creationId xmlns:a16="http://schemas.microsoft.com/office/drawing/2014/main" id="{6FD99428-4E91-4BF6-9CC2-01340D563BA3}"/>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0215">
            <a:extLst xmlns:a="http://schemas.openxmlformats.org/drawingml/2006/main">
              <a:ext uri="{FF2B5EF4-FFF2-40B4-BE49-F238E27FC236}">
                <a16:creationId xmlns:a16="http://schemas.microsoft.com/office/drawing/2014/main" id="{91C24F68-2B05-41B8-A683-279DCE5AF1DC}"/>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0216">
            <a:extLst xmlns:a="http://schemas.openxmlformats.org/drawingml/2006/main">
              <a:ext uri="{FF2B5EF4-FFF2-40B4-BE49-F238E27FC236}">
                <a16:creationId xmlns:a16="http://schemas.microsoft.com/office/drawing/2014/main" id="{2D1E8274-B533-49FA-9F35-32A9082E1153}"/>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分からないことを残す</a:t>
            </a:r>
          </a:p>
        </p:txBody>
      </p:sp>
      <p:sp>
        <p:nvSpPr>
          <p:cNvPr id="22" name="box-0217">
            <a:extLst xmlns:a="http://schemas.openxmlformats.org/drawingml/2006/main">
              <a:ext uri="{FF2B5EF4-FFF2-40B4-BE49-F238E27FC236}">
                <a16:creationId xmlns:a16="http://schemas.microsoft.com/office/drawing/2014/main" id="{BD22EFA6-1C85-4ADD-A85E-506ABA6142B5}"/>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0218">
            <a:extLst xmlns:a="http://schemas.openxmlformats.org/drawingml/2006/main">
              <a:ext uri="{FF2B5EF4-FFF2-40B4-BE49-F238E27FC236}">
                <a16:creationId xmlns:a16="http://schemas.microsoft.com/office/drawing/2014/main" id="{8469A7DE-F922-41CC-9CB3-6AF12FF5A9E9}"/>
              </a:ext>
            </a:extLst>
          </p:cNvPr>
          <p:cNvSpPr>
            <a:spLocks xmlns:a="http://schemas.openxmlformats.org/drawingml/2006/main" noGrp="1"/>
          </p:cNvSpPr>
          <p:nvPr/>
        </p:nvSpPr>
        <p:spPr>
          <a:xfrm xmlns:a="http://schemas.openxmlformats.org/drawingml/2006/main">
            <a:off x="4324350" y="4714875"/>
            <a:ext cx="695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FFFFFF"/>
                </a:solidFill>
                <a:latin typeface="Hiragino Sans"/>
                <a:ea typeface="Hiragino Sans"/>
                <a:cs typeface="Hiragino Sans"/>
              </a:defRPr>
            </a:pPr>
            <a:r>
              <a:rPr sz="1575" b="1">
                <a:solidFill>
                  <a:srgbClr val="FFFFFF"/>
                </a:solidFill>
                <a:latin typeface="Hiragino Sans"/>
                <a:ea typeface="Hiragino Sans"/>
                <a:cs typeface="Hiragino Sans"/>
              </a:rPr>
              <a:t>最初の仕事は「要約」ではなく「分類」</a:t>
            </a:r>
          </a:p>
        </p:txBody>
      </p:sp>
      <p:sp>
        <p:nvSpPr>
          <p:cNvPr id="24" name="text-0219">
            <a:extLst xmlns:a="http://schemas.openxmlformats.org/drawingml/2006/main">
              <a:ext uri="{FF2B5EF4-FFF2-40B4-BE49-F238E27FC236}">
                <a16:creationId xmlns:a16="http://schemas.microsoft.com/office/drawing/2014/main" id="{C50BDD4D-F071-4D0D-87AA-28F0A3CE4BAC}"/>
              </a:ext>
            </a:extLst>
          </p:cNvPr>
          <p:cNvSpPr>
            <a:spLocks xmlns:a="http://schemas.openxmlformats.org/drawingml/2006/main" noGrp="1"/>
          </p:cNvSpPr>
          <p:nvPr/>
        </p:nvSpPr>
        <p:spPr>
          <a:xfrm xmlns:a="http://schemas.openxmlformats.org/drawingml/2006/main">
            <a:off x="4324350" y="5124450"/>
            <a:ext cx="695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FFFFFF"/>
                </a:solidFill>
                <a:latin typeface="Hiragino Sans"/>
                <a:ea typeface="Hiragino Sans"/>
                <a:cs typeface="Hiragino Sans"/>
              </a:defRPr>
            </a:pPr>
            <a:r>
              <a:rPr sz="1125" b="0">
                <a:solidFill>
                  <a:srgbClr val="FFFFFF"/>
                </a:solidFill>
                <a:latin typeface="Hiragino Sans"/>
                <a:ea typeface="Hiragino Sans"/>
                <a:cs typeface="Hiragino Sans"/>
              </a:rPr>
              <a:t>文章をまとめる前に、情報の種類を明確に切り分けます。</a:t>
            </a:r>
          </a:p>
        </p:txBody>
      </p:sp>
    </p:spTree>
    <p:extLst>
      <p:ext uri="{BB962C8B-B14F-4D97-AF65-F5344CB8AC3E}">
        <p14:creationId xmlns:p14="http://schemas.microsoft.com/office/powerpoint/2010/main" val="92997718"/>
      </p:ext>
    </p:extLst>
  </p:cSld>
</p:sld>
</file>

<file path=ppt/slides/slide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6" name="box-0220">
            <a:extLst xmlns:a="http://schemas.openxmlformats.org/drawingml/2006/main">
              <a:ext uri="{FF2B5EF4-FFF2-40B4-BE49-F238E27FC236}">
                <a16:creationId xmlns:a16="http://schemas.microsoft.com/office/drawing/2014/main" id="{366657DF-7967-4AAD-BA6B-5352C868AA8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221">
            <a:extLst xmlns:a="http://schemas.openxmlformats.org/drawingml/2006/main">
              <a:ext uri="{FF2B5EF4-FFF2-40B4-BE49-F238E27FC236}">
                <a16:creationId xmlns:a16="http://schemas.microsoft.com/office/drawing/2014/main" id="{9EA0C97A-0643-4E55-B79F-3C407DDC6716}"/>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222">
            <a:extLst xmlns:a="http://schemas.openxmlformats.org/drawingml/2006/main">
              <a:ext uri="{FF2B5EF4-FFF2-40B4-BE49-F238E27FC236}">
                <a16:creationId xmlns:a16="http://schemas.microsoft.com/office/drawing/2014/main" id="{2A491DD0-556D-4175-90F1-C0859303533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七つに分けると、記録の曖昧さが減ります</a:t>
            </a:r>
          </a:p>
        </p:txBody>
      </p:sp>
      <p:sp>
        <p:nvSpPr>
          <p:cNvPr id="4" name="box-0223">
            <a:extLst xmlns:a="http://schemas.openxmlformats.org/drawingml/2006/main">
              <a:ext uri="{FF2B5EF4-FFF2-40B4-BE49-F238E27FC236}">
                <a16:creationId xmlns:a16="http://schemas.microsoft.com/office/drawing/2014/main" id="{748A82E1-ECE8-4ECA-A39F-D0FFA2B8291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224">
            <a:extLst xmlns:a="http://schemas.openxmlformats.org/drawingml/2006/main">
              <a:ext uri="{FF2B5EF4-FFF2-40B4-BE49-F238E27FC236}">
                <a16:creationId xmlns:a16="http://schemas.microsoft.com/office/drawing/2014/main" id="{B02A771A-6F2A-46A4-898B-5271DD72B731}"/>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225">
            <a:extLst xmlns:a="http://schemas.openxmlformats.org/drawingml/2006/main">
              <a:ext uri="{FF2B5EF4-FFF2-40B4-BE49-F238E27FC236}">
                <a16:creationId xmlns:a16="http://schemas.microsoft.com/office/drawing/2014/main" id="{95F95D11-CF47-47D0-8F3F-AA6D30AEB85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要点｜情報の種類を先に決めると、AIの飛躍を見つけやすい</a:t>
            </a:r>
          </a:p>
        </p:txBody>
      </p:sp>
      <p:sp>
        <p:nvSpPr>
          <p:cNvPr id="7" name="text-0226">
            <a:extLst xmlns:a="http://schemas.openxmlformats.org/drawingml/2006/main">
              <a:ext uri="{FF2B5EF4-FFF2-40B4-BE49-F238E27FC236}">
                <a16:creationId xmlns:a16="http://schemas.microsoft.com/office/drawing/2014/main" id="{840E64A9-880C-4C9E-820B-4C51F69BB60C}"/>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08</a:t>
            </a:r>
          </a:p>
        </p:txBody>
      </p:sp>
      <p:sp>
        <p:nvSpPr>
          <p:cNvPr id="8" name="box-0227">
            <a:extLst xmlns:a="http://schemas.openxmlformats.org/drawingml/2006/main">
              <a:ext uri="{FF2B5EF4-FFF2-40B4-BE49-F238E27FC236}">
                <a16:creationId xmlns:a16="http://schemas.microsoft.com/office/drawing/2014/main" id="{F070F225-7E7B-4B6D-8BED-89CFAC3380C4}"/>
              </a:ext>
            </a:extLst>
          </p:cNvPr>
          <p:cNvSpPr>
            <a:spLocks xmlns:a="http://schemas.openxmlformats.org/drawingml/2006/main" noGrp="1"/>
          </p:cNvSpPr>
          <p:nvPr/>
        </p:nvSpPr>
        <p:spPr>
          <a:xfrm xmlns:a="http://schemas.openxmlformats.org/drawingml/2006/main">
            <a:off x="552450" y="1428750"/>
            <a:ext cx="264795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0228">
            <a:extLst xmlns:a="http://schemas.openxmlformats.org/drawingml/2006/main">
              <a:ext uri="{FF2B5EF4-FFF2-40B4-BE49-F238E27FC236}">
                <a16:creationId xmlns:a16="http://schemas.microsoft.com/office/drawing/2014/main" id="{C653B55B-82B5-4BAF-B615-71F26C4B5A96}"/>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0229">
            <a:extLst xmlns:a="http://schemas.openxmlformats.org/drawingml/2006/main">
              <a:ext uri="{FF2B5EF4-FFF2-40B4-BE49-F238E27FC236}">
                <a16:creationId xmlns:a16="http://schemas.microsoft.com/office/drawing/2014/main" id="{BF54CD96-0092-42EE-A9C8-A09CC627565A}"/>
              </a:ext>
            </a:extLst>
          </p:cNvPr>
          <p:cNvSpPr>
            <a:spLocks xmlns:a="http://schemas.openxmlformats.org/drawingml/2006/main" noGrp="1"/>
          </p:cNvSpPr>
          <p:nvPr/>
        </p:nvSpPr>
        <p:spPr>
          <a:xfrm xmlns:a="http://schemas.openxmlformats.org/drawingml/2006/main">
            <a:off x="742950" y="1885950"/>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確認済み事実</a:t>
            </a:r>
          </a:p>
        </p:txBody>
      </p:sp>
      <p:sp>
        <p:nvSpPr>
          <p:cNvPr id="11" name="text-0230">
            <a:extLst xmlns:a="http://schemas.openxmlformats.org/drawingml/2006/main">
              <a:ext uri="{FF2B5EF4-FFF2-40B4-BE49-F238E27FC236}">
                <a16:creationId xmlns:a16="http://schemas.microsoft.com/office/drawing/2014/main" id="{868DA83D-A24D-4346-9A14-AEED5A103A8B}"/>
              </a:ext>
            </a:extLst>
          </p:cNvPr>
          <p:cNvSpPr>
            <a:spLocks xmlns:a="http://schemas.openxmlformats.org/drawingml/2006/main" noGrp="1"/>
          </p:cNvSpPr>
          <p:nvPr/>
        </p:nvSpPr>
        <p:spPr>
          <a:xfrm xmlns:a="http://schemas.openxmlformats.org/drawingml/2006/main">
            <a:off x="742950" y="2495550"/>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原資料や確認方法がある</a:t>
            </a:r>
          </a:p>
        </p:txBody>
      </p:sp>
      <p:sp>
        <p:nvSpPr>
          <p:cNvPr id="12" name="box-0231">
            <a:extLst xmlns:a="http://schemas.openxmlformats.org/drawingml/2006/main">
              <a:ext uri="{FF2B5EF4-FFF2-40B4-BE49-F238E27FC236}">
                <a16:creationId xmlns:a16="http://schemas.microsoft.com/office/drawing/2014/main" id="{B93FDBCC-487F-46FB-8F09-B9C44C234FE2}"/>
              </a:ext>
            </a:extLst>
          </p:cNvPr>
          <p:cNvSpPr>
            <a:spLocks xmlns:a="http://schemas.openxmlformats.org/drawingml/2006/main" noGrp="1"/>
          </p:cNvSpPr>
          <p:nvPr/>
        </p:nvSpPr>
        <p:spPr>
          <a:xfrm xmlns:a="http://schemas.openxmlformats.org/drawingml/2006/main">
            <a:off x="3352800" y="1428750"/>
            <a:ext cx="264795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0232">
            <a:extLst xmlns:a="http://schemas.openxmlformats.org/drawingml/2006/main">
              <a:ext uri="{FF2B5EF4-FFF2-40B4-BE49-F238E27FC236}">
                <a16:creationId xmlns:a16="http://schemas.microsoft.com/office/drawing/2014/main" id="{98AB6843-682E-4218-A727-A654DEE8F22E}"/>
              </a:ext>
            </a:extLst>
          </p:cNvPr>
          <p:cNvSpPr>
            <a:spLocks xmlns:a="http://schemas.openxmlformats.org/drawingml/2006/main" noGrp="1"/>
          </p:cNvSpPr>
          <p:nvPr/>
        </p:nvSpPr>
        <p:spPr>
          <a:xfrm xmlns:a="http://schemas.openxmlformats.org/drawingml/2006/main">
            <a:off x="354330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0233">
            <a:extLst xmlns:a="http://schemas.openxmlformats.org/drawingml/2006/main">
              <a:ext uri="{FF2B5EF4-FFF2-40B4-BE49-F238E27FC236}">
                <a16:creationId xmlns:a16="http://schemas.microsoft.com/office/drawing/2014/main" id="{1D37A7E2-F7C6-426D-A897-A365434441F7}"/>
              </a:ext>
            </a:extLst>
          </p:cNvPr>
          <p:cNvSpPr>
            <a:spLocks xmlns:a="http://schemas.openxmlformats.org/drawingml/2006/main" noGrp="1"/>
          </p:cNvSpPr>
          <p:nvPr/>
        </p:nvSpPr>
        <p:spPr>
          <a:xfrm xmlns:a="http://schemas.openxmlformats.org/drawingml/2006/main">
            <a:off x="3543300" y="1885950"/>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相手の発言</a:t>
            </a:r>
          </a:p>
        </p:txBody>
      </p:sp>
      <p:sp>
        <p:nvSpPr>
          <p:cNvPr id="15" name="text-0234">
            <a:extLst xmlns:a="http://schemas.openxmlformats.org/drawingml/2006/main">
              <a:ext uri="{FF2B5EF4-FFF2-40B4-BE49-F238E27FC236}">
                <a16:creationId xmlns:a16="http://schemas.microsoft.com/office/drawing/2014/main" id="{699120CC-46A0-4A1C-9CD9-286B1D87AA28}"/>
              </a:ext>
            </a:extLst>
          </p:cNvPr>
          <p:cNvSpPr>
            <a:spLocks xmlns:a="http://schemas.openxmlformats.org/drawingml/2006/main" noGrp="1"/>
          </p:cNvSpPr>
          <p:nvPr/>
        </p:nvSpPr>
        <p:spPr>
          <a:xfrm xmlns:a="http://schemas.openxmlformats.org/drawingml/2006/main">
            <a:off x="3543300" y="2495550"/>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本人が実際に述べた内容</a:t>
            </a:r>
          </a:p>
        </p:txBody>
      </p:sp>
      <p:sp>
        <p:nvSpPr>
          <p:cNvPr id="16" name="box-0235">
            <a:extLst xmlns:a="http://schemas.openxmlformats.org/drawingml/2006/main">
              <a:ext uri="{FF2B5EF4-FFF2-40B4-BE49-F238E27FC236}">
                <a16:creationId xmlns:a16="http://schemas.microsoft.com/office/drawing/2014/main" id="{100180E3-0033-4A1D-9B88-5781C7C72268}"/>
              </a:ext>
            </a:extLst>
          </p:cNvPr>
          <p:cNvSpPr>
            <a:spLocks xmlns:a="http://schemas.openxmlformats.org/drawingml/2006/main" noGrp="1"/>
          </p:cNvSpPr>
          <p:nvPr/>
        </p:nvSpPr>
        <p:spPr>
          <a:xfrm xmlns:a="http://schemas.openxmlformats.org/drawingml/2006/main">
            <a:off x="6153150" y="1428750"/>
            <a:ext cx="264795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236">
            <a:extLst xmlns:a="http://schemas.openxmlformats.org/drawingml/2006/main">
              <a:ext uri="{FF2B5EF4-FFF2-40B4-BE49-F238E27FC236}">
                <a16:creationId xmlns:a16="http://schemas.microsoft.com/office/drawing/2014/main" id="{7FB841A3-03E6-4F38-8609-7E643886C82F}"/>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0237">
            <a:extLst xmlns:a="http://schemas.openxmlformats.org/drawingml/2006/main">
              <a:ext uri="{FF2B5EF4-FFF2-40B4-BE49-F238E27FC236}">
                <a16:creationId xmlns:a16="http://schemas.microsoft.com/office/drawing/2014/main" id="{2E2A3630-6640-4BE5-A3B8-B9003A7C94C3}"/>
              </a:ext>
            </a:extLst>
          </p:cNvPr>
          <p:cNvSpPr>
            <a:spLocks xmlns:a="http://schemas.openxmlformats.org/drawingml/2006/main" noGrp="1"/>
          </p:cNvSpPr>
          <p:nvPr/>
        </p:nvSpPr>
        <p:spPr>
          <a:xfrm xmlns:a="http://schemas.openxmlformats.org/drawingml/2006/main">
            <a:off x="6343650" y="1885950"/>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観察</a:t>
            </a:r>
          </a:p>
        </p:txBody>
      </p:sp>
      <p:sp>
        <p:nvSpPr>
          <p:cNvPr id="19" name="text-0238">
            <a:extLst xmlns:a="http://schemas.openxmlformats.org/drawingml/2006/main">
              <a:ext uri="{FF2B5EF4-FFF2-40B4-BE49-F238E27FC236}">
                <a16:creationId xmlns:a16="http://schemas.microsoft.com/office/drawing/2014/main" id="{CF19F79C-9E06-42FC-BA79-203C6802E269}"/>
              </a:ext>
            </a:extLst>
          </p:cNvPr>
          <p:cNvSpPr>
            <a:spLocks xmlns:a="http://schemas.openxmlformats.org/drawingml/2006/main" noGrp="1"/>
          </p:cNvSpPr>
          <p:nvPr/>
        </p:nvSpPr>
        <p:spPr>
          <a:xfrm xmlns:a="http://schemas.openxmlformats.org/drawingml/2006/main">
            <a:off x="6343650" y="2495550"/>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担当者が見聞きした状態</a:t>
            </a:r>
          </a:p>
        </p:txBody>
      </p:sp>
      <p:sp>
        <p:nvSpPr>
          <p:cNvPr id="20" name="box-0239">
            <a:extLst xmlns:a="http://schemas.openxmlformats.org/drawingml/2006/main">
              <a:ext uri="{FF2B5EF4-FFF2-40B4-BE49-F238E27FC236}">
                <a16:creationId xmlns:a16="http://schemas.microsoft.com/office/drawing/2014/main" id="{0849AEEE-3E90-48B6-8724-AAA29A084D1C}"/>
              </a:ext>
            </a:extLst>
          </p:cNvPr>
          <p:cNvSpPr>
            <a:spLocks xmlns:a="http://schemas.openxmlformats.org/drawingml/2006/main" noGrp="1"/>
          </p:cNvSpPr>
          <p:nvPr/>
        </p:nvSpPr>
        <p:spPr>
          <a:xfrm xmlns:a="http://schemas.openxmlformats.org/drawingml/2006/main">
            <a:off x="8953500" y="1428750"/>
            <a:ext cx="264795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240">
            <a:extLst xmlns:a="http://schemas.openxmlformats.org/drawingml/2006/main">
              <a:ext uri="{FF2B5EF4-FFF2-40B4-BE49-F238E27FC236}">
                <a16:creationId xmlns:a16="http://schemas.microsoft.com/office/drawing/2014/main" id="{6C0EC568-1497-4285-9F44-D3D0C7B499BD}"/>
              </a:ext>
            </a:extLst>
          </p:cNvPr>
          <p:cNvSpPr>
            <a:spLocks xmlns:a="http://schemas.openxmlformats.org/drawingml/2006/main" noGrp="1"/>
          </p:cNvSpPr>
          <p:nvPr/>
        </p:nvSpPr>
        <p:spPr>
          <a:xfrm xmlns:a="http://schemas.openxmlformats.org/drawingml/2006/main">
            <a:off x="914400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0241">
            <a:extLst xmlns:a="http://schemas.openxmlformats.org/drawingml/2006/main">
              <a:ext uri="{FF2B5EF4-FFF2-40B4-BE49-F238E27FC236}">
                <a16:creationId xmlns:a16="http://schemas.microsoft.com/office/drawing/2014/main" id="{EDD94838-77BA-4EF7-BDFB-E5DF5DF8085C}"/>
              </a:ext>
            </a:extLst>
          </p:cNvPr>
          <p:cNvSpPr>
            <a:spLocks xmlns:a="http://schemas.openxmlformats.org/drawingml/2006/main" noGrp="1"/>
          </p:cNvSpPr>
          <p:nvPr/>
        </p:nvSpPr>
        <p:spPr>
          <a:xfrm xmlns:a="http://schemas.openxmlformats.org/drawingml/2006/main">
            <a:off x="9144000" y="1885950"/>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解釈</a:t>
            </a:r>
          </a:p>
        </p:txBody>
      </p:sp>
      <p:sp>
        <p:nvSpPr>
          <p:cNvPr id="23" name="text-0242">
            <a:extLst xmlns:a="http://schemas.openxmlformats.org/drawingml/2006/main">
              <a:ext uri="{FF2B5EF4-FFF2-40B4-BE49-F238E27FC236}">
                <a16:creationId xmlns:a16="http://schemas.microsoft.com/office/drawing/2014/main" id="{2A967484-E0E6-4918-B70F-6B76FBDD77BF}"/>
              </a:ext>
            </a:extLst>
          </p:cNvPr>
          <p:cNvSpPr>
            <a:spLocks xmlns:a="http://schemas.openxmlformats.org/drawingml/2006/main" noGrp="1"/>
          </p:cNvSpPr>
          <p:nvPr/>
        </p:nvSpPr>
        <p:spPr>
          <a:xfrm xmlns:a="http://schemas.openxmlformats.org/drawingml/2006/main">
            <a:off x="9144000" y="2495550"/>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担当者の意味づけ</a:t>
            </a:r>
          </a:p>
        </p:txBody>
      </p:sp>
      <p:sp>
        <p:nvSpPr>
          <p:cNvPr id="24" name="box-0243">
            <a:extLst xmlns:a="http://schemas.openxmlformats.org/drawingml/2006/main">
              <a:ext uri="{FF2B5EF4-FFF2-40B4-BE49-F238E27FC236}">
                <a16:creationId xmlns:a16="http://schemas.microsoft.com/office/drawing/2014/main" id="{BAAAAABC-1360-4707-9893-2605C96D6785}"/>
              </a:ext>
            </a:extLst>
          </p:cNvPr>
          <p:cNvSpPr>
            <a:spLocks xmlns:a="http://schemas.openxmlformats.org/drawingml/2006/main" noGrp="1"/>
          </p:cNvSpPr>
          <p:nvPr/>
        </p:nvSpPr>
        <p:spPr>
          <a:xfrm xmlns:a="http://schemas.openxmlformats.org/drawingml/2006/main">
            <a:off x="552450" y="3800475"/>
            <a:ext cx="264795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244">
            <a:extLst xmlns:a="http://schemas.openxmlformats.org/drawingml/2006/main">
              <a:ext uri="{FF2B5EF4-FFF2-40B4-BE49-F238E27FC236}">
                <a16:creationId xmlns:a16="http://schemas.microsoft.com/office/drawing/2014/main" id="{6CB545C9-0604-4D7E-A794-94F53D94441F}"/>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05</a:t>
            </a:r>
          </a:p>
        </p:txBody>
      </p:sp>
      <p:sp>
        <p:nvSpPr>
          <p:cNvPr id="26" name="text-0245">
            <a:extLst xmlns:a="http://schemas.openxmlformats.org/drawingml/2006/main">
              <a:ext uri="{FF2B5EF4-FFF2-40B4-BE49-F238E27FC236}">
                <a16:creationId xmlns:a16="http://schemas.microsoft.com/office/drawing/2014/main" id="{A37D5AF7-8215-442D-B6B9-1A583EB18043}"/>
              </a:ext>
            </a:extLst>
          </p:cNvPr>
          <p:cNvSpPr>
            <a:spLocks xmlns:a="http://schemas.openxmlformats.org/drawingml/2006/main" noGrp="1"/>
          </p:cNvSpPr>
          <p:nvPr/>
        </p:nvSpPr>
        <p:spPr>
          <a:xfrm xmlns:a="http://schemas.openxmlformats.org/drawingml/2006/main">
            <a:off x="742950" y="4257675"/>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仮説</a:t>
            </a:r>
          </a:p>
        </p:txBody>
      </p:sp>
      <p:sp>
        <p:nvSpPr>
          <p:cNvPr id="27" name="text-0246">
            <a:extLst xmlns:a="http://schemas.openxmlformats.org/drawingml/2006/main">
              <a:ext uri="{FF2B5EF4-FFF2-40B4-BE49-F238E27FC236}">
                <a16:creationId xmlns:a16="http://schemas.microsoft.com/office/drawing/2014/main" id="{BB88EDE5-E3C3-4A26-948C-DBB1D79D4595}"/>
              </a:ext>
            </a:extLst>
          </p:cNvPr>
          <p:cNvSpPr>
            <a:spLocks xmlns:a="http://schemas.openxmlformats.org/drawingml/2006/main" noGrp="1"/>
          </p:cNvSpPr>
          <p:nvPr/>
        </p:nvSpPr>
        <p:spPr>
          <a:xfrm xmlns:a="http://schemas.openxmlformats.org/drawingml/2006/main">
            <a:off x="742950" y="4867275"/>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検証前の可能性</a:t>
            </a:r>
          </a:p>
        </p:txBody>
      </p:sp>
      <p:sp>
        <p:nvSpPr>
          <p:cNvPr id="28" name="box-0247">
            <a:extLst xmlns:a="http://schemas.openxmlformats.org/drawingml/2006/main">
              <a:ext uri="{FF2B5EF4-FFF2-40B4-BE49-F238E27FC236}">
                <a16:creationId xmlns:a16="http://schemas.microsoft.com/office/drawing/2014/main" id="{282E581E-7711-48EC-9DBC-966CB9FA2B0F}"/>
              </a:ext>
            </a:extLst>
          </p:cNvPr>
          <p:cNvSpPr>
            <a:spLocks xmlns:a="http://schemas.openxmlformats.org/drawingml/2006/main" noGrp="1"/>
          </p:cNvSpPr>
          <p:nvPr/>
        </p:nvSpPr>
        <p:spPr>
          <a:xfrm xmlns:a="http://schemas.openxmlformats.org/drawingml/2006/main">
            <a:off x="3352800" y="3800475"/>
            <a:ext cx="264795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248">
            <a:extLst xmlns:a="http://schemas.openxmlformats.org/drawingml/2006/main">
              <a:ext uri="{FF2B5EF4-FFF2-40B4-BE49-F238E27FC236}">
                <a16:creationId xmlns:a16="http://schemas.microsoft.com/office/drawing/2014/main" id="{D1B79C8A-1327-4F41-A64F-E3BD1A918804}"/>
              </a:ext>
            </a:extLst>
          </p:cNvPr>
          <p:cNvSpPr>
            <a:spLocks xmlns:a="http://schemas.openxmlformats.org/drawingml/2006/main" noGrp="1"/>
          </p:cNvSpPr>
          <p:nvPr/>
        </p:nvSpPr>
        <p:spPr>
          <a:xfrm xmlns:a="http://schemas.openxmlformats.org/drawingml/2006/main">
            <a:off x="354330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06</a:t>
            </a:r>
          </a:p>
        </p:txBody>
      </p:sp>
      <p:sp>
        <p:nvSpPr>
          <p:cNvPr id="30" name="text-0249">
            <a:extLst xmlns:a="http://schemas.openxmlformats.org/drawingml/2006/main">
              <a:ext uri="{FF2B5EF4-FFF2-40B4-BE49-F238E27FC236}">
                <a16:creationId xmlns:a16="http://schemas.microsoft.com/office/drawing/2014/main" id="{7BD6DE6B-5218-41A6-B17E-62CA2941D57D}"/>
              </a:ext>
            </a:extLst>
          </p:cNvPr>
          <p:cNvSpPr>
            <a:spLocks xmlns:a="http://schemas.openxmlformats.org/drawingml/2006/main" noGrp="1"/>
          </p:cNvSpPr>
          <p:nvPr/>
        </p:nvSpPr>
        <p:spPr>
          <a:xfrm xmlns:a="http://schemas.openxmlformats.org/drawingml/2006/main">
            <a:off x="3543300" y="4257675"/>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未確認</a:t>
            </a:r>
          </a:p>
        </p:txBody>
      </p:sp>
      <p:sp>
        <p:nvSpPr>
          <p:cNvPr id="31" name="text-0250">
            <a:extLst xmlns:a="http://schemas.openxmlformats.org/drawingml/2006/main">
              <a:ext uri="{FF2B5EF4-FFF2-40B4-BE49-F238E27FC236}">
                <a16:creationId xmlns:a16="http://schemas.microsoft.com/office/drawing/2014/main" id="{7AA3687A-98A7-419C-8C7D-D60FDF764B00}"/>
              </a:ext>
            </a:extLst>
          </p:cNvPr>
          <p:cNvSpPr>
            <a:spLocks xmlns:a="http://schemas.openxmlformats.org/drawingml/2006/main" noGrp="1"/>
          </p:cNvSpPr>
          <p:nvPr/>
        </p:nvSpPr>
        <p:spPr>
          <a:xfrm xmlns:a="http://schemas.openxmlformats.org/drawingml/2006/main">
            <a:off x="3543300" y="4867275"/>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不足・矛盾・未回答</a:t>
            </a:r>
          </a:p>
        </p:txBody>
      </p:sp>
      <p:sp>
        <p:nvSpPr>
          <p:cNvPr id="32" name="box-0251">
            <a:extLst xmlns:a="http://schemas.openxmlformats.org/drawingml/2006/main">
              <a:ext uri="{FF2B5EF4-FFF2-40B4-BE49-F238E27FC236}">
                <a16:creationId xmlns:a16="http://schemas.microsoft.com/office/drawing/2014/main" id="{ABE3C2B7-45AB-446A-9037-1A5EB8F98C70}"/>
              </a:ext>
            </a:extLst>
          </p:cNvPr>
          <p:cNvSpPr>
            <a:spLocks xmlns:a="http://schemas.openxmlformats.org/drawingml/2006/main" noGrp="1"/>
          </p:cNvSpPr>
          <p:nvPr/>
        </p:nvSpPr>
        <p:spPr>
          <a:xfrm xmlns:a="http://schemas.openxmlformats.org/drawingml/2006/main">
            <a:off x="6153150" y="3800475"/>
            <a:ext cx="264795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33" name="text-0252">
            <a:extLst xmlns:a="http://schemas.openxmlformats.org/drawingml/2006/main">
              <a:ext uri="{FF2B5EF4-FFF2-40B4-BE49-F238E27FC236}">
                <a16:creationId xmlns:a16="http://schemas.microsoft.com/office/drawing/2014/main" id="{4889D276-8ACB-4CCA-9320-1A0DECCAB9FF}"/>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07</a:t>
            </a:r>
          </a:p>
        </p:txBody>
      </p:sp>
      <p:sp>
        <p:nvSpPr>
          <p:cNvPr id="34" name="text-0253">
            <a:extLst xmlns:a="http://schemas.openxmlformats.org/drawingml/2006/main">
              <a:ext uri="{FF2B5EF4-FFF2-40B4-BE49-F238E27FC236}">
                <a16:creationId xmlns:a16="http://schemas.microsoft.com/office/drawing/2014/main" id="{F5D4DD2E-B6B5-4650-AC4B-F2AF7D2B18B0}"/>
              </a:ext>
            </a:extLst>
          </p:cNvPr>
          <p:cNvSpPr>
            <a:spLocks xmlns:a="http://schemas.openxmlformats.org/drawingml/2006/main" noGrp="1"/>
          </p:cNvSpPr>
          <p:nvPr/>
        </p:nvSpPr>
        <p:spPr>
          <a:xfrm xmlns:a="http://schemas.openxmlformats.org/drawingml/2006/main">
            <a:off x="6343650" y="4257675"/>
            <a:ext cx="2266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要望・課題・制約</a:t>
            </a:r>
          </a:p>
        </p:txBody>
      </p:sp>
      <p:sp>
        <p:nvSpPr>
          <p:cNvPr id="35" name="text-0254">
            <a:extLst xmlns:a="http://schemas.openxmlformats.org/drawingml/2006/main">
              <a:ext uri="{FF2B5EF4-FFF2-40B4-BE49-F238E27FC236}">
                <a16:creationId xmlns:a16="http://schemas.microsoft.com/office/drawing/2014/main" id="{FE293FEB-3D3F-4DE5-BA1A-CFB1A44592B7}"/>
              </a:ext>
            </a:extLst>
          </p:cNvPr>
          <p:cNvSpPr>
            <a:spLocks xmlns:a="http://schemas.openxmlformats.org/drawingml/2006/main" noGrp="1"/>
          </p:cNvSpPr>
          <p:nvPr/>
        </p:nvSpPr>
        <p:spPr>
          <a:xfrm xmlns:a="http://schemas.openxmlformats.org/drawingml/2006/main">
            <a:off x="6343650" y="4867275"/>
            <a:ext cx="22669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0">
                <a:solidFill>
                  <a:srgbClr val="203746"/>
                </a:solidFill>
                <a:latin typeface="Hiragino Sans"/>
                <a:ea typeface="Hiragino Sans"/>
                <a:cs typeface="Hiragino Sans"/>
              </a:defRPr>
            </a:pPr>
            <a:r>
              <a:rPr sz="975" b="0">
                <a:solidFill>
                  <a:srgbClr val="203746"/>
                </a:solidFill>
                <a:latin typeface="Hiragino Sans"/>
                <a:ea typeface="Hiragino Sans"/>
                <a:cs typeface="Hiragino Sans"/>
              </a:rPr>
              <a:t>後続対応に必要な条件</a:t>
            </a:r>
          </a:p>
        </p:txBody>
      </p:sp>
    </p:spTree>
    <p:extLst>
      <p:ext uri="{BB962C8B-B14F-4D97-AF65-F5344CB8AC3E}">
        <p14:creationId xmlns:p14="http://schemas.microsoft.com/office/powerpoint/2010/main" val="534431754"/>
      </p:ext>
    </p:extLst>
  </p:cSld>
</p:sld>
</file>

<file path=ppt/slides/slide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255">
            <a:extLst xmlns:a="http://schemas.openxmlformats.org/drawingml/2006/main">
              <a:ext uri="{FF2B5EF4-FFF2-40B4-BE49-F238E27FC236}">
                <a16:creationId xmlns:a16="http://schemas.microsoft.com/office/drawing/2014/main" id="{D8741C77-ED0F-4B9D-AE59-AA5E0136DE7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256">
            <a:extLst xmlns:a="http://schemas.openxmlformats.org/drawingml/2006/main">
              <a:ext uri="{FF2B5EF4-FFF2-40B4-BE49-F238E27FC236}">
                <a16:creationId xmlns:a16="http://schemas.microsoft.com/office/drawing/2014/main" id="{D3AFCD16-A295-48E2-9F68-2F45731405D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257">
            <a:extLst xmlns:a="http://schemas.openxmlformats.org/drawingml/2006/main">
              <a:ext uri="{FF2B5EF4-FFF2-40B4-BE49-F238E27FC236}">
                <a16:creationId xmlns:a16="http://schemas.microsoft.com/office/drawing/2014/main" id="{6C178344-F51B-4CF7-960B-510D638A768C}"/>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事実は『どう確認したか』まで言える情報です</a:t>
            </a:r>
          </a:p>
        </p:txBody>
      </p:sp>
      <p:sp>
        <p:nvSpPr>
          <p:cNvPr id="4" name="box-0258">
            <a:extLst xmlns:a="http://schemas.openxmlformats.org/drawingml/2006/main">
              <a:ext uri="{FF2B5EF4-FFF2-40B4-BE49-F238E27FC236}">
                <a16:creationId xmlns:a16="http://schemas.microsoft.com/office/drawing/2014/main" id="{F88F954A-8BE2-4D66-9856-44E52A9FC6E6}"/>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259">
            <a:extLst xmlns:a="http://schemas.openxmlformats.org/drawingml/2006/main">
              <a:ext uri="{FF2B5EF4-FFF2-40B4-BE49-F238E27FC236}">
                <a16:creationId xmlns:a16="http://schemas.microsoft.com/office/drawing/2014/main" id="{21A930D8-0D4A-4C79-9DE6-2B04D48EDAE7}"/>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260">
            <a:extLst xmlns:a="http://schemas.openxmlformats.org/drawingml/2006/main">
              <a:ext uri="{FF2B5EF4-FFF2-40B4-BE49-F238E27FC236}">
                <a16:creationId xmlns:a16="http://schemas.microsoft.com/office/drawing/2014/main" id="{FD6A0083-9018-4101-A708-E71BBAAD59B5}"/>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要点｜根拠を示せない内容は、事実欄へ入れない</a:t>
            </a:r>
          </a:p>
        </p:txBody>
      </p:sp>
      <p:sp>
        <p:nvSpPr>
          <p:cNvPr id="7" name="text-0261">
            <a:extLst xmlns:a="http://schemas.openxmlformats.org/drawingml/2006/main">
              <a:ext uri="{FF2B5EF4-FFF2-40B4-BE49-F238E27FC236}">
                <a16:creationId xmlns:a16="http://schemas.microsoft.com/office/drawing/2014/main" id="{85DE3A0A-7230-4491-91C8-276E559FEBC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09</a:t>
            </a:r>
          </a:p>
        </p:txBody>
      </p:sp>
      <p:sp>
        <p:nvSpPr>
          <p:cNvPr id="8" name="box-0262">
            <a:extLst xmlns:a="http://schemas.openxmlformats.org/drawingml/2006/main">
              <a:ext uri="{FF2B5EF4-FFF2-40B4-BE49-F238E27FC236}">
                <a16:creationId xmlns:a16="http://schemas.microsoft.com/office/drawing/2014/main" id="{E18653FB-467F-4E58-9DF9-0D18E8EC6C6C}"/>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263">
            <a:extLst xmlns:a="http://schemas.openxmlformats.org/drawingml/2006/main">
              <a:ext uri="{FF2B5EF4-FFF2-40B4-BE49-F238E27FC236}">
                <a16:creationId xmlns:a16="http://schemas.microsoft.com/office/drawing/2014/main" id="{3CF25EDE-75F3-4AE6-B8F3-6E6B5350AE58}"/>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記述</a:t>
            </a:r>
          </a:p>
        </p:txBody>
      </p:sp>
      <p:sp>
        <p:nvSpPr>
          <p:cNvPr id="10" name="box-0264">
            <a:extLst xmlns:a="http://schemas.openxmlformats.org/drawingml/2006/main">
              <a:ext uri="{FF2B5EF4-FFF2-40B4-BE49-F238E27FC236}">
                <a16:creationId xmlns:a16="http://schemas.microsoft.com/office/drawing/2014/main" id="{DEE88E07-3239-4B6C-BE4F-FB25E717198E}"/>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265">
            <a:extLst xmlns:a="http://schemas.openxmlformats.org/drawingml/2006/main">
              <a:ext uri="{FF2B5EF4-FFF2-40B4-BE49-F238E27FC236}">
                <a16:creationId xmlns:a16="http://schemas.microsoft.com/office/drawing/2014/main" id="{4ADA6F2B-C9A9-4102-9565-B162AF892C79}"/>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扱い</a:t>
            </a:r>
          </a:p>
        </p:txBody>
      </p:sp>
      <p:sp>
        <p:nvSpPr>
          <p:cNvPr id="12" name="box-0266">
            <a:extLst xmlns:a="http://schemas.openxmlformats.org/drawingml/2006/main">
              <a:ext uri="{FF2B5EF4-FFF2-40B4-BE49-F238E27FC236}">
                <a16:creationId xmlns:a16="http://schemas.microsoft.com/office/drawing/2014/main" id="{CC88CE53-3AAA-495D-8604-A930120DC731}"/>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267">
            <a:extLst xmlns:a="http://schemas.openxmlformats.org/drawingml/2006/main">
              <a:ext uri="{FF2B5EF4-FFF2-40B4-BE49-F238E27FC236}">
                <a16:creationId xmlns:a16="http://schemas.microsoft.com/office/drawing/2014/main" id="{FBD97218-19E6-493A-9E0D-D5FBF5811663}"/>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理由</a:t>
            </a:r>
          </a:p>
        </p:txBody>
      </p:sp>
      <p:sp>
        <p:nvSpPr>
          <p:cNvPr id="14" name="box-0268">
            <a:extLst xmlns:a="http://schemas.openxmlformats.org/drawingml/2006/main">
              <a:ext uri="{FF2B5EF4-FFF2-40B4-BE49-F238E27FC236}">
                <a16:creationId xmlns:a16="http://schemas.microsoft.com/office/drawing/2014/main" id="{CAEC42B0-C43A-4BAC-AA87-614E890E3840}"/>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269">
            <a:extLst xmlns:a="http://schemas.openxmlformats.org/drawingml/2006/main">
              <a:ext uri="{FF2B5EF4-FFF2-40B4-BE49-F238E27FC236}">
                <a16:creationId xmlns:a16="http://schemas.microsoft.com/office/drawing/2014/main" id="{558D0822-7B6F-471C-BA7B-0475737CEB92}"/>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訪問は14時に開始</a:t>
            </a:r>
          </a:p>
        </p:txBody>
      </p:sp>
      <p:sp>
        <p:nvSpPr>
          <p:cNvPr id="16" name="box-0270">
            <a:extLst xmlns:a="http://schemas.openxmlformats.org/drawingml/2006/main">
              <a:ext uri="{FF2B5EF4-FFF2-40B4-BE49-F238E27FC236}">
                <a16:creationId xmlns:a16="http://schemas.microsoft.com/office/drawing/2014/main" id="{9CA50BAE-DF5D-4602-8707-830606212A7E}"/>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271">
            <a:extLst xmlns:a="http://schemas.openxmlformats.org/drawingml/2006/main">
              <a:ext uri="{FF2B5EF4-FFF2-40B4-BE49-F238E27FC236}">
                <a16:creationId xmlns:a16="http://schemas.microsoft.com/office/drawing/2014/main" id="{D2334530-F252-416F-BCD1-A09AC16A48D4}"/>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事実</a:t>
            </a:r>
          </a:p>
        </p:txBody>
      </p:sp>
      <p:sp>
        <p:nvSpPr>
          <p:cNvPr id="18" name="box-0272">
            <a:extLst xmlns:a="http://schemas.openxmlformats.org/drawingml/2006/main">
              <a:ext uri="{FF2B5EF4-FFF2-40B4-BE49-F238E27FC236}">
                <a16:creationId xmlns:a16="http://schemas.microsoft.com/office/drawing/2014/main" id="{FC121A7E-306C-42DE-AC9C-60832F01BCFA}"/>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273">
            <a:extLst xmlns:a="http://schemas.openxmlformats.org/drawingml/2006/main">
              <a:ext uri="{FF2B5EF4-FFF2-40B4-BE49-F238E27FC236}">
                <a16:creationId xmlns:a16="http://schemas.microsoft.com/office/drawing/2014/main" id="{01E24A90-44D4-4D59-87F6-80B5945D8CAE}"/>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予定表と記録時刻で確認</a:t>
            </a:r>
          </a:p>
        </p:txBody>
      </p:sp>
      <p:sp>
        <p:nvSpPr>
          <p:cNvPr id="20" name="box-0274">
            <a:extLst xmlns:a="http://schemas.openxmlformats.org/drawingml/2006/main">
              <a:ext uri="{FF2B5EF4-FFF2-40B4-BE49-F238E27FC236}">
                <a16:creationId xmlns:a16="http://schemas.microsoft.com/office/drawing/2014/main" id="{579F169D-A40A-44A1-9ADF-9A7A1D1206FA}"/>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275">
            <a:extLst xmlns:a="http://schemas.openxmlformats.org/drawingml/2006/main">
              <a:ext uri="{FF2B5EF4-FFF2-40B4-BE49-F238E27FC236}">
                <a16:creationId xmlns:a16="http://schemas.microsoft.com/office/drawing/2014/main" id="{194CE8EC-2EE5-4B56-B8C5-33D035B077EB}"/>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顧客は急いでいる</a:t>
            </a:r>
          </a:p>
        </p:txBody>
      </p:sp>
      <p:sp>
        <p:nvSpPr>
          <p:cNvPr id="22" name="box-0276">
            <a:extLst xmlns:a="http://schemas.openxmlformats.org/drawingml/2006/main">
              <a:ext uri="{FF2B5EF4-FFF2-40B4-BE49-F238E27FC236}">
                <a16:creationId xmlns:a16="http://schemas.microsoft.com/office/drawing/2014/main" id="{51104439-4B65-4542-B32D-9552160DC1A7}"/>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277">
            <a:extLst xmlns:a="http://schemas.openxmlformats.org/drawingml/2006/main">
              <a:ext uri="{FF2B5EF4-FFF2-40B4-BE49-F238E27FC236}">
                <a16:creationId xmlns:a16="http://schemas.microsoft.com/office/drawing/2014/main" id="{7FC1C649-38B4-4866-A50A-BB6E01AAD64A}"/>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解釈</a:t>
            </a:r>
          </a:p>
        </p:txBody>
      </p:sp>
      <p:sp>
        <p:nvSpPr>
          <p:cNvPr id="24" name="box-0278">
            <a:extLst xmlns:a="http://schemas.openxmlformats.org/drawingml/2006/main">
              <a:ext uri="{FF2B5EF4-FFF2-40B4-BE49-F238E27FC236}">
                <a16:creationId xmlns:a16="http://schemas.microsoft.com/office/drawing/2014/main" id="{06F1B9C2-7666-42CE-B8A8-17F7D99B2881}"/>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279">
            <a:extLst xmlns:a="http://schemas.openxmlformats.org/drawingml/2006/main">
              <a:ext uri="{FF2B5EF4-FFF2-40B4-BE49-F238E27FC236}">
                <a16:creationId xmlns:a16="http://schemas.microsoft.com/office/drawing/2014/main" id="{D92A26B5-32C4-471C-90CE-3B5DCC71ECC3}"/>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本人の明言がない</a:t>
            </a:r>
          </a:p>
        </p:txBody>
      </p:sp>
      <p:sp>
        <p:nvSpPr>
          <p:cNvPr id="26" name="box-0280">
            <a:extLst xmlns:a="http://schemas.openxmlformats.org/drawingml/2006/main">
              <a:ext uri="{FF2B5EF4-FFF2-40B4-BE49-F238E27FC236}">
                <a16:creationId xmlns:a16="http://schemas.microsoft.com/office/drawing/2014/main" id="{F371287F-AFAF-4537-B2C9-54586CD9B50A}"/>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281">
            <a:extLst xmlns:a="http://schemas.openxmlformats.org/drawingml/2006/main">
              <a:ext uri="{FF2B5EF4-FFF2-40B4-BE49-F238E27FC236}">
                <a16:creationId xmlns:a16="http://schemas.microsoft.com/office/drawing/2014/main" id="{74BF815C-E1A1-4FA3-83B2-72AC33EE1A3C}"/>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9月中を希望</a:t>
            </a:r>
          </a:p>
        </p:txBody>
      </p:sp>
      <p:sp>
        <p:nvSpPr>
          <p:cNvPr id="28" name="box-0282">
            <a:extLst xmlns:a="http://schemas.openxmlformats.org/drawingml/2006/main">
              <a:ext uri="{FF2B5EF4-FFF2-40B4-BE49-F238E27FC236}">
                <a16:creationId xmlns:a16="http://schemas.microsoft.com/office/drawing/2014/main" id="{524272B9-6A0B-4C1C-9A78-A470C77A5D94}"/>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283">
            <a:extLst xmlns:a="http://schemas.openxmlformats.org/drawingml/2006/main">
              <a:ext uri="{FF2B5EF4-FFF2-40B4-BE49-F238E27FC236}">
                <a16:creationId xmlns:a16="http://schemas.microsoft.com/office/drawing/2014/main" id="{527B6AD0-6B78-4357-B168-0019006B133C}"/>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発言</a:t>
            </a:r>
          </a:p>
        </p:txBody>
      </p:sp>
      <p:sp>
        <p:nvSpPr>
          <p:cNvPr id="30" name="box-0284">
            <a:extLst xmlns:a="http://schemas.openxmlformats.org/drawingml/2006/main">
              <a:ext uri="{FF2B5EF4-FFF2-40B4-BE49-F238E27FC236}">
                <a16:creationId xmlns:a16="http://schemas.microsoft.com/office/drawing/2014/main" id="{453A771C-C58C-4401-854A-5C37AEF92B9F}"/>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285">
            <a:extLst xmlns:a="http://schemas.openxmlformats.org/drawingml/2006/main">
              <a:ext uri="{FF2B5EF4-FFF2-40B4-BE49-F238E27FC236}">
                <a16:creationId xmlns:a16="http://schemas.microsoft.com/office/drawing/2014/main" id="{C91962EC-E87A-48BC-9EFA-39C37CF42DFF}"/>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メール原文に記載</a:t>
            </a:r>
          </a:p>
        </p:txBody>
      </p:sp>
    </p:spTree>
    <p:extLst>
      <p:ext uri="{BB962C8B-B14F-4D97-AF65-F5344CB8AC3E}">
        <p14:creationId xmlns:p14="http://schemas.microsoft.com/office/powerpoint/2010/main" val="1483633027"/>
      </p:ext>
    </p:extLst>
  </p:cSld>
</p:sld>
</file>

<file path=ppt/slides/slide1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286">
            <a:extLst xmlns:a="http://schemas.openxmlformats.org/drawingml/2006/main">
              <a:ext uri="{FF2B5EF4-FFF2-40B4-BE49-F238E27FC236}">
                <a16:creationId xmlns:a16="http://schemas.microsoft.com/office/drawing/2014/main" id="{8B155CBE-8BA9-4D47-9323-DC5545E416C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287">
            <a:extLst xmlns:a="http://schemas.openxmlformats.org/drawingml/2006/main">
              <a:ext uri="{FF2B5EF4-FFF2-40B4-BE49-F238E27FC236}">
                <a16:creationId xmlns:a16="http://schemas.microsoft.com/office/drawing/2014/main" id="{A7A0EA95-09B6-43B6-9C4A-81C15E6C35B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288">
            <a:extLst xmlns:a="http://schemas.openxmlformats.org/drawingml/2006/main">
              <a:ext uri="{FF2B5EF4-FFF2-40B4-BE49-F238E27FC236}">
                <a16:creationId xmlns:a16="http://schemas.microsoft.com/office/drawing/2014/main" id="{EC0F4284-C058-40AA-A18C-017BFA4FE5C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発言と観察は、原文の形を保ちます</a:t>
            </a:r>
          </a:p>
        </p:txBody>
      </p:sp>
      <p:sp>
        <p:nvSpPr>
          <p:cNvPr id="4" name="box-0289">
            <a:extLst xmlns:a="http://schemas.openxmlformats.org/drawingml/2006/main">
              <a:ext uri="{FF2B5EF4-FFF2-40B4-BE49-F238E27FC236}">
                <a16:creationId xmlns:a16="http://schemas.microsoft.com/office/drawing/2014/main" id="{42FDA903-86BB-4967-AEF7-636C6113756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290">
            <a:extLst xmlns:a="http://schemas.openxmlformats.org/drawingml/2006/main">
              <a:ext uri="{FF2B5EF4-FFF2-40B4-BE49-F238E27FC236}">
                <a16:creationId xmlns:a16="http://schemas.microsoft.com/office/drawing/2014/main" id="{7FE1EC8E-CF76-4112-9195-562499D6C6FF}"/>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291">
            <a:extLst xmlns:a="http://schemas.openxmlformats.org/drawingml/2006/main">
              <a:ext uri="{FF2B5EF4-FFF2-40B4-BE49-F238E27FC236}">
                <a16:creationId xmlns:a16="http://schemas.microsoft.com/office/drawing/2014/main" id="{2A955A31-09A2-40E5-89F2-C3F0AE2BB354}"/>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要点｜相手が言ったことと、担当者が見たことを別々に残す</a:t>
            </a:r>
          </a:p>
        </p:txBody>
      </p:sp>
      <p:sp>
        <p:nvSpPr>
          <p:cNvPr id="7" name="text-0292">
            <a:extLst xmlns:a="http://schemas.openxmlformats.org/drawingml/2006/main">
              <a:ext uri="{FF2B5EF4-FFF2-40B4-BE49-F238E27FC236}">
                <a16:creationId xmlns:a16="http://schemas.microsoft.com/office/drawing/2014/main" id="{FFE09DEF-1189-490C-B05D-AB4E5F958EEB}"/>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10</a:t>
            </a:r>
          </a:p>
        </p:txBody>
      </p:sp>
      <p:sp>
        <p:nvSpPr>
          <p:cNvPr id="8" name="box-0293">
            <a:extLst xmlns:a="http://schemas.openxmlformats.org/drawingml/2006/main">
              <a:ext uri="{FF2B5EF4-FFF2-40B4-BE49-F238E27FC236}">
                <a16:creationId xmlns:a16="http://schemas.microsoft.com/office/drawing/2014/main" id="{2764964A-797D-432D-9B0B-0656DD2C1203}"/>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294">
            <a:extLst xmlns:a="http://schemas.openxmlformats.org/drawingml/2006/main">
              <a:ext uri="{FF2B5EF4-FFF2-40B4-BE49-F238E27FC236}">
                <a16:creationId xmlns:a16="http://schemas.microsoft.com/office/drawing/2014/main" id="{8FF702D5-487B-4391-8BFF-C1877812D769}"/>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相手の発言</a:t>
            </a:r>
          </a:p>
        </p:txBody>
      </p:sp>
      <p:sp>
        <p:nvSpPr>
          <p:cNvPr id="10" name="box-0295">
            <a:extLst xmlns:a="http://schemas.openxmlformats.org/drawingml/2006/main">
              <a:ext uri="{FF2B5EF4-FFF2-40B4-BE49-F238E27FC236}">
                <a16:creationId xmlns:a16="http://schemas.microsoft.com/office/drawing/2014/main" id="{541CDD01-4B43-4CDE-88B5-F8877F2745DE}"/>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296">
            <a:extLst xmlns:a="http://schemas.openxmlformats.org/drawingml/2006/main">
              <a:ext uri="{FF2B5EF4-FFF2-40B4-BE49-F238E27FC236}">
                <a16:creationId xmlns:a16="http://schemas.microsoft.com/office/drawing/2014/main" id="{2C3B18E2-E90F-4765-977D-A67D956A88B3}"/>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297">
            <a:extLst xmlns:a="http://schemas.openxmlformats.org/drawingml/2006/main">
              <a:ext uri="{FF2B5EF4-FFF2-40B4-BE49-F238E27FC236}">
                <a16:creationId xmlns:a16="http://schemas.microsoft.com/office/drawing/2014/main" id="{A79FA241-A355-48CC-8105-9DA6FAF54BEF}"/>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298">
            <a:extLst xmlns:a="http://schemas.openxmlformats.org/drawingml/2006/main">
              <a:ext uri="{FF2B5EF4-FFF2-40B4-BE49-F238E27FC236}">
                <a16:creationId xmlns:a16="http://schemas.microsoft.com/office/drawing/2014/main" id="{457AAB4F-9F17-431C-92FF-140B9F23871C}"/>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『9月中に試したい』</a:t>
            </a:r>
          </a:p>
        </p:txBody>
      </p:sp>
      <p:sp>
        <p:nvSpPr>
          <p:cNvPr id="14" name="box-0299">
            <a:extLst xmlns:a="http://schemas.openxmlformats.org/drawingml/2006/main">
              <a:ext uri="{FF2B5EF4-FFF2-40B4-BE49-F238E27FC236}">
                <a16:creationId xmlns:a16="http://schemas.microsoft.com/office/drawing/2014/main" id="{4A71A7BF-A85C-46A1-A51A-72A856062D50}"/>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300">
            <a:extLst xmlns:a="http://schemas.openxmlformats.org/drawingml/2006/main">
              <a:ext uri="{FF2B5EF4-FFF2-40B4-BE49-F238E27FC236}">
                <a16:creationId xmlns:a16="http://schemas.microsoft.com/office/drawing/2014/main" id="{F789C062-8908-473C-8F10-FC2377F0D8F7}"/>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301">
            <a:extLst xmlns:a="http://schemas.openxmlformats.org/drawingml/2006/main">
              <a:ext uri="{FF2B5EF4-FFF2-40B4-BE49-F238E27FC236}">
                <a16:creationId xmlns:a16="http://schemas.microsoft.com/office/drawing/2014/main" id="{E210BA0E-8A32-43FC-8754-681FA2106B35}"/>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『予算はまだ未定』</a:t>
            </a:r>
          </a:p>
        </p:txBody>
      </p:sp>
      <p:sp>
        <p:nvSpPr>
          <p:cNvPr id="17" name="box-0302">
            <a:extLst xmlns:a="http://schemas.openxmlformats.org/drawingml/2006/main">
              <a:ext uri="{FF2B5EF4-FFF2-40B4-BE49-F238E27FC236}">
                <a16:creationId xmlns:a16="http://schemas.microsoft.com/office/drawing/2014/main" id="{DFFCB490-C9B8-433B-8E0F-9096A5768998}"/>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303">
            <a:extLst xmlns:a="http://schemas.openxmlformats.org/drawingml/2006/main">
              <a:ext uri="{FF2B5EF4-FFF2-40B4-BE49-F238E27FC236}">
                <a16:creationId xmlns:a16="http://schemas.microsoft.com/office/drawing/2014/main" id="{7BF10B02-D7FF-48DF-9D91-BA61C54A9E57}"/>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304">
            <a:extLst xmlns:a="http://schemas.openxmlformats.org/drawingml/2006/main">
              <a:ext uri="{FF2B5EF4-FFF2-40B4-BE49-F238E27FC236}">
                <a16:creationId xmlns:a16="http://schemas.microsoft.com/office/drawing/2014/main" id="{4B8032E8-48FE-402F-83C9-A78E4B18FD38}"/>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引用または要旨と原資料ID</a:t>
            </a:r>
          </a:p>
        </p:txBody>
      </p:sp>
      <p:sp>
        <p:nvSpPr>
          <p:cNvPr id="20" name="box-0305">
            <a:extLst xmlns:a="http://schemas.openxmlformats.org/drawingml/2006/main">
              <a:ext uri="{FF2B5EF4-FFF2-40B4-BE49-F238E27FC236}">
                <a16:creationId xmlns:a16="http://schemas.microsoft.com/office/drawing/2014/main" id="{256C7B91-3098-4696-9C29-0B82A2B51D6D}"/>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306">
            <a:extLst xmlns:a="http://schemas.openxmlformats.org/drawingml/2006/main">
              <a:ext uri="{FF2B5EF4-FFF2-40B4-BE49-F238E27FC236}">
                <a16:creationId xmlns:a16="http://schemas.microsoft.com/office/drawing/2014/main" id="{DEF08766-F14F-4088-8BA0-25B9A550A986}"/>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担当者の観察</a:t>
            </a:r>
          </a:p>
        </p:txBody>
      </p:sp>
      <p:sp>
        <p:nvSpPr>
          <p:cNvPr id="22" name="box-0307">
            <a:extLst xmlns:a="http://schemas.openxmlformats.org/drawingml/2006/main">
              <a:ext uri="{FF2B5EF4-FFF2-40B4-BE49-F238E27FC236}">
                <a16:creationId xmlns:a16="http://schemas.microsoft.com/office/drawing/2014/main" id="{F64721F6-42F8-4D75-914A-DFEEE07B9DAB}"/>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3" name="box-0308">
            <a:extLst xmlns:a="http://schemas.openxmlformats.org/drawingml/2006/main">
              <a:ext uri="{FF2B5EF4-FFF2-40B4-BE49-F238E27FC236}">
                <a16:creationId xmlns:a16="http://schemas.microsoft.com/office/drawing/2014/main" id="{F0510CEF-BBF1-4B79-B16A-E2DD2C551481}"/>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4" name="box-0309">
            <a:extLst xmlns:a="http://schemas.openxmlformats.org/drawingml/2006/main">
              <a:ext uri="{FF2B5EF4-FFF2-40B4-BE49-F238E27FC236}">
                <a16:creationId xmlns:a16="http://schemas.microsoft.com/office/drawing/2014/main" id="{EEE09753-C4AB-48B9-90ED-70B46134FBCA}"/>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5" name="text-0310">
            <a:extLst xmlns:a="http://schemas.openxmlformats.org/drawingml/2006/main">
              <a:ext uri="{FF2B5EF4-FFF2-40B4-BE49-F238E27FC236}">
                <a16:creationId xmlns:a16="http://schemas.microsoft.com/office/drawing/2014/main" id="{60F6BAED-D714-4E8E-8E74-532BD0435F93}"/>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現行表を3枚提示</a:t>
            </a:r>
          </a:p>
        </p:txBody>
      </p:sp>
      <p:sp>
        <p:nvSpPr>
          <p:cNvPr id="26" name="box-0311">
            <a:extLst xmlns:a="http://schemas.openxmlformats.org/drawingml/2006/main">
              <a:ext uri="{FF2B5EF4-FFF2-40B4-BE49-F238E27FC236}">
                <a16:creationId xmlns:a16="http://schemas.microsoft.com/office/drawing/2014/main" id="{3B8E2333-A43A-43EF-A7C5-A7B37B04CA9D}"/>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312">
            <a:extLst xmlns:a="http://schemas.openxmlformats.org/drawingml/2006/main">
              <a:ext uri="{FF2B5EF4-FFF2-40B4-BE49-F238E27FC236}">
                <a16:creationId xmlns:a16="http://schemas.microsoft.com/office/drawing/2014/main" id="{CC20A376-443D-4B75-929A-EA52ED2FC8E0}"/>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313">
            <a:extLst xmlns:a="http://schemas.openxmlformats.org/drawingml/2006/main">
              <a:ext uri="{FF2B5EF4-FFF2-40B4-BE49-F238E27FC236}">
                <a16:creationId xmlns:a16="http://schemas.microsoft.com/office/drawing/2014/main" id="{2E127C25-B67E-4256-A73B-C3492817059F}"/>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質問が料金に集中</a:t>
            </a:r>
          </a:p>
        </p:txBody>
      </p:sp>
      <p:sp>
        <p:nvSpPr>
          <p:cNvPr id="29" name="box-0314">
            <a:extLst xmlns:a="http://schemas.openxmlformats.org/drawingml/2006/main">
              <a:ext uri="{FF2B5EF4-FFF2-40B4-BE49-F238E27FC236}">
                <a16:creationId xmlns:a16="http://schemas.microsoft.com/office/drawing/2014/main" id="{62CCF9B9-3E9C-4BB1-BCC2-E2E90A38B915}"/>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315">
            <a:extLst xmlns:a="http://schemas.openxmlformats.org/drawingml/2006/main">
              <a:ext uri="{FF2B5EF4-FFF2-40B4-BE49-F238E27FC236}">
                <a16:creationId xmlns:a16="http://schemas.microsoft.com/office/drawing/2014/main" id="{F034ABDE-19B8-44E2-969F-DE26AD63F64B}"/>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316">
            <a:extLst xmlns:a="http://schemas.openxmlformats.org/drawingml/2006/main">
              <a:ext uri="{FF2B5EF4-FFF2-40B4-BE49-F238E27FC236}">
                <a16:creationId xmlns:a16="http://schemas.microsoft.com/office/drawing/2014/main" id="{F65C7F0F-641C-4A09-86E2-7822AE414590}"/>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見聞きした事実だけ</a:t>
            </a:r>
          </a:p>
        </p:txBody>
      </p:sp>
    </p:spTree>
    <p:extLst>
      <p:ext uri="{BB962C8B-B14F-4D97-AF65-F5344CB8AC3E}">
        <p14:creationId xmlns:p14="http://schemas.microsoft.com/office/powerpoint/2010/main" val="392807841"/>
      </p:ext>
    </p:extLst>
  </p:cSld>
</p:sld>
</file>

<file path=ppt/slides/slide1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0317">
            <a:extLst xmlns:a="http://schemas.openxmlformats.org/drawingml/2006/main">
              <a:ext uri="{FF2B5EF4-FFF2-40B4-BE49-F238E27FC236}">
                <a16:creationId xmlns:a16="http://schemas.microsoft.com/office/drawing/2014/main" id="{09BEA731-5820-4542-82C6-73D06FDECE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318">
            <a:extLst xmlns:a="http://schemas.openxmlformats.org/drawingml/2006/main">
              <a:ext uri="{FF2B5EF4-FFF2-40B4-BE49-F238E27FC236}">
                <a16:creationId xmlns:a16="http://schemas.microsoft.com/office/drawing/2014/main" id="{93A7274D-5A5A-4754-A7A4-60C4351407B3}"/>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319">
            <a:extLst xmlns:a="http://schemas.openxmlformats.org/drawingml/2006/main">
              <a:ext uri="{FF2B5EF4-FFF2-40B4-BE49-F238E27FC236}">
                <a16:creationId xmlns:a16="http://schemas.microsoft.com/office/drawing/2014/main" id="{BECD274D-E395-4967-A11D-4E24A09F950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解釈は、担当者の見立てとして分離します</a:t>
            </a:r>
          </a:p>
        </p:txBody>
      </p:sp>
      <p:sp>
        <p:nvSpPr>
          <p:cNvPr id="4" name="box-0320">
            <a:extLst xmlns:a="http://schemas.openxmlformats.org/drawingml/2006/main">
              <a:ext uri="{FF2B5EF4-FFF2-40B4-BE49-F238E27FC236}">
                <a16:creationId xmlns:a16="http://schemas.microsoft.com/office/drawing/2014/main" id="{07D03974-054B-446D-9CD7-190945B496DB}"/>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321">
            <a:extLst xmlns:a="http://schemas.openxmlformats.org/drawingml/2006/main">
              <a:ext uri="{FF2B5EF4-FFF2-40B4-BE49-F238E27FC236}">
                <a16:creationId xmlns:a16="http://schemas.microsoft.com/office/drawing/2014/main" id="{68A656FC-47E9-48AE-BD10-A7DC6FB8043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322">
            <a:extLst xmlns:a="http://schemas.openxmlformats.org/drawingml/2006/main">
              <a:ext uri="{FF2B5EF4-FFF2-40B4-BE49-F238E27FC236}">
                <a16:creationId xmlns:a16="http://schemas.microsoft.com/office/drawing/2014/main" id="{82C55279-2EA8-4CCF-8E62-7108255DC093}"/>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要点｜意味づけを隠さず表示すると、次の人が再判断できる</a:t>
            </a:r>
          </a:p>
        </p:txBody>
      </p:sp>
      <p:sp>
        <p:nvSpPr>
          <p:cNvPr id="7" name="text-0323">
            <a:extLst xmlns:a="http://schemas.openxmlformats.org/drawingml/2006/main">
              <a:ext uri="{FF2B5EF4-FFF2-40B4-BE49-F238E27FC236}">
                <a16:creationId xmlns:a16="http://schemas.microsoft.com/office/drawing/2014/main" id="{7C764868-6B34-4FE0-8967-650FE81DF4DE}"/>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11</a:t>
            </a:r>
          </a:p>
        </p:txBody>
      </p:sp>
      <p:sp>
        <p:nvSpPr>
          <p:cNvPr id="8" name="box-0324">
            <a:extLst xmlns:a="http://schemas.openxmlformats.org/drawingml/2006/main">
              <a:ext uri="{FF2B5EF4-FFF2-40B4-BE49-F238E27FC236}">
                <a16:creationId xmlns:a16="http://schemas.microsoft.com/office/drawing/2014/main" id="{54F87389-5D27-46BC-9819-FD923BA56E32}"/>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0325">
            <a:extLst xmlns:a="http://schemas.openxmlformats.org/drawingml/2006/main">
              <a:ext uri="{FF2B5EF4-FFF2-40B4-BE49-F238E27FC236}">
                <a16:creationId xmlns:a16="http://schemas.microsoft.com/office/drawing/2014/main" id="{DFB5C6BC-A876-4B2F-BFD8-AA32470E8188}"/>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326">
            <a:extLst xmlns:a="http://schemas.openxmlformats.org/drawingml/2006/main">
              <a:ext uri="{FF2B5EF4-FFF2-40B4-BE49-F238E27FC236}">
                <a16:creationId xmlns:a16="http://schemas.microsoft.com/office/drawing/2014/main" id="{8A23006F-B14D-439A-90B8-5E3A4EB2FEB2}"/>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327">
            <a:extLst xmlns:a="http://schemas.openxmlformats.org/drawingml/2006/main">
              <a:ext uri="{FF2B5EF4-FFF2-40B4-BE49-F238E27FC236}">
                <a16:creationId xmlns:a16="http://schemas.microsoft.com/office/drawing/2014/main" id="{187C61B8-30A1-40A0-938C-A1E744898689}"/>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原文</a:t>
            </a:r>
          </a:p>
        </p:txBody>
      </p:sp>
      <p:sp>
        <p:nvSpPr>
          <p:cNvPr id="12" name="text-0328">
            <a:extLst xmlns:a="http://schemas.openxmlformats.org/drawingml/2006/main">
              <a:ext uri="{FF2B5EF4-FFF2-40B4-BE49-F238E27FC236}">
                <a16:creationId xmlns:a16="http://schemas.microsoft.com/office/drawing/2014/main" id="{C140EA8B-4626-40B2-8469-ED32DBC63F87}"/>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『まず一拠点で試したい』</a:t>
            </a:r>
          </a:p>
        </p:txBody>
      </p:sp>
      <p:sp>
        <p:nvSpPr>
          <p:cNvPr id="13" name="text-0329">
            <a:extLst xmlns:a="http://schemas.openxmlformats.org/drawingml/2006/main">
              <a:ext uri="{FF2B5EF4-FFF2-40B4-BE49-F238E27FC236}">
                <a16:creationId xmlns:a16="http://schemas.microsoft.com/office/drawing/2014/main" id="{FBB2F4DB-CE08-4B48-BFFF-C418FB0FFB83}"/>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330">
            <a:extLst xmlns:a="http://schemas.openxmlformats.org/drawingml/2006/main">
              <a:ext uri="{FF2B5EF4-FFF2-40B4-BE49-F238E27FC236}">
                <a16:creationId xmlns:a16="http://schemas.microsoft.com/office/drawing/2014/main" id="{DB16997F-9FE5-48AE-8242-320D4B4E15E9}"/>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0331">
            <a:extLst xmlns:a="http://schemas.openxmlformats.org/drawingml/2006/main">
              <a:ext uri="{FF2B5EF4-FFF2-40B4-BE49-F238E27FC236}">
                <a16:creationId xmlns:a16="http://schemas.microsoft.com/office/drawing/2014/main" id="{A012FAA6-F0DA-433D-8FB5-39F0D9B8DC44}"/>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332">
            <a:extLst xmlns:a="http://schemas.openxmlformats.org/drawingml/2006/main">
              <a:ext uri="{FF2B5EF4-FFF2-40B4-BE49-F238E27FC236}">
                <a16:creationId xmlns:a16="http://schemas.microsoft.com/office/drawing/2014/main" id="{9A94E85F-7FBC-4298-8D26-5305D6A8B9B4}"/>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333">
            <a:extLst xmlns:a="http://schemas.openxmlformats.org/drawingml/2006/main">
              <a:ext uri="{FF2B5EF4-FFF2-40B4-BE49-F238E27FC236}">
                <a16:creationId xmlns:a16="http://schemas.microsoft.com/office/drawing/2014/main" id="{0B61A30A-DCE8-4B22-A90B-6DB33C40B4A3}"/>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観察</a:t>
            </a:r>
          </a:p>
        </p:txBody>
      </p:sp>
      <p:sp>
        <p:nvSpPr>
          <p:cNvPr id="18" name="text-0334">
            <a:extLst xmlns:a="http://schemas.openxmlformats.org/drawingml/2006/main">
              <a:ext uri="{FF2B5EF4-FFF2-40B4-BE49-F238E27FC236}">
                <a16:creationId xmlns:a16="http://schemas.microsoft.com/office/drawing/2014/main" id="{9E19C8C1-0469-4246-9B49-B935632693CC}"/>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費用と承認手順を繰り返し確認</a:t>
            </a:r>
          </a:p>
        </p:txBody>
      </p:sp>
      <p:sp>
        <p:nvSpPr>
          <p:cNvPr id="19" name="text-0335">
            <a:extLst xmlns:a="http://schemas.openxmlformats.org/drawingml/2006/main">
              <a:ext uri="{FF2B5EF4-FFF2-40B4-BE49-F238E27FC236}">
                <a16:creationId xmlns:a16="http://schemas.microsoft.com/office/drawing/2014/main" id="{31464548-5A11-4417-A131-166355019C25}"/>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336">
            <a:extLst xmlns:a="http://schemas.openxmlformats.org/drawingml/2006/main">
              <a:ext uri="{FF2B5EF4-FFF2-40B4-BE49-F238E27FC236}">
                <a16:creationId xmlns:a16="http://schemas.microsoft.com/office/drawing/2014/main" id="{583A5384-D401-43A7-A155-E51C9A0EDF36}"/>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0337">
            <a:extLst xmlns:a="http://schemas.openxmlformats.org/drawingml/2006/main">
              <a:ext uri="{FF2B5EF4-FFF2-40B4-BE49-F238E27FC236}">
                <a16:creationId xmlns:a16="http://schemas.microsoft.com/office/drawing/2014/main" id="{D58B2F22-4EA1-4AF0-942C-44E0ECC96509}"/>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338">
            <a:extLst xmlns:a="http://schemas.openxmlformats.org/drawingml/2006/main">
              <a:ext uri="{FF2B5EF4-FFF2-40B4-BE49-F238E27FC236}">
                <a16:creationId xmlns:a16="http://schemas.microsoft.com/office/drawing/2014/main" id="{F4D09A3E-9B7E-4A40-AEC4-0ED603487F7B}"/>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339">
            <a:extLst xmlns:a="http://schemas.openxmlformats.org/drawingml/2006/main">
              <a:ext uri="{FF2B5EF4-FFF2-40B4-BE49-F238E27FC236}">
                <a16:creationId xmlns:a16="http://schemas.microsoft.com/office/drawing/2014/main" id="{51A135F1-7F79-447A-ABC9-E94B50B523F3}"/>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解釈</a:t>
            </a:r>
          </a:p>
        </p:txBody>
      </p:sp>
      <p:sp>
        <p:nvSpPr>
          <p:cNvPr id="24" name="text-0340">
            <a:extLst xmlns:a="http://schemas.openxmlformats.org/drawingml/2006/main">
              <a:ext uri="{FF2B5EF4-FFF2-40B4-BE49-F238E27FC236}">
                <a16:creationId xmlns:a16="http://schemas.microsoft.com/office/drawing/2014/main" id="{8EC5900A-70AA-464A-896D-B6443C700B7E}"/>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小規模導入を重視している可能性</a:t>
            </a:r>
          </a:p>
        </p:txBody>
      </p:sp>
      <p:sp>
        <p:nvSpPr>
          <p:cNvPr id="25" name="text-0341">
            <a:extLst xmlns:a="http://schemas.openxmlformats.org/drawingml/2006/main">
              <a:ext uri="{FF2B5EF4-FFF2-40B4-BE49-F238E27FC236}">
                <a16:creationId xmlns:a16="http://schemas.microsoft.com/office/drawing/2014/main" id="{F8146733-0F9D-4FC0-9D0F-1005E5A61724}"/>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342">
            <a:extLst xmlns:a="http://schemas.openxmlformats.org/drawingml/2006/main">
              <a:ext uri="{FF2B5EF4-FFF2-40B4-BE49-F238E27FC236}">
                <a16:creationId xmlns:a16="http://schemas.microsoft.com/office/drawing/2014/main" id="{B2B9B82E-881B-448F-A012-BE95F8141E1A}"/>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0343">
            <a:extLst xmlns:a="http://schemas.openxmlformats.org/drawingml/2006/main">
              <a:ext uri="{FF2B5EF4-FFF2-40B4-BE49-F238E27FC236}">
                <a16:creationId xmlns:a16="http://schemas.microsoft.com/office/drawing/2014/main" id="{C9F53857-12DC-4067-87D1-48FB57B573DF}"/>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0344">
            <a:extLst xmlns:a="http://schemas.openxmlformats.org/drawingml/2006/main">
              <a:ext uri="{FF2B5EF4-FFF2-40B4-BE49-F238E27FC236}">
                <a16:creationId xmlns:a16="http://schemas.microsoft.com/office/drawing/2014/main" id="{AD3F48C1-91E9-4D1E-93D8-AF03BD198CA2}"/>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345">
            <a:extLst xmlns:a="http://schemas.openxmlformats.org/drawingml/2006/main">
              <a:ext uri="{FF2B5EF4-FFF2-40B4-BE49-F238E27FC236}">
                <a16:creationId xmlns:a16="http://schemas.microsoft.com/office/drawing/2014/main" id="{DF1035B9-767F-4455-B6B3-0BB42280B572}"/>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確認</a:t>
            </a:r>
          </a:p>
        </p:txBody>
      </p:sp>
      <p:sp>
        <p:nvSpPr>
          <p:cNvPr id="30" name="text-0346">
            <a:extLst xmlns:a="http://schemas.openxmlformats.org/drawingml/2006/main">
              <a:ext uri="{FF2B5EF4-FFF2-40B4-BE49-F238E27FC236}">
                <a16:creationId xmlns:a16="http://schemas.microsoft.com/office/drawing/2014/main" id="{6D61B1B8-6BE3-4674-98D1-54BF654043B9}"/>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優先条件を次回質問する</a:t>
            </a:r>
          </a:p>
        </p:txBody>
      </p:sp>
    </p:spTree>
    <p:extLst>
      <p:ext uri="{BB962C8B-B14F-4D97-AF65-F5344CB8AC3E}">
        <p14:creationId xmlns:p14="http://schemas.microsoft.com/office/powerpoint/2010/main" val="885268727"/>
      </p:ext>
    </p:extLst>
  </p:cSld>
</p:sld>
</file>

<file path=ppt/slides/slide1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347">
            <a:extLst xmlns:a="http://schemas.openxmlformats.org/drawingml/2006/main">
              <a:ext uri="{FF2B5EF4-FFF2-40B4-BE49-F238E27FC236}">
                <a16:creationId xmlns:a16="http://schemas.microsoft.com/office/drawing/2014/main" id="{FC8EAACB-B99F-4BB8-9412-FDD814E8B3E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348">
            <a:extLst xmlns:a="http://schemas.openxmlformats.org/drawingml/2006/main">
              <a:ext uri="{FF2B5EF4-FFF2-40B4-BE49-F238E27FC236}">
                <a16:creationId xmlns:a16="http://schemas.microsoft.com/office/drawing/2014/main" id="{4D935696-3324-4E57-AC13-24FE3A4FFFF5}"/>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349">
            <a:extLst xmlns:a="http://schemas.openxmlformats.org/drawingml/2006/main">
              <a:ext uri="{FF2B5EF4-FFF2-40B4-BE49-F238E27FC236}">
                <a16:creationId xmlns:a16="http://schemas.microsoft.com/office/drawing/2014/main" id="{908797C9-F3CF-4C29-9567-8945E1611C6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仮説と未確認は、残すことで安全になります</a:t>
            </a:r>
          </a:p>
        </p:txBody>
      </p:sp>
      <p:sp>
        <p:nvSpPr>
          <p:cNvPr id="4" name="box-0350">
            <a:extLst xmlns:a="http://schemas.openxmlformats.org/drawingml/2006/main">
              <a:ext uri="{FF2B5EF4-FFF2-40B4-BE49-F238E27FC236}">
                <a16:creationId xmlns:a16="http://schemas.microsoft.com/office/drawing/2014/main" id="{53E69B36-26B5-40BD-BE50-64F05BEED6B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351">
            <a:extLst xmlns:a="http://schemas.openxmlformats.org/drawingml/2006/main">
              <a:ext uri="{FF2B5EF4-FFF2-40B4-BE49-F238E27FC236}">
                <a16:creationId xmlns:a16="http://schemas.microsoft.com/office/drawing/2014/main" id="{E162AF42-D657-49AE-972D-CF2059E32F2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352">
            <a:extLst xmlns:a="http://schemas.openxmlformats.org/drawingml/2006/main">
              <a:ext uri="{FF2B5EF4-FFF2-40B4-BE49-F238E27FC236}">
                <a16:creationId xmlns:a16="http://schemas.microsoft.com/office/drawing/2014/main" id="{D2928162-A7D3-4711-8FD4-CF59C01D1831}"/>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要点｜空欄を埋めるより、分からない状態を明示する</a:t>
            </a:r>
          </a:p>
        </p:txBody>
      </p:sp>
      <p:sp>
        <p:nvSpPr>
          <p:cNvPr id="7" name="text-0353">
            <a:extLst xmlns:a="http://schemas.openxmlformats.org/drawingml/2006/main">
              <a:ext uri="{FF2B5EF4-FFF2-40B4-BE49-F238E27FC236}">
                <a16:creationId xmlns:a16="http://schemas.microsoft.com/office/drawing/2014/main" id="{B0E253C0-FE4C-436A-B824-4FAB870FA32B}"/>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12</a:t>
            </a:r>
          </a:p>
        </p:txBody>
      </p:sp>
      <p:sp>
        <p:nvSpPr>
          <p:cNvPr id="8" name="box-0354">
            <a:extLst xmlns:a="http://schemas.openxmlformats.org/drawingml/2006/main">
              <a:ext uri="{FF2B5EF4-FFF2-40B4-BE49-F238E27FC236}">
                <a16:creationId xmlns:a16="http://schemas.microsoft.com/office/drawing/2014/main" id="{2AFAC0CA-CBD8-4A0E-828A-992910222071}"/>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355">
            <a:extLst xmlns:a="http://schemas.openxmlformats.org/drawingml/2006/main">
              <a:ext uri="{FF2B5EF4-FFF2-40B4-BE49-F238E27FC236}">
                <a16:creationId xmlns:a16="http://schemas.microsoft.com/office/drawing/2014/main" id="{37DA07C5-FD24-4B4A-B148-C8F48B6F213F}"/>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仮説</a:t>
            </a:r>
          </a:p>
        </p:txBody>
      </p:sp>
      <p:sp>
        <p:nvSpPr>
          <p:cNvPr id="10" name="box-0356">
            <a:extLst xmlns:a="http://schemas.openxmlformats.org/drawingml/2006/main">
              <a:ext uri="{FF2B5EF4-FFF2-40B4-BE49-F238E27FC236}">
                <a16:creationId xmlns:a16="http://schemas.microsoft.com/office/drawing/2014/main" id="{7F8BC2FE-766F-4A43-8638-BB3C1353A501}"/>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357">
            <a:extLst xmlns:a="http://schemas.openxmlformats.org/drawingml/2006/main">
              <a:ext uri="{FF2B5EF4-FFF2-40B4-BE49-F238E27FC236}">
                <a16:creationId xmlns:a16="http://schemas.microsoft.com/office/drawing/2014/main" id="{3834887B-9E13-4CDB-A04B-0F5DB4995C6B}"/>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358">
            <a:extLst xmlns:a="http://schemas.openxmlformats.org/drawingml/2006/main">
              <a:ext uri="{FF2B5EF4-FFF2-40B4-BE49-F238E27FC236}">
                <a16:creationId xmlns:a16="http://schemas.microsoft.com/office/drawing/2014/main" id="{774E8ED0-A86A-41AB-9B3E-6D6530A5BDB9}"/>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359">
            <a:extLst xmlns:a="http://schemas.openxmlformats.org/drawingml/2006/main">
              <a:ext uri="{FF2B5EF4-FFF2-40B4-BE49-F238E27FC236}">
                <a16:creationId xmlns:a16="http://schemas.microsoft.com/office/drawing/2014/main" id="{ED96AB9B-B180-40CC-8446-8FE666344F2D}"/>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原因や意図の候補</a:t>
            </a:r>
          </a:p>
        </p:txBody>
      </p:sp>
      <p:sp>
        <p:nvSpPr>
          <p:cNvPr id="14" name="box-0360">
            <a:extLst xmlns:a="http://schemas.openxmlformats.org/drawingml/2006/main">
              <a:ext uri="{FF2B5EF4-FFF2-40B4-BE49-F238E27FC236}">
                <a16:creationId xmlns:a16="http://schemas.microsoft.com/office/drawing/2014/main" id="{97A54B3C-BA16-4524-8C86-15BC45B276AC}"/>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361">
            <a:extLst xmlns:a="http://schemas.openxmlformats.org/drawingml/2006/main">
              <a:ext uri="{FF2B5EF4-FFF2-40B4-BE49-F238E27FC236}">
                <a16:creationId xmlns:a16="http://schemas.microsoft.com/office/drawing/2014/main" id="{D50EB987-F32E-4E74-949D-2FB302DCA20B}"/>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362">
            <a:extLst xmlns:a="http://schemas.openxmlformats.org/drawingml/2006/main">
              <a:ext uri="{FF2B5EF4-FFF2-40B4-BE49-F238E27FC236}">
                <a16:creationId xmlns:a16="http://schemas.microsoft.com/office/drawing/2014/main" id="{CF5B2961-0082-4A28-BBF9-5B5AD11C8FCB}"/>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根拠を添える</a:t>
            </a:r>
          </a:p>
        </p:txBody>
      </p:sp>
      <p:sp>
        <p:nvSpPr>
          <p:cNvPr id="17" name="box-0363">
            <a:extLst xmlns:a="http://schemas.openxmlformats.org/drawingml/2006/main">
              <a:ext uri="{FF2B5EF4-FFF2-40B4-BE49-F238E27FC236}">
                <a16:creationId xmlns:a16="http://schemas.microsoft.com/office/drawing/2014/main" id="{5ED8CF02-905B-4CBB-A4EB-ABC52DA95C15}"/>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364">
            <a:extLst xmlns:a="http://schemas.openxmlformats.org/drawingml/2006/main">
              <a:ext uri="{FF2B5EF4-FFF2-40B4-BE49-F238E27FC236}">
                <a16:creationId xmlns:a16="http://schemas.microsoft.com/office/drawing/2014/main" id="{940D9EAB-6791-45A2-AF98-B8F7170D2B35}"/>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365">
            <a:extLst xmlns:a="http://schemas.openxmlformats.org/drawingml/2006/main">
              <a:ext uri="{FF2B5EF4-FFF2-40B4-BE49-F238E27FC236}">
                <a16:creationId xmlns:a16="http://schemas.microsoft.com/office/drawing/2014/main" id="{C0A543D2-2EEB-44F6-9DF5-7BCA7FE58970}"/>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検証前と明記</a:t>
            </a:r>
          </a:p>
        </p:txBody>
      </p:sp>
      <p:sp>
        <p:nvSpPr>
          <p:cNvPr id="20" name="box-0366">
            <a:extLst xmlns:a="http://schemas.openxmlformats.org/drawingml/2006/main">
              <a:ext uri="{FF2B5EF4-FFF2-40B4-BE49-F238E27FC236}">
                <a16:creationId xmlns:a16="http://schemas.microsoft.com/office/drawing/2014/main" id="{C5BC5D74-762C-4F27-86C2-06C18D0B6BB1}"/>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367">
            <a:extLst xmlns:a="http://schemas.openxmlformats.org/drawingml/2006/main">
              <a:ext uri="{FF2B5EF4-FFF2-40B4-BE49-F238E27FC236}">
                <a16:creationId xmlns:a16="http://schemas.microsoft.com/office/drawing/2014/main" id="{F1164CE5-83F3-43B8-84B0-0B73C8740E71}"/>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未確認</a:t>
            </a:r>
          </a:p>
        </p:txBody>
      </p:sp>
      <p:sp>
        <p:nvSpPr>
          <p:cNvPr id="22" name="box-0368">
            <a:extLst xmlns:a="http://schemas.openxmlformats.org/drawingml/2006/main">
              <a:ext uri="{FF2B5EF4-FFF2-40B4-BE49-F238E27FC236}">
                <a16:creationId xmlns:a16="http://schemas.microsoft.com/office/drawing/2014/main" id="{DB9B4D12-675F-4043-92DC-8DE081826ADC}"/>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3" name="box-0369">
            <a:extLst xmlns:a="http://schemas.openxmlformats.org/drawingml/2006/main">
              <a:ext uri="{FF2B5EF4-FFF2-40B4-BE49-F238E27FC236}">
                <a16:creationId xmlns:a16="http://schemas.microsoft.com/office/drawing/2014/main" id="{1BADDA6B-AC39-465C-95D2-D0F1C3FEC928}"/>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4" name="box-0370">
            <a:extLst xmlns:a="http://schemas.openxmlformats.org/drawingml/2006/main">
              <a:ext uri="{FF2B5EF4-FFF2-40B4-BE49-F238E27FC236}">
                <a16:creationId xmlns:a16="http://schemas.microsoft.com/office/drawing/2014/main" id="{C9BC2EFD-4941-4D15-8E13-69AD9A3CD22B}"/>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5" name="text-0371">
            <a:extLst xmlns:a="http://schemas.openxmlformats.org/drawingml/2006/main">
              <a:ext uri="{FF2B5EF4-FFF2-40B4-BE49-F238E27FC236}">
                <a16:creationId xmlns:a16="http://schemas.microsoft.com/office/drawing/2014/main" id="{9DB08143-EDB7-4A54-9579-7F1156FD726B}"/>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回答がない</a:t>
            </a:r>
          </a:p>
        </p:txBody>
      </p:sp>
      <p:sp>
        <p:nvSpPr>
          <p:cNvPr id="26" name="box-0372">
            <a:extLst xmlns:a="http://schemas.openxmlformats.org/drawingml/2006/main">
              <a:ext uri="{FF2B5EF4-FFF2-40B4-BE49-F238E27FC236}">
                <a16:creationId xmlns:a16="http://schemas.microsoft.com/office/drawing/2014/main" id="{1D22192E-364E-4562-9E2F-AD3DA2C806CD}"/>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373">
            <a:extLst xmlns:a="http://schemas.openxmlformats.org/drawingml/2006/main">
              <a:ext uri="{FF2B5EF4-FFF2-40B4-BE49-F238E27FC236}">
                <a16:creationId xmlns:a16="http://schemas.microsoft.com/office/drawing/2014/main" id="{7DEF8100-D8C7-46CC-B005-69F62805FEC7}"/>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374">
            <a:extLst xmlns:a="http://schemas.openxmlformats.org/drawingml/2006/main">
              <a:ext uri="{FF2B5EF4-FFF2-40B4-BE49-F238E27FC236}">
                <a16:creationId xmlns:a16="http://schemas.microsoft.com/office/drawing/2014/main" id="{79209C9D-722F-473B-A135-CBD2CA1D563D}"/>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資料間で矛盾</a:t>
            </a:r>
          </a:p>
        </p:txBody>
      </p:sp>
      <p:sp>
        <p:nvSpPr>
          <p:cNvPr id="29" name="box-0375">
            <a:extLst xmlns:a="http://schemas.openxmlformats.org/drawingml/2006/main">
              <a:ext uri="{FF2B5EF4-FFF2-40B4-BE49-F238E27FC236}">
                <a16:creationId xmlns:a16="http://schemas.microsoft.com/office/drawing/2014/main" id="{088C19D6-B274-4E80-A918-B11263B9DA34}"/>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376">
            <a:extLst xmlns:a="http://schemas.openxmlformats.org/drawingml/2006/main">
              <a:ext uri="{FF2B5EF4-FFF2-40B4-BE49-F238E27FC236}">
                <a16:creationId xmlns:a16="http://schemas.microsoft.com/office/drawing/2014/main" id="{1477C472-A74E-4C29-83E3-E38E5DEAB844}"/>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377">
            <a:extLst xmlns:a="http://schemas.openxmlformats.org/drawingml/2006/main">
              <a:ext uri="{FF2B5EF4-FFF2-40B4-BE49-F238E27FC236}">
                <a16:creationId xmlns:a16="http://schemas.microsoft.com/office/drawing/2014/main" id="{A68B796D-1EB4-4B67-BBBC-517405CA6378}"/>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確認先・質問を付ける</a:t>
            </a:r>
          </a:p>
        </p:txBody>
      </p:sp>
    </p:spTree>
    <p:extLst>
      <p:ext uri="{BB962C8B-B14F-4D97-AF65-F5344CB8AC3E}">
        <p14:creationId xmlns:p14="http://schemas.microsoft.com/office/powerpoint/2010/main" val="257245017"/>
      </p:ext>
    </p:extLst>
  </p:cSld>
</p:sld>
</file>

<file path=ppt/slides/slide1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378">
            <a:extLst xmlns:a="http://schemas.openxmlformats.org/drawingml/2006/main">
              <a:ext uri="{FF2B5EF4-FFF2-40B4-BE49-F238E27FC236}">
                <a16:creationId xmlns:a16="http://schemas.microsoft.com/office/drawing/2014/main" id="{D9FAC473-9233-43B2-9AE2-FFA069BCEF4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379">
            <a:extLst xmlns:a="http://schemas.openxmlformats.org/drawingml/2006/main">
              <a:ext uri="{FF2B5EF4-FFF2-40B4-BE49-F238E27FC236}">
                <a16:creationId xmlns:a16="http://schemas.microsoft.com/office/drawing/2014/main" id="{EB3CC5CD-D01B-49A6-A6AB-995D8C0DBB4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380">
            <a:extLst xmlns:a="http://schemas.openxmlformats.org/drawingml/2006/main">
              <a:ext uri="{FF2B5EF4-FFF2-40B4-BE49-F238E27FC236}">
                <a16:creationId xmlns:a16="http://schemas.microsoft.com/office/drawing/2014/main" id="{65F6C332-76EA-4AD7-B0F4-9A45D57ABE5D}"/>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要望・課題・制約は、役割が違います</a:t>
            </a:r>
          </a:p>
        </p:txBody>
      </p:sp>
      <p:sp>
        <p:nvSpPr>
          <p:cNvPr id="4" name="box-0381">
            <a:extLst xmlns:a="http://schemas.openxmlformats.org/drawingml/2006/main">
              <a:ext uri="{FF2B5EF4-FFF2-40B4-BE49-F238E27FC236}">
                <a16:creationId xmlns:a16="http://schemas.microsoft.com/office/drawing/2014/main" id="{B53000AC-9C55-47B1-A3E2-9508700B94AE}"/>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382">
            <a:extLst xmlns:a="http://schemas.openxmlformats.org/drawingml/2006/main">
              <a:ext uri="{FF2B5EF4-FFF2-40B4-BE49-F238E27FC236}">
                <a16:creationId xmlns:a16="http://schemas.microsoft.com/office/drawing/2014/main" id="{B1B45857-21D9-4311-9609-03E4EF9CD88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383">
            <a:extLst xmlns:a="http://schemas.openxmlformats.org/drawingml/2006/main">
              <a:ext uri="{FF2B5EF4-FFF2-40B4-BE49-F238E27FC236}">
                <a16:creationId xmlns:a16="http://schemas.microsoft.com/office/drawing/2014/main" id="{067F2FD1-6A02-4E79-A04B-31A16BF878F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要点｜望む状態、困りごと、変えにくい条件を区別する</a:t>
            </a:r>
          </a:p>
        </p:txBody>
      </p:sp>
      <p:sp>
        <p:nvSpPr>
          <p:cNvPr id="7" name="text-0384">
            <a:extLst xmlns:a="http://schemas.openxmlformats.org/drawingml/2006/main">
              <a:ext uri="{FF2B5EF4-FFF2-40B4-BE49-F238E27FC236}">
                <a16:creationId xmlns:a16="http://schemas.microsoft.com/office/drawing/2014/main" id="{A027155B-46AA-46D5-B55E-AF980276F914}"/>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13</a:t>
            </a:r>
          </a:p>
        </p:txBody>
      </p:sp>
      <p:sp>
        <p:nvSpPr>
          <p:cNvPr id="8" name="box-0385">
            <a:extLst xmlns:a="http://schemas.openxmlformats.org/drawingml/2006/main">
              <a:ext uri="{FF2B5EF4-FFF2-40B4-BE49-F238E27FC236}">
                <a16:creationId xmlns:a16="http://schemas.microsoft.com/office/drawing/2014/main" id="{F6AB1B6D-1084-49BD-ABC3-50C123EC6A00}"/>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386">
            <a:extLst xmlns:a="http://schemas.openxmlformats.org/drawingml/2006/main">
              <a:ext uri="{FF2B5EF4-FFF2-40B4-BE49-F238E27FC236}">
                <a16:creationId xmlns:a16="http://schemas.microsoft.com/office/drawing/2014/main" id="{EF08E8F0-96E6-47EE-B971-48B56BE8A95F}"/>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区分</a:t>
            </a:r>
          </a:p>
        </p:txBody>
      </p:sp>
      <p:sp>
        <p:nvSpPr>
          <p:cNvPr id="10" name="box-0387">
            <a:extLst xmlns:a="http://schemas.openxmlformats.org/drawingml/2006/main">
              <a:ext uri="{FF2B5EF4-FFF2-40B4-BE49-F238E27FC236}">
                <a16:creationId xmlns:a16="http://schemas.microsoft.com/office/drawing/2014/main" id="{976D137D-987A-4692-8204-FAD944B70317}"/>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388">
            <a:extLst xmlns:a="http://schemas.openxmlformats.org/drawingml/2006/main">
              <a:ext uri="{FF2B5EF4-FFF2-40B4-BE49-F238E27FC236}">
                <a16:creationId xmlns:a16="http://schemas.microsoft.com/office/drawing/2014/main" id="{DE4BE2E0-2410-44FC-976C-4D2D06FB97C5}"/>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意味</a:t>
            </a:r>
          </a:p>
        </p:txBody>
      </p:sp>
      <p:sp>
        <p:nvSpPr>
          <p:cNvPr id="12" name="box-0389">
            <a:extLst xmlns:a="http://schemas.openxmlformats.org/drawingml/2006/main">
              <a:ext uri="{FF2B5EF4-FFF2-40B4-BE49-F238E27FC236}">
                <a16:creationId xmlns:a16="http://schemas.microsoft.com/office/drawing/2014/main" id="{06D03300-DE7C-4570-A5A3-F82B96E8A0A8}"/>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390">
            <a:extLst xmlns:a="http://schemas.openxmlformats.org/drawingml/2006/main">
              <a:ext uri="{FF2B5EF4-FFF2-40B4-BE49-F238E27FC236}">
                <a16:creationId xmlns:a16="http://schemas.microsoft.com/office/drawing/2014/main" id="{F828AC6C-B09A-49C9-AC0D-C8AE89B48202}"/>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例</a:t>
            </a:r>
          </a:p>
        </p:txBody>
      </p:sp>
      <p:sp>
        <p:nvSpPr>
          <p:cNvPr id="14" name="box-0391">
            <a:extLst xmlns:a="http://schemas.openxmlformats.org/drawingml/2006/main">
              <a:ext uri="{FF2B5EF4-FFF2-40B4-BE49-F238E27FC236}">
                <a16:creationId xmlns:a16="http://schemas.microsoft.com/office/drawing/2014/main" id="{53457BFF-72B8-4FFC-9E10-C0918ED92561}"/>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392">
            <a:extLst xmlns:a="http://schemas.openxmlformats.org/drawingml/2006/main">
              <a:ext uri="{FF2B5EF4-FFF2-40B4-BE49-F238E27FC236}">
                <a16:creationId xmlns:a16="http://schemas.microsoft.com/office/drawing/2014/main" id="{085E185C-AF03-42AB-B271-168AA75D6679}"/>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要望</a:t>
            </a:r>
          </a:p>
        </p:txBody>
      </p:sp>
      <p:sp>
        <p:nvSpPr>
          <p:cNvPr id="16" name="box-0393">
            <a:extLst xmlns:a="http://schemas.openxmlformats.org/drawingml/2006/main">
              <a:ext uri="{FF2B5EF4-FFF2-40B4-BE49-F238E27FC236}">
                <a16:creationId xmlns:a16="http://schemas.microsoft.com/office/drawing/2014/main" id="{68291741-B780-4B67-A978-50F85322B6F6}"/>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394">
            <a:extLst xmlns:a="http://schemas.openxmlformats.org/drawingml/2006/main">
              <a:ext uri="{FF2B5EF4-FFF2-40B4-BE49-F238E27FC236}">
                <a16:creationId xmlns:a16="http://schemas.microsoft.com/office/drawing/2014/main" id="{09C34BC3-E042-4A23-8A82-006E913A1640}"/>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実現したい状態</a:t>
            </a:r>
          </a:p>
        </p:txBody>
      </p:sp>
      <p:sp>
        <p:nvSpPr>
          <p:cNvPr id="18" name="box-0395">
            <a:extLst xmlns:a="http://schemas.openxmlformats.org/drawingml/2006/main">
              <a:ext uri="{FF2B5EF4-FFF2-40B4-BE49-F238E27FC236}">
                <a16:creationId xmlns:a16="http://schemas.microsoft.com/office/drawing/2014/main" id="{CB9846A7-F5E3-4325-A2D7-930F4E85DDFA}"/>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396">
            <a:extLst xmlns:a="http://schemas.openxmlformats.org/drawingml/2006/main">
              <a:ext uri="{FF2B5EF4-FFF2-40B4-BE49-F238E27FC236}">
                <a16:creationId xmlns:a16="http://schemas.microsoft.com/office/drawing/2014/main" id="{290CD29D-A22F-484E-9ED7-4295D7325008}"/>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入力の二重化をなくしたい</a:t>
            </a:r>
          </a:p>
        </p:txBody>
      </p:sp>
      <p:sp>
        <p:nvSpPr>
          <p:cNvPr id="20" name="box-0397">
            <a:extLst xmlns:a="http://schemas.openxmlformats.org/drawingml/2006/main">
              <a:ext uri="{FF2B5EF4-FFF2-40B4-BE49-F238E27FC236}">
                <a16:creationId xmlns:a16="http://schemas.microsoft.com/office/drawing/2014/main" id="{9A6723BB-4872-4996-B17E-FF48FE31A6BB}"/>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398">
            <a:extLst xmlns:a="http://schemas.openxmlformats.org/drawingml/2006/main">
              <a:ext uri="{FF2B5EF4-FFF2-40B4-BE49-F238E27FC236}">
                <a16:creationId xmlns:a16="http://schemas.microsoft.com/office/drawing/2014/main" id="{D170EC6C-7F86-48FD-98AA-98E240B6F5E2}"/>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課題</a:t>
            </a:r>
          </a:p>
        </p:txBody>
      </p:sp>
      <p:sp>
        <p:nvSpPr>
          <p:cNvPr id="22" name="box-0399">
            <a:extLst xmlns:a="http://schemas.openxmlformats.org/drawingml/2006/main">
              <a:ext uri="{FF2B5EF4-FFF2-40B4-BE49-F238E27FC236}">
                <a16:creationId xmlns:a16="http://schemas.microsoft.com/office/drawing/2014/main" id="{F60784C8-3995-4081-8B14-312BB1AD0904}"/>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400">
            <a:extLst xmlns:a="http://schemas.openxmlformats.org/drawingml/2006/main">
              <a:ext uri="{FF2B5EF4-FFF2-40B4-BE49-F238E27FC236}">
                <a16:creationId xmlns:a16="http://schemas.microsoft.com/office/drawing/2014/main" id="{70CB393C-F011-434A-881C-EC67F4540AB1}"/>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現在起きている問題</a:t>
            </a:r>
          </a:p>
        </p:txBody>
      </p:sp>
      <p:sp>
        <p:nvSpPr>
          <p:cNvPr id="24" name="box-0401">
            <a:extLst xmlns:a="http://schemas.openxmlformats.org/drawingml/2006/main">
              <a:ext uri="{FF2B5EF4-FFF2-40B4-BE49-F238E27FC236}">
                <a16:creationId xmlns:a16="http://schemas.microsoft.com/office/drawing/2014/main" id="{996341F2-415E-46A9-BD49-49532B8695A4}"/>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402">
            <a:extLst xmlns:a="http://schemas.openxmlformats.org/drawingml/2006/main">
              <a:ext uri="{FF2B5EF4-FFF2-40B4-BE49-F238E27FC236}">
                <a16:creationId xmlns:a16="http://schemas.microsoft.com/office/drawing/2014/main" id="{0DD70702-2197-4281-B6DC-39A335ACD87B}"/>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転記漏れが月3件ある</a:t>
            </a:r>
          </a:p>
        </p:txBody>
      </p:sp>
      <p:sp>
        <p:nvSpPr>
          <p:cNvPr id="26" name="box-0403">
            <a:extLst xmlns:a="http://schemas.openxmlformats.org/drawingml/2006/main">
              <a:ext uri="{FF2B5EF4-FFF2-40B4-BE49-F238E27FC236}">
                <a16:creationId xmlns:a16="http://schemas.microsoft.com/office/drawing/2014/main" id="{1E3D4734-8696-4C5B-BA9E-55EA5D033116}"/>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404">
            <a:extLst xmlns:a="http://schemas.openxmlformats.org/drawingml/2006/main">
              <a:ext uri="{FF2B5EF4-FFF2-40B4-BE49-F238E27FC236}">
                <a16:creationId xmlns:a16="http://schemas.microsoft.com/office/drawing/2014/main" id="{87AEC8C7-2F34-4D16-8370-810E2F7402FA}"/>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制約</a:t>
            </a:r>
          </a:p>
        </p:txBody>
      </p:sp>
      <p:sp>
        <p:nvSpPr>
          <p:cNvPr id="28" name="box-0405">
            <a:extLst xmlns:a="http://schemas.openxmlformats.org/drawingml/2006/main">
              <a:ext uri="{FF2B5EF4-FFF2-40B4-BE49-F238E27FC236}">
                <a16:creationId xmlns:a16="http://schemas.microsoft.com/office/drawing/2014/main" id="{A873BB0E-94B6-40AB-9003-9325223C5150}"/>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406">
            <a:extLst xmlns:a="http://schemas.openxmlformats.org/drawingml/2006/main">
              <a:ext uri="{FF2B5EF4-FFF2-40B4-BE49-F238E27FC236}">
                <a16:creationId xmlns:a16="http://schemas.microsoft.com/office/drawing/2014/main" id="{69603CCC-07BD-4BBE-A5AE-9874DD836CCA}"/>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守る必要がある条件</a:t>
            </a:r>
          </a:p>
        </p:txBody>
      </p:sp>
      <p:sp>
        <p:nvSpPr>
          <p:cNvPr id="30" name="box-0407">
            <a:extLst xmlns:a="http://schemas.openxmlformats.org/drawingml/2006/main">
              <a:ext uri="{FF2B5EF4-FFF2-40B4-BE49-F238E27FC236}">
                <a16:creationId xmlns:a16="http://schemas.microsoft.com/office/drawing/2014/main" id="{8EB1EB29-D361-4141-A95D-8BC9B72A47C4}"/>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408">
            <a:extLst xmlns:a="http://schemas.openxmlformats.org/drawingml/2006/main">
              <a:ext uri="{FF2B5EF4-FFF2-40B4-BE49-F238E27FC236}">
                <a16:creationId xmlns:a16="http://schemas.microsoft.com/office/drawing/2014/main" id="{5E0FBE63-4393-4C30-AA70-B691C28D05B5}"/>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承認は部門長が行う</a:t>
            </a:r>
          </a:p>
        </p:txBody>
      </p:sp>
    </p:spTree>
    <p:extLst>
      <p:ext uri="{BB962C8B-B14F-4D97-AF65-F5344CB8AC3E}">
        <p14:creationId xmlns:p14="http://schemas.microsoft.com/office/powerpoint/2010/main" val="417711174"/>
      </p:ext>
    </p:extLst>
  </p:cSld>
</p:sld>
</file>

<file path=ppt/slides/slide1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0409">
            <a:extLst xmlns:a="http://schemas.openxmlformats.org/drawingml/2006/main">
              <a:ext uri="{FF2B5EF4-FFF2-40B4-BE49-F238E27FC236}">
                <a16:creationId xmlns:a16="http://schemas.microsoft.com/office/drawing/2014/main" id="{D622F7EC-6B10-4FCB-91E4-63CD2589BC9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410">
            <a:extLst xmlns:a="http://schemas.openxmlformats.org/drawingml/2006/main">
              <a:ext uri="{FF2B5EF4-FFF2-40B4-BE49-F238E27FC236}">
                <a16:creationId xmlns:a16="http://schemas.microsoft.com/office/drawing/2014/main" id="{4F3623A4-4B91-4E54-88BB-38C8DDEF31DB}"/>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2  /  情報を混ぜずに分ける</a:t>
            </a:r>
          </a:p>
        </p:txBody>
      </p:sp>
      <p:sp>
        <p:nvSpPr>
          <p:cNvPr id="3" name="text-0411">
            <a:extLst xmlns:a="http://schemas.openxmlformats.org/drawingml/2006/main">
              <a:ext uri="{FF2B5EF4-FFF2-40B4-BE49-F238E27FC236}">
                <a16:creationId xmlns:a16="http://schemas.microsoft.com/office/drawing/2014/main" id="{1225E5B9-79E0-4A5B-854B-30F7740CCD8B}"/>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分類できない情報は、無理に確定しません</a:t>
            </a:r>
          </a:p>
        </p:txBody>
      </p:sp>
      <p:sp>
        <p:nvSpPr>
          <p:cNvPr id="4" name="box-0412">
            <a:extLst xmlns:a="http://schemas.openxmlformats.org/drawingml/2006/main">
              <a:ext uri="{FF2B5EF4-FFF2-40B4-BE49-F238E27FC236}">
                <a16:creationId xmlns:a16="http://schemas.microsoft.com/office/drawing/2014/main" id="{24AB4BAF-0DB4-4C4C-8BFD-9AA0236C31DD}"/>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413">
            <a:extLst xmlns:a="http://schemas.openxmlformats.org/drawingml/2006/main">
              <a:ext uri="{FF2B5EF4-FFF2-40B4-BE49-F238E27FC236}">
                <a16:creationId xmlns:a16="http://schemas.microsoft.com/office/drawing/2014/main" id="{DE975C4A-A593-4EA0-ACAF-4B87ED44251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414">
            <a:extLst xmlns:a="http://schemas.openxmlformats.org/drawingml/2006/main">
              <a:ext uri="{FF2B5EF4-FFF2-40B4-BE49-F238E27FC236}">
                <a16:creationId xmlns:a16="http://schemas.microsoft.com/office/drawing/2014/main" id="{1B5972D6-6D1C-4F37-A116-2BAB5B6B9B8E}"/>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要点｜迷ったら未確認へ置き、確認質問を一つ作る</a:t>
            </a:r>
          </a:p>
        </p:txBody>
      </p:sp>
      <p:sp>
        <p:nvSpPr>
          <p:cNvPr id="7" name="text-0415">
            <a:extLst xmlns:a="http://schemas.openxmlformats.org/drawingml/2006/main">
              <a:ext uri="{FF2B5EF4-FFF2-40B4-BE49-F238E27FC236}">
                <a16:creationId xmlns:a16="http://schemas.microsoft.com/office/drawing/2014/main" id="{C8C30A87-9E08-4601-B36E-4A77D061CEA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14</a:t>
            </a:r>
          </a:p>
        </p:txBody>
      </p:sp>
      <p:sp>
        <p:nvSpPr>
          <p:cNvPr id="8" name="box-0416">
            <a:extLst xmlns:a="http://schemas.openxmlformats.org/drawingml/2006/main">
              <a:ext uri="{FF2B5EF4-FFF2-40B4-BE49-F238E27FC236}">
                <a16:creationId xmlns:a16="http://schemas.microsoft.com/office/drawing/2014/main" id="{D29E31E2-CEC0-4215-B3D1-C1184081EBAD}"/>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0417">
            <a:extLst xmlns:a="http://schemas.openxmlformats.org/drawingml/2006/main">
              <a:ext uri="{FF2B5EF4-FFF2-40B4-BE49-F238E27FC236}">
                <a16:creationId xmlns:a16="http://schemas.microsoft.com/office/drawing/2014/main" id="{7FD9EEB9-D48C-4144-8140-465A9019B951}"/>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418">
            <a:extLst xmlns:a="http://schemas.openxmlformats.org/drawingml/2006/main">
              <a:ext uri="{FF2B5EF4-FFF2-40B4-BE49-F238E27FC236}">
                <a16:creationId xmlns:a16="http://schemas.microsoft.com/office/drawing/2014/main" id="{404DA626-21EB-4FE9-B442-20C2778DE17A}"/>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419">
            <a:extLst xmlns:a="http://schemas.openxmlformats.org/drawingml/2006/main">
              <a:ext uri="{FF2B5EF4-FFF2-40B4-BE49-F238E27FC236}">
                <a16:creationId xmlns:a16="http://schemas.microsoft.com/office/drawing/2014/main" id="{E2449B1A-EB7D-42B3-B998-C79B4C805636}"/>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迷う情報</a:t>
            </a:r>
          </a:p>
        </p:txBody>
      </p:sp>
      <p:sp>
        <p:nvSpPr>
          <p:cNvPr id="12" name="text-0420">
            <a:extLst xmlns:a="http://schemas.openxmlformats.org/drawingml/2006/main">
              <a:ext uri="{FF2B5EF4-FFF2-40B4-BE49-F238E27FC236}">
                <a16:creationId xmlns:a16="http://schemas.microsoft.com/office/drawing/2014/main" id="{D9CC94B4-54DD-42FB-B608-D8A3ED63FBD6}"/>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意味が複数ある</a:t>
            </a:r>
          </a:p>
        </p:txBody>
      </p:sp>
      <p:sp>
        <p:nvSpPr>
          <p:cNvPr id="13" name="text-0421">
            <a:extLst xmlns:a="http://schemas.openxmlformats.org/drawingml/2006/main">
              <a:ext uri="{FF2B5EF4-FFF2-40B4-BE49-F238E27FC236}">
                <a16:creationId xmlns:a16="http://schemas.microsoft.com/office/drawing/2014/main" id="{4C15A99A-E2F2-4806-AF86-C6DF5BD3E1F6}"/>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422">
            <a:extLst xmlns:a="http://schemas.openxmlformats.org/drawingml/2006/main">
              <a:ext uri="{FF2B5EF4-FFF2-40B4-BE49-F238E27FC236}">
                <a16:creationId xmlns:a16="http://schemas.microsoft.com/office/drawing/2014/main" id="{DFDB05B4-5186-459F-A3AF-7B14795A2844}"/>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0423">
            <a:extLst xmlns:a="http://schemas.openxmlformats.org/drawingml/2006/main">
              <a:ext uri="{FF2B5EF4-FFF2-40B4-BE49-F238E27FC236}">
                <a16:creationId xmlns:a16="http://schemas.microsoft.com/office/drawing/2014/main" id="{160CF6F6-1ED1-43D6-A82F-E15C76EB8A51}"/>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424">
            <a:extLst xmlns:a="http://schemas.openxmlformats.org/drawingml/2006/main">
              <a:ext uri="{FF2B5EF4-FFF2-40B4-BE49-F238E27FC236}">
                <a16:creationId xmlns:a16="http://schemas.microsoft.com/office/drawing/2014/main" id="{807ECFDF-1692-4AB9-ABB1-8F05573DA89B}"/>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425">
            <a:extLst xmlns:a="http://schemas.openxmlformats.org/drawingml/2006/main">
              <a:ext uri="{FF2B5EF4-FFF2-40B4-BE49-F238E27FC236}">
                <a16:creationId xmlns:a16="http://schemas.microsoft.com/office/drawing/2014/main" id="{38771D4F-8565-4E5C-9E34-F8794417F0E3}"/>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未確認へ</a:t>
            </a:r>
          </a:p>
        </p:txBody>
      </p:sp>
      <p:sp>
        <p:nvSpPr>
          <p:cNvPr id="18" name="text-0426">
            <a:extLst xmlns:a="http://schemas.openxmlformats.org/drawingml/2006/main">
              <a:ext uri="{FF2B5EF4-FFF2-40B4-BE49-F238E27FC236}">
                <a16:creationId xmlns:a16="http://schemas.microsoft.com/office/drawing/2014/main" id="{838D971F-34FC-4F3A-BBA5-6A148FD8E88B}"/>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仮の分類をしない</a:t>
            </a:r>
          </a:p>
        </p:txBody>
      </p:sp>
      <p:sp>
        <p:nvSpPr>
          <p:cNvPr id="19" name="text-0427">
            <a:extLst xmlns:a="http://schemas.openxmlformats.org/drawingml/2006/main">
              <a:ext uri="{FF2B5EF4-FFF2-40B4-BE49-F238E27FC236}">
                <a16:creationId xmlns:a16="http://schemas.microsoft.com/office/drawing/2014/main" id="{00EE5653-8C68-41E6-9A99-0456B0655258}"/>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428">
            <a:extLst xmlns:a="http://schemas.openxmlformats.org/drawingml/2006/main">
              <a:ext uri="{FF2B5EF4-FFF2-40B4-BE49-F238E27FC236}">
                <a16:creationId xmlns:a16="http://schemas.microsoft.com/office/drawing/2014/main" id="{3F268CBD-3C79-4FE7-B311-A77EECD6F0DF}"/>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0429">
            <a:extLst xmlns:a="http://schemas.openxmlformats.org/drawingml/2006/main">
              <a:ext uri="{FF2B5EF4-FFF2-40B4-BE49-F238E27FC236}">
                <a16:creationId xmlns:a16="http://schemas.microsoft.com/office/drawing/2014/main" id="{32729988-13D8-4B68-9CC3-3779A60ABA9C}"/>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430">
            <a:extLst xmlns:a="http://schemas.openxmlformats.org/drawingml/2006/main">
              <a:ext uri="{FF2B5EF4-FFF2-40B4-BE49-F238E27FC236}">
                <a16:creationId xmlns:a16="http://schemas.microsoft.com/office/drawing/2014/main" id="{98400FE3-FD7F-4192-A8B8-DA9F56560FED}"/>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431">
            <a:extLst xmlns:a="http://schemas.openxmlformats.org/drawingml/2006/main">
              <a:ext uri="{FF2B5EF4-FFF2-40B4-BE49-F238E27FC236}">
                <a16:creationId xmlns:a16="http://schemas.microsoft.com/office/drawing/2014/main" id="{FCD24FFE-BF7D-45D0-81FF-54615F1EEA53}"/>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質問化</a:t>
            </a:r>
          </a:p>
        </p:txBody>
      </p:sp>
      <p:sp>
        <p:nvSpPr>
          <p:cNvPr id="24" name="text-0432">
            <a:extLst xmlns:a="http://schemas.openxmlformats.org/drawingml/2006/main">
              <a:ext uri="{FF2B5EF4-FFF2-40B4-BE49-F238E27FC236}">
                <a16:creationId xmlns:a16="http://schemas.microsoft.com/office/drawing/2014/main" id="{58C7BFD9-8C99-4C76-B3CA-D865A3DD1952}"/>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誰に何を聞くか</a:t>
            </a:r>
          </a:p>
        </p:txBody>
      </p:sp>
      <p:sp>
        <p:nvSpPr>
          <p:cNvPr id="25" name="text-0433">
            <a:extLst xmlns:a="http://schemas.openxmlformats.org/drawingml/2006/main">
              <a:ext uri="{FF2B5EF4-FFF2-40B4-BE49-F238E27FC236}">
                <a16:creationId xmlns:a16="http://schemas.microsoft.com/office/drawing/2014/main" id="{D365BDF4-C8E1-46B0-BA26-0410D8437856}"/>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434">
            <a:extLst xmlns:a="http://schemas.openxmlformats.org/drawingml/2006/main">
              <a:ext uri="{FF2B5EF4-FFF2-40B4-BE49-F238E27FC236}">
                <a16:creationId xmlns:a16="http://schemas.microsoft.com/office/drawing/2014/main" id="{3B802D44-FD08-4AD9-A007-E943F1BBD581}"/>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0435">
            <a:extLst xmlns:a="http://schemas.openxmlformats.org/drawingml/2006/main">
              <a:ext uri="{FF2B5EF4-FFF2-40B4-BE49-F238E27FC236}">
                <a16:creationId xmlns:a16="http://schemas.microsoft.com/office/drawing/2014/main" id="{1A5E370F-232A-49AB-8B64-9670A9F7FD49}"/>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0436">
            <a:extLst xmlns:a="http://schemas.openxmlformats.org/drawingml/2006/main">
              <a:ext uri="{FF2B5EF4-FFF2-40B4-BE49-F238E27FC236}">
                <a16:creationId xmlns:a16="http://schemas.microsoft.com/office/drawing/2014/main" id="{E930F742-AFD0-4377-9D15-FAFD5C78F08A}"/>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437">
            <a:extLst xmlns:a="http://schemas.openxmlformats.org/drawingml/2006/main">
              <a:ext uri="{FF2B5EF4-FFF2-40B4-BE49-F238E27FC236}">
                <a16:creationId xmlns:a16="http://schemas.microsoft.com/office/drawing/2014/main" id="{D733960A-114A-4B89-874B-FF6FADC688C3}"/>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確認後に更新</a:t>
            </a:r>
          </a:p>
        </p:txBody>
      </p:sp>
      <p:sp>
        <p:nvSpPr>
          <p:cNvPr id="30" name="text-0438">
            <a:extLst xmlns:a="http://schemas.openxmlformats.org/drawingml/2006/main">
              <a:ext uri="{FF2B5EF4-FFF2-40B4-BE49-F238E27FC236}">
                <a16:creationId xmlns:a16="http://schemas.microsoft.com/office/drawing/2014/main" id="{3B5E18F5-3A21-41BD-9F9A-A3FA3803BB62}"/>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履歴を残す</a:t>
            </a:r>
          </a:p>
        </p:txBody>
      </p:sp>
    </p:spTree>
    <p:extLst>
      <p:ext uri="{BB962C8B-B14F-4D97-AF65-F5344CB8AC3E}">
        <p14:creationId xmlns:p14="http://schemas.microsoft.com/office/powerpoint/2010/main" val="1672852967"/>
      </p:ext>
    </p:extLst>
  </p:cSld>
</p:sld>
</file>

<file path=ppt/slides/slide15.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0439">
            <a:extLst xmlns:a="http://schemas.openxmlformats.org/drawingml/2006/main">
              <a:ext uri="{FF2B5EF4-FFF2-40B4-BE49-F238E27FC236}">
                <a16:creationId xmlns:a16="http://schemas.microsoft.com/office/drawing/2014/main" id="{D2532BBD-5DAE-481E-807E-A164AAE7434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440">
            <a:extLst xmlns:a="http://schemas.openxmlformats.org/drawingml/2006/main">
              <a:ext uri="{FF2B5EF4-FFF2-40B4-BE49-F238E27FC236}">
                <a16:creationId xmlns:a16="http://schemas.microsoft.com/office/drawing/2014/main" id="{66BFBBEF-CE54-4807-B6D1-63C4B52995FC}"/>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441">
            <a:extLst xmlns:a="http://schemas.openxmlformats.org/drawingml/2006/main">
              <a:ext uri="{FF2B5EF4-FFF2-40B4-BE49-F238E27FC236}">
                <a16:creationId xmlns:a16="http://schemas.microsoft.com/office/drawing/2014/main" id="{47C7F2E7-5F9D-4FCD-846E-00CCD3DEA938}"/>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3｜AIへ渡す前に情報を整える</a:t>
            </a:r>
          </a:p>
        </p:txBody>
      </p:sp>
      <p:sp>
        <p:nvSpPr>
          <p:cNvPr id="4" name="box-0442">
            <a:extLst xmlns:a="http://schemas.openxmlformats.org/drawingml/2006/main">
              <a:ext uri="{FF2B5EF4-FFF2-40B4-BE49-F238E27FC236}">
                <a16:creationId xmlns:a16="http://schemas.microsoft.com/office/drawing/2014/main" id="{BCA054D4-1AD9-4EEF-8505-191E41772F4D}"/>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443">
            <a:extLst xmlns:a="http://schemas.openxmlformats.org/drawingml/2006/main">
              <a:ext uri="{FF2B5EF4-FFF2-40B4-BE49-F238E27FC236}">
                <a16:creationId xmlns:a16="http://schemas.microsoft.com/office/drawing/2014/main" id="{ACCF03B4-527D-41DD-BC13-604E7A4FB6B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444">
            <a:extLst xmlns:a="http://schemas.openxmlformats.org/drawingml/2006/main">
              <a:ext uri="{FF2B5EF4-FFF2-40B4-BE49-F238E27FC236}">
                <a16:creationId xmlns:a16="http://schemas.microsoft.com/office/drawing/2014/main" id="{64CE4D9C-7339-4A5E-9E20-B24469C59B2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要点｜入力前の準備が、出力品質と情報安全を決める</a:t>
            </a:r>
          </a:p>
        </p:txBody>
      </p:sp>
      <p:sp>
        <p:nvSpPr>
          <p:cNvPr id="7" name="text-0445">
            <a:extLst xmlns:a="http://schemas.openxmlformats.org/drawingml/2006/main">
              <a:ext uri="{FF2B5EF4-FFF2-40B4-BE49-F238E27FC236}">
                <a16:creationId xmlns:a16="http://schemas.microsoft.com/office/drawing/2014/main" id="{999C3D57-D929-490F-9AF1-113FFCF09EA6}"/>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15</a:t>
            </a:r>
          </a:p>
        </p:txBody>
      </p:sp>
      <p:sp>
        <p:nvSpPr>
          <p:cNvPr id="8" name="text-0446">
            <a:extLst xmlns:a="http://schemas.openxmlformats.org/drawingml/2006/main">
              <a:ext uri="{FF2B5EF4-FFF2-40B4-BE49-F238E27FC236}">
                <a16:creationId xmlns:a16="http://schemas.microsoft.com/office/drawing/2014/main" id="{86C33D37-6FC8-42CF-B103-F6F1491BFDD6}"/>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03</a:t>
            </a:r>
          </a:p>
        </p:txBody>
      </p:sp>
      <p:sp>
        <p:nvSpPr>
          <p:cNvPr id="9" name="text-0447">
            <a:extLst xmlns:a="http://schemas.openxmlformats.org/drawingml/2006/main">
              <a:ext uri="{FF2B5EF4-FFF2-40B4-BE49-F238E27FC236}">
                <a16:creationId xmlns:a16="http://schemas.microsoft.com/office/drawing/2014/main" id="{273E7679-5941-471B-9589-4ADAA2DB161E}"/>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3</a:t>
            </a:r>
          </a:p>
        </p:txBody>
      </p:sp>
      <p:sp>
        <p:nvSpPr>
          <p:cNvPr id="10" name="box-0448">
            <a:extLst xmlns:a="http://schemas.openxmlformats.org/drawingml/2006/main">
              <a:ext uri="{FF2B5EF4-FFF2-40B4-BE49-F238E27FC236}">
                <a16:creationId xmlns:a16="http://schemas.microsoft.com/office/drawing/2014/main" id="{4D6C94EC-33D4-4C77-AD76-3ED26485B5CE}"/>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0449">
            <a:extLst xmlns:a="http://schemas.openxmlformats.org/drawingml/2006/main">
              <a:ext uri="{FF2B5EF4-FFF2-40B4-BE49-F238E27FC236}">
                <a16:creationId xmlns:a16="http://schemas.microsoft.com/office/drawing/2014/main" id="{61A64472-95EA-40F4-9C39-C1EA7B97B5DB}"/>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0450">
            <a:extLst xmlns:a="http://schemas.openxmlformats.org/drawingml/2006/main">
              <a:ext uri="{FF2B5EF4-FFF2-40B4-BE49-F238E27FC236}">
                <a16:creationId xmlns:a16="http://schemas.microsoft.com/office/drawing/2014/main" id="{CC654AAD-4FDD-4F78-BFD8-02B73A2BCB3B}"/>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目的・範囲・匿名化・原資料IDがそろった入力セット</a:t>
            </a:r>
          </a:p>
        </p:txBody>
      </p:sp>
      <p:sp>
        <p:nvSpPr>
          <p:cNvPr id="13" name="box-0451">
            <a:extLst xmlns:a="http://schemas.openxmlformats.org/drawingml/2006/main">
              <a:ext uri="{FF2B5EF4-FFF2-40B4-BE49-F238E27FC236}">
                <a16:creationId xmlns:a16="http://schemas.microsoft.com/office/drawing/2014/main" id="{5761FD85-B6EE-434E-A9CE-FFBD53E8B968}"/>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0452">
            <a:extLst xmlns:a="http://schemas.openxmlformats.org/drawingml/2006/main">
              <a:ext uri="{FF2B5EF4-FFF2-40B4-BE49-F238E27FC236}">
                <a16:creationId xmlns:a16="http://schemas.microsoft.com/office/drawing/2014/main" id="{A56E2AB3-B645-42BB-B460-CA5143408874}"/>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0453">
            <a:extLst xmlns:a="http://schemas.openxmlformats.org/drawingml/2006/main">
              <a:ext uri="{FF2B5EF4-FFF2-40B4-BE49-F238E27FC236}">
                <a16:creationId xmlns:a16="http://schemas.microsoft.com/office/drawing/2014/main" id="{8DD3E867-A812-452F-BDCD-6DD59C2D9605}"/>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目的を一つにする</a:t>
            </a:r>
          </a:p>
        </p:txBody>
      </p:sp>
      <p:sp>
        <p:nvSpPr>
          <p:cNvPr id="16" name="box-0454">
            <a:extLst xmlns:a="http://schemas.openxmlformats.org/drawingml/2006/main">
              <a:ext uri="{FF2B5EF4-FFF2-40B4-BE49-F238E27FC236}">
                <a16:creationId xmlns:a16="http://schemas.microsoft.com/office/drawing/2014/main" id="{86BE052F-2509-4E1E-A679-266BF9855FDB}"/>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0455">
            <a:extLst xmlns:a="http://schemas.openxmlformats.org/drawingml/2006/main">
              <a:ext uri="{FF2B5EF4-FFF2-40B4-BE49-F238E27FC236}">
                <a16:creationId xmlns:a16="http://schemas.microsoft.com/office/drawing/2014/main" id="{B741D229-56B3-4C40-86AF-1D666D905A32}"/>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0456">
            <a:extLst xmlns:a="http://schemas.openxmlformats.org/drawingml/2006/main">
              <a:ext uri="{FF2B5EF4-FFF2-40B4-BE49-F238E27FC236}">
                <a16:creationId xmlns:a16="http://schemas.microsoft.com/office/drawing/2014/main" id="{A18438BC-CA4F-4DFB-96F3-12581910F187}"/>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必要資料だけ</a:t>
            </a:r>
          </a:p>
        </p:txBody>
      </p:sp>
      <p:sp>
        <p:nvSpPr>
          <p:cNvPr id="19" name="box-0457">
            <a:extLst xmlns:a="http://schemas.openxmlformats.org/drawingml/2006/main">
              <a:ext uri="{FF2B5EF4-FFF2-40B4-BE49-F238E27FC236}">
                <a16:creationId xmlns:a16="http://schemas.microsoft.com/office/drawing/2014/main" id="{9C19857C-9274-45CC-923C-67B645A7BF0F}"/>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0458">
            <a:extLst xmlns:a="http://schemas.openxmlformats.org/drawingml/2006/main">
              <a:ext uri="{FF2B5EF4-FFF2-40B4-BE49-F238E27FC236}">
                <a16:creationId xmlns:a16="http://schemas.microsoft.com/office/drawing/2014/main" id="{F076CC3A-08ED-4BEF-95C6-7E870193400B}"/>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0459">
            <a:extLst xmlns:a="http://schemas.openxmlformats.org/drawingml/2006/main">
              <a:ext uri="{FF2B5EF4-FFF2-40B4-BE49-F238E27FC236}">
                <a16:creationId xmlns:a16="http://schemas.microsoft.com/office/drawing/2014/main" id="{873C1BA9-6458-49C3-AA9E-DA57907CFBC6}"/>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入力可否を確認</a:t>
            </a:r>
          </a:p>
        </p:txBody>
      </p:sp>
      <p:sp>
        <p:nvSpPr>
          <p:cNvPr id="22" name="box-0460">
            <a:extLst xmlns:a="http://schemas.openxmlformats.org/drawingml/2006/main">
              <a:ext uri="{FF2B5EF4-FFF2-40B4-BE49-F238E27FC236}">
                <a16:creationId xmlns:a16="http://schemas.microsoft.com/office/drawing/2014/main" id="{E48B00E8-8A38-4367-BDD6-C18C4C8A08ED}"/>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0461">
            <a:extLst xmlns:a="http://schemas.openxmlformats.org/drawingml/2006/main">
              <a:ext uri="{FF2B5EF4-FFF2-40B4-BE49-F238E27FC236}">
                <a16:creationId xmlns:a16="http://schemas.microsoft.com/office/drawing/2014/main" id="{1EEC6098-5D5F-4BC9-BF3E-841527180246}"/>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入力前の準備が、出力品質と情報安全を決める</a:t>
            </a:r>
          </a:p>
        </p:txBody>
      </p:sp>
    </p:spTree>
    <p:extLst>
      <p:ext uri="{BB962C8B-B14F-4D97-AF65-F5344CB8AC3E}">
        <p14:creationId xmlns:p14="http://schemas.microsoft.com/office/powerpoint/2010/main" val="1787043362"/>
      </p:ext>
    </p:extLst>
  </p:cSld>
</p:sld>
</file>

<file path=ppt/slides/slide1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462">
            <a:extLst xmlns:a="http://schemas.openxmlformats.org/drawingml/2006/main">
              <a:ext uri="{FF2B5EF4-FFF2-40B4-BE49-F238E27FC236}">
                <a16:creationId xmlns:a16="http://schemas.microsoft.com/office/drawing/2014/main" id="{F167AA75-287F-4B6E-86FA-B3F01C74AC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463">
            <a:extLst xmlns:a="http://schemas.openxmlformats.org/drawingml/2006/main">
              <a:ext uri="{FF2B5EF4-FFF2-40B4-BE49-F238E27FC236}">
                <a16:creationId xmlns:a16="http://schemas.microsoft.com/office/drawing/2014/main" id="{DC3619DC-5CDD-45BA-8FBC-DE3BE5127965}"/>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464">
            <a:extLst xmlns:a="http://schemas.openxmlformats.org/drawingml/2006/main">
              <a:ext uri="{FF2B5EF4-FFF2-40B4-BE49-F238E27FC236}">
                <a16:creationId xmlns:a16="http://schemas.microsoft.com/office/drawing/2014/main" id="{4AA7F9B4-FEC9-4B20-8AE6-57B85F33A6E8}"/>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最初に『何のための記録か』を一つ決めます</a:t>
            </a:r>
          </a:p>
        </p:txBody>
      </p:sp>
      <p:sp>
        <p:nvSpPr>
          <p:cNvPr id="4" name="box-0465">
            <a:extLst xmlns:a="http://schemas.openxmlformats.org/drawingml/2006/main">
              <a:ext uri="{FF2B5EF4-FFF2-40B4-BE49-F238E27FC236}">
                <a16:creationId xmlns:a16="http://schemas.microsoft.com/office/drawing/2014/main" id="{D258B227-311C-442C-B29B-BF4E1D53B6F1}"/>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466">
            <a:extLst xmlns:a="http://schemas.openxmlformats.org/drawingml/2006/main">
              <a:ext uri="{FF2B5EF4-FFF2-40B4-BE49-F238E27FC236}">
                <a16:creationId xmlns:a16="http://schemas.microsoft.com/office/drawing/2014/main" id="{8FF01CEC-80AC-474F-85B2-445BC0C44D0D}"/>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467">
            <a:extLst xmlns:a="http://schemas.openxmlformats.org/drawingml/2006/main">
              <a:ext uri="{FF2B5EF4-FFF2-40B4-BE49-F238E27FC236}">
                <a16:creationId xmlns:a16="http://schemas.microsoft.com/office/drawing/2014/main" id="{0E708D32-BF4B-4A42-A179-69910DF0EF3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要点｜利用先が違えば、必要な項目も変わる</a:t>
            </a:r>
          </a:p>
        </p:txBody>
      </p:sp>
      <p:sp>
        <p:nvSpPr>
          <p:cNvPr id="7" name="text-0468">
            <a:extLst xmlns:a="http://schemas.openxmlformats.org/drawingml/2006/main">
              <a:ext uri="{FF2B5EF4-FFF2-40B4-BE49-F238E27FC236}">
                <a16:creationId xmlns:a16="http://schemas.microsoft.com/office/drawing/2014/main" id="{BBA9EE5C-7117-4A28-B560-4D7FB0D5AA45}"/>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16</a:t>
            </a:r>
          </a:p>
        </p:txBody>
      </p:sp>
      <p:sp>
        <p:nvSpPr>
          <p:cNvPr id="8" name="box-0469">
            <a:extLst xmlns:a="http://schemas.openxmlformats.org/drawingml/2006/main">
              <a:ext uri="{FF2B5EF4-FFF2-40B4-BE49-F238E27FC236}">
                <a16:creationId xmlns:a16="http://schemas.microsoft.com/office/drawing/2014/main" id="{D3DF8F10-8810-4526-A185-789F7B0430C7}"/>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0470">
            <a:extLst xmlns:a="http://schemas.openxmlformats.org/drawingml/2006/main">
              <a:ext uri="{FF2B5EF4-FFF2-40B4-BE49-F238E27FC236}">
                <a16:creationId xmlns:a16="http://schemas.microsoft.com/office/drawing/2014/main" id="{C1833208-8085-4A6B-AC86-D545E4464EB1}"/>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0471">
            <a:extLst xmlns:a="http://schemas.openxmlformats.org/drawingml/2006/main">
              <a:ext uri="{FF2B5EF4-FFF2-40B4-BE49-F238E27FC236}">
                <a16:creationId xmlns:a16="http://schemas.microsoft.com/office/drawing/2014/main" id="{46212338-E5ED-4D81-93E7-3AB39C2EF76D}"/>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次回提案</a:t>
            </a:r>
          </a:p>
        </p:txBody>
      </p:sp>
      <p:sp>
        <p:nvSpPr>
          <p:cNvPr id="11" name="text-0472">
            <a:extLst xmlns:a="http://schemas.openxmlformats.org/drawingml/2006/main">
              <a:ext uri="{FF2B5EF4-FFF2-40B4-BE49-F238E27FC236}">
                <a16:creationId xmlns:a16="http://schemas.microsoft.com/office/drawing/2014/main" id="{A6D7152D-0C32-4848-BFB3-7E234AF6E3C0}"/>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要望・制約・意思決定者</a:t>
            </a:r>
          </a:p>
        </p:txBody>
      </p:sp>
      <p:sp>
        <p:nvSpPr>
          <p:cNvPr id="12" name="box-0473">
            <a:extLst xmlns:a="http://schemas.openxmlformats.org/drawingml/2006/main">
              <a:ext uri="{FF2B5EF4-FFF2-40B4-BE49-F238E27FC236}">
                <a16:creationId xmlns:a16="http://schemas.microsoft.com/office/drawing/2014/main" id="{48E64031-8858-4261-8332-2D9195252032}"/>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0474">
            <a:extLst xmlns:a="http://schemas.openxmlformats.org/drawingml/2006/main">
              <a:ext uri="{FF2B5EF4-FFF2-40B4-BE49-F238E27FC236}">
                <a16:creationId xmlns:a16="http://schemas.microsoft.com/office/drawing/2014/main" id="{47158165-9078-43F9-B7F7-2AD2C4FB1381}"/>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0475">
            <a:extLst xmlns:a="http://schemas.openxmlformats.org/drawingml/2006/main">
              <a:ext uri="{FF2B5EF4-FFF2-40B4-BE49-F238E27FC236}">
                <a16:creationId xmlns:a16="http://schemas.microsoft.com/office/drawing/2014/main" id="{A51355EF-14F0-45BB-9299-B104CD7827EF}"/>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社内報告</a:t>
            </a:r>
          </a:p>
        </p:txBody>
      </p:sp>
      <p:sp>
        <p:nvSpPr>
          <p:cNvPr id="15" name="text-0476">
            <a:extLst xmlns:a="http://schemas.openxmlformats.org/drawingml/2006/main">
              <a:ext uri="{FF2B5EF4-FFF2-40B4-BE49-F238E27FC236}">
                <a16:creationId xmlns:a16="http://schemas.microsoft.com/office/drawing/2014/main" id="{D3D76183-43E7-432D-946C-008566016AE1}"/>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事実・影響・対応状況</a:t>
            </a:r>
          </a:p>
        </p:txBody>
      </p:sp>
      <p:sp>
        <p:nvSpPr>
          <p:cNvPr id="16" name="box-0477">
            <a:extLst xmlns:a="http://schemas.openxmlformats.org/drawingml/2006/main">
              <a:ext uri="{FF2B5EF4-FFF2-40B4-BE49-F238E27FC236}">
                <a16:creationId xmlns:a16="http://schemas.microsoft.com/office/drawing/2014/main" id="{D7F57DAD-5995-4E18-94A7-603221714478}"/>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478">
            <a:extLst xmlns:a="http://schemas.openxmlformats.org/drawingml/2006/main">
              <a:ext uri="{FF2B5EF4-FFF2-40B4-BE49-F238E27FC236}">
                <a16:creationId xmlns:a16="http://schemas.microsoft.com/office/drawing/2014/main" id="{555F4B57-6767-4F6F-ACEC-C08123F723D3}"/>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0479">
            <a:extLst xmlns:a="http://schemas.openxmlformats.org/drawingml/2006/main">
              <a:ext uri="{FF2B5EF4-FFF2-40B4-BE49-F238E27FC236}">
                <a16:creationId xmlns:a16="http://schemas.microsoft.com/office/drawing/2014/main" id="{082C89DB-33F8-4E0A-8EB5-BC69F03015C3}"/>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改善検討</a:t>
            </a:r>
          </a:p>
        </p:txBody>
      </p:sp>
      <p:sp>
        <p:nvSpPr>
          <p:cNvPr id="19" name="text-0480">
            <a:extLst xmlns:a="http://schemas.openxmlformats.org/drawingml/2006/main">
              <a:ext uri="{FF2B5EF4-FFF2-40B4-BE49-F238E27FC236}">
                <a16:creationId xmlns:a16="http://schemas.microsoft.com/office/drawing/2014/main" id="{2849F750-6E9D-477F-9CED-2FE8D7E923BA}"/>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症状・頻度・原因仮説</a:t>
            </a:r>
          </a:p>
        </p:txBody>
      </p:sp>
      <p:sp>
        <p:nvSpPr>
          <p:cNvPr id="20" name="box-0481">
            <a:extLst xmlns:a="http://schemas.openxmlformats.org/drawingml/2006/main">
              <a:ext uri="{FF2B5EF4-FFF2-40B4-BE49-F238E27FC236}">
                <a16:creationId xmlns:a16="http://schemas.microsoft.com/office/drawing/2014/main" id="{8D0AEFE7-0F7C-4EE1-B1BF-23BDCE1CB500}"/>
              </a:ext>
            </a:extLst>
          </p:cNvPr>
          <p:cNvSpPr>
            <a:spLocks xmlns:a="http://schemas.openxmlformats.org/drawingml/2006/main" noGrp="1"/>
          </p:cNvSpPr>
          <p:nvPr/>
        </p:nvSpPr>
        <p:spPr>
          <a:xfrm xmlns:a="http://schemas.openxmlformats.org/drawingml/2006/main">
            <a:off x="6153150" y="3800475"/>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482">
            <a:extLst xmlns:a="http://schemas.openxmlformats.org/drawingml/2006/main">
              <a:ext uri="{FF2B5EF4-FFF2-40B4-BE49-F238E27FC236}">
                <a16:creationId xmlns:a16="http://schemas.microsoft.com/office/drawing/2014/main" id="{A432FE49-F6CC-471C-8E09-2976C0D5B912}"/>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0483">
            <a:extLst xmlns:a="http://schemas.openxmlformats.org/drawingml/2006/main">
              <a:ext uri="{FF2B5EF4-FFF2-40B4-BE49-F238E27FC236}">
                <a16:creationId xmlns:a16="http://schemas.microsoft.com/office/drawing/2014/main" id="{8CB5AA20-522F-4C2A-A470-1FFAD56BF870}"/>
              </a:ext>
            </a:extLst>
          </p:cNvPr>
          <p:cNvSpPr>
            <a:spLocks xmlns:a="http://schemas.openxmlformats.org/drawingml/2006/main" noGrp="1"/>
          </p:cNvSpPr>
          <p:nvPr/>
        </p:nvSpPr>
        <p:spPr>
          <a:xfrm xmlns:a="http://schemas.openxmlformats.org/drawingml/2006/main">
            <a:off x="63436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申し送り</a:t>
            </a:r>
          </a:p>
        </p:txBody>
      </p:sp>
      <p:sp>
        <p:nvSpPr>
          <p:cNvPr id="23" name="text-0484">
            <a:extLst xmlns:a="http://schemas.openxmlformats.org/drawingml/2006/main">
              <a:ext uri="{FF2B5EF4-FFF2-40B4-BE49-F238E27FC236}">
                <a16:creationId xmlns:a16="http://schemas.microsoft.com/office/drawing/2014/main" id="{B0164C7C-EDB8-4D26-A03C-E997A8ECC876}"/>
              </a:ext>
            </a:extLst>
          </p:cNvPr>
          <p:cNvSpPr>
            <a:spLocks xmlns:a="http://schemas.openxmlformats.org/drawingml/2006/main" noGrp="1"/>
          </p:cNvSpPr>
          <p:nvPr/>
        </p:nvSpPr>
        <p:spPr>
          <a:xfrm xmlns:a="http://schemas.openxmlformats.org/drawingml/2006/main">
            <a:off x="63436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本人の希望・観察・未確認</a:t>
            </a:r>
          </a:p>
        </p:txBody>
      </p:sp>
    </p:spTree>
    <p:extLst>
      <p:ext uri="{BB962C8B-B14F-4D97-AF65-F5344CB8AC3E}">
        <p14:creationId xmlns:p14="http://schemas.microsoft.com/office/powerpoint/2010/main" val="452090366"/>
      </p:ext>
    </p:extLst>
  </p:cSld>
</p:sld>
</file>

<file path=ppt/slides/slide1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0485">
            <a:extLst xmlns:a="http://schemas.openxmlformats.org/drawingml/2006/main">
              <a:ext uri="{FF2B5EF4-FFF2-40B4-BE49-F238E27FC236}">
                <a16:creationId xmlns:a16="http://schemas.microsoft.com/office/drawing/2014/main" id="{96123D91-C8DF-4844-8F53-3D8404C7B07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486">
            <a:extLst xmlns:a="http://schemas.openxmlformats.org/drawingml/2006/main">
              <a:ext uri="{FF2B5EF4-FFF2-40B4-BE49-F238E27FC236}">
                <a16:creationId xmlns:a16="http://schemas.microsoft.com/office/drawing/2014/main" id="{08854EF3-C0DB-4B2F-A8D6-6E77C64F8EF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487">
            <a:extLst xmlns:a="http://schemas.openxmlformats.org/drawingml/2006/main">
              <a:ext uri="{FF2B5EF4-FFF2-40B4-BE49-F238E27FC236}">
                <a16:creationId xmlns:a16="http://schemas.microsoft.com/office/drawing/2014/main" id="{1E89DAEF-9E50-42C8-886D-BDD922D3C6BF}"/>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入力範囲は、目的に必要な資料だけに絞ります</a:t>
            </a:r>
          </a:p>
        </p:txBody>
      </p:sp>
      <p:sp>
        <p:nvSpPr>
          <p:cNvPr id="4" name="box-0488">
            <a:extLst xmlns:a="http://schemas.openxmlformats.org/drawingml/2006/main">
              <a:ext uri="{FF2B5EF4-FFF2-40B4-BE49-F238E27FC236}">
                <a16:creationId xmlns:a16="http://schemas.microsoft.com/office/drawing/2014/main" id="{6B9CF277-E037-40CA-8719-E16326FD71CC}"/>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489">
            <a:extLst xmlns:a="http://schemas.openxmlformats.org/drawingml/2006/main">
              <a:ext uri="{FF2B5EF4-FFF2-40B4-BE49-F238E27FC236}">
                <a16:creationId xmlns:a16="http://schemas.microsoft.com/office/drawing/2014/main" id="{A3DE9B6D-330F-4072-9287-5A0E9BD0BE9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490">
            <a:extLst xmlns:a="http://schemas.openxmlformats.org/drawingml/2006/main">
              <a:ext uri="{FF2B5EF4-FFF2-40B4-BE49-F238E27FC236}">
                <a16:creationId xmlns:a16="http://schemas.microsoft.com/office/drawing/2014/main" id="{5233C553-EB46-4BF0-B8BC-77EC5DF2107A}"/>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要点｜多く入れるほど良いのではなく、判断に必要な資料を選ぶ</a:t>
            </a:r>
          </a:p>
        </p:txBody>
      </p:sp>
      <p:sp>
        <p:nvSpPr>
          <p:cNvPr id="7" name="text-0491">
            <a:extLst xmlns:a="http://schemas.openxmlformats.org/drawingml/2006/main">
              <a:ext uri="{FF2B5EF4-FFF2-40B4-BE49-F238E27FC236}">
                <a16:creationId xmlns:a16="http://schemas.microsoft.com/office/drawing/2014/main" id="{E0783357-14F5-4CF2-AD9B-0FCE62566BB6}"/>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17</a:t>
            </a:r>
          </a:p>
        </p:txBody>
      </p:sp>
      <p:sp>
        <p:nvSpPr>
          <p:cNvPr id="8" name="box-0492">
            <a:extLst xmlns:a="http://schemas.openxmlformats.org/drawingml/2006/main">
              <a:ext uri="{FF2B5EF4-FFF2-40B4-BE49-F238E27FC236}">
                <a16:creationId xmlns:a16="http://schemas.microsoft.com/office/drawing/2014/main" id="{E1754B5C-270B-485B-B007-23D575F58098}"/>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0493">
            <a:extLst xmlns:a="http://schemas.openxmlformats.org/drawingml/2006/main">
              <a:ext uri="{FF2B5EF4-FFF2-40B4-BE49-F238E27FC236}">
                <a16:creationId xmlns:a16="http://schemas.microsoft.com/office/drawing/2014/main" id="{DA775E48-9168-458C-9784-71E9941A89D6}"/>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494">
            <a:extLst xmlns:a="http://schemas.openxmlformats.org/drawingml/2006/main">
              <a:ext uri="{FF2B5EF4-FFF2-40B4-BE49-F238E27FC236}">
                <a16:creationId xmlns:a16="http://schemas.microsoft.com/office/drawing/2014/main" id="{CDBD9C41-B5C9-48F2-A115-AFFEB0185213}"/>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495">
            <a:extLst xmlns:a="http://schemas.openxmlformats.org/drawingml/2006/main">
              <a:ext uri="{FF2B5EF4-FFF2-40B4-BE49-F238E27FC236}">
                <a16:creationId xmlns:a16="http://schemas.microsoft.com/office/drawing/2014/main" id="{68A69723-64C6-4BFD-AE0D-1456D2BDB580}"/>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利用目的</a:t>
            </a:r>
          </a:p>
        </p:txBody>
      </p:sp>
      <p:sp>
        <p:nvSpPr>
          <p:cNvPr id="12" name="text-0496">
            <a:extLst xmlns:a="http://schemas.openxmlformats.org/drawingml/2006/main">
              <a:ext uri="{FF2B5EF4-FFF2-40B4-BE49-F238E27FC236}">
                <a16:creationId xmlns:a16="http://schemas.microsoft.com/office/drawing/2014/main" id="{C8703F92-D95A-49C0-832C-D4FECE81A06F}"/>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次回提案の準備</a:t>
            </a:r>
          </a:p>
        </p:txBody>
      </p:sp>
      <p:sp>
        <p:nvSpPr>
          <p:cNvPr id="13" name="text-0497">
            <a:extLst xmlns:a="http://schemas.openxmlformats.org/drawingml/2006/main">
              <a:ext uri="{FF2B5EF4-FFF2-40B4-BE49-F238E27FC236}">
                <a16:creationId xmlns:a16="http://schemas.microsoft.com/office/drawing/2014/main" id="{299A993B-1163-49CC-8558-CE3D5505A4F7}"/>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498">
            <a:extLst xmlns:a="http://schemas.openxmlformats.org/drawingml/2006/main">
              <a:ext uri="{FF2B5EF4-FFF2-40B4-BE49-F238E27FC236}">
                <a16:creationId xmlns:a16="http://schemas.microsoft.com/office/drawing/2014/main" id="{15853C8B-16DA-4733-9EB8-8FAEBDE5EC42}"/>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0499">
            <a:extLst xmlns:a="http://schemas.openxmlformats.org/drawingml/2006/main">
              <a:ext uri="{FF2B5EF4-FFF2-40B4-BE49-F238E27FC236}">
                <a16:creationId xmlns:a16="http://schemas.microsoft.com/office/drawing/2014/main" id="{AC7D7A68-5A9F-4425-87C4-65A06E1FF289}"/>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500">
            <a:extLst xmlns:a="http://schemas.openxmlformats.org/drawingml/2006/main">
              <a:ext uri="{FF2B5EF4-FFF2-40B4-BE49-F238E27FC236}">
                <a16:creationId xmlns:a16="http://schemas.microsoft.com/office/drawing/2014/main" id="{0463E60D-8FAE-4A22-BA06-1EBC524FB0F3}"/>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501">
            <a:extLst xmlns:a="http://schemas.openxmlformats.org/drawingml/2006/main">
              <a:ext uri="{FF2B5EF4-FFF2-40B4-BE49-F238E27FC236}">
                <a16:creationId xmlns:a16="http://schemas.microsoft.com/office/drawing/2014/main" id="{14B0EFF6-025B-4A41-899B-DB0890F5E47E}"/>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必要資料</a:t>
            </a:r>
          </a:p>
        </p:txBody>
      </p:sp>
      <p:sp>
        <p:nvSpPr>
          <p:cNvPr id="18" name="text-0502">
            <a:extLst xmlns:a="http://schemas.openxmlformats.org/drawingml/2006/main">
              <a:ext uri="{FF2B5EF4-FFF2-40B4-BE49-F238E27FC236}">
                <a16:creationId xmlns:a16="http://schemas.microsoft.com/office/drawing/2014/main" id="{78D7B9C0-49F3-4ED0-B9EF-C3E4F35E629B}"/>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商談記録・顧客メール</a:t>
            </a:r>
          </a:p>
        </p:txBody>
      </p:sp>
      <p:sp>
        <p:nvSpPr>
          <p:cNvPr id="19" name="text-0503">
            <a:extLst xmlns:a="http://schemas.openxmlformats.org/drawingml/2006/main">
              <a:ext uri="{FF2B5EF4-FFF2-40B4-BE49-F238E27FC236}">
                <a16:creationId xmlns:a16="http://schemas.microsoft.com/office/drawing/2014/main" id="{3E579D07-D955-4E2A-BB70-7DB25D765293}"/>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504">
            <a:extLst xmlns:a="http://schemas.openxmlformats.org/drawingml/2006/main">
              <a:ext uri="{FF2B5EF4-FFF2-40B4-BE49-F238E27FC236}">
                <a16:creationId xmlns:a16="http://schemas.microsoft.com/office/drawing/2014/main" id="{0A8BA9C1-A807-4B16-A43F-84E45C38A709}"/>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0505">
            <a:extLst xmlns:a="http://schemas.openxmlformats.org/drawingml/2006/main">
              <a:ext uri="{FF2B5EF4-FFF2-40B4-BE49-F238E27FC236}">
                <a16:creationId xmlns:a16="http://schemas.microsoft.com/office/drawing/2014/main" id="{20A5AC3A-7971-4C82-A77C-FCDBA42D18B4}"/>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506">
            <a:extLst xmlns:a="http://schemas.openxmlformats.org/drawingml/2006/main">
              <a:ext uri="{FF2B5EF4-FFF2-40B4-BE49-F238E27FC236}">
                <a16:creationId xmlns:a16="http://schemas.microsoft.com/office/drawing/2014/main" id="{D52A3152-1ED4-4570-B52E-958B8DC4387D}"/>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507">
            <a:extLst xmlns:a="http://schemas.openxmlformats.org/drawingml/2006/main">
              <a:ext uri="{FF2B5EF4-FFF2-40B4-BE49-F238E27FC236}">
                <a16:creationId xmlns:a16="http://schemas.microsoft.com/office/drawing/2014/main" id="{34510502-BF43-497D-8A1E-A601E5B40783}"/>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除外</a:t>
            </a:r>
          </a:p>
        </p:txBody>
      </p:sp>
      <p:sp>
        <p:nvSpPr>
          <p:cNvPr id="24" name="text-0508">
            <a:extLst xmlns:a="http://schemas.openxmlformats.org/drawingml/2006/main">
              <a:ext uri="{FF2B5EF4-FFF2-40B4-BE49-F238E27FC236}">
                <a16:creationId xmlns:a16="http://schemas.microsoft.com/office/drawing/2014/main" id="{E173A8DC-2A4B-40DA-804A-F35737287F11}"/>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無関係な過去メモ</a:t>
            </a:r>
          </a:p>
        </p:txBody>
      </p:sp>
      <p:sp>
        <p:nvSpPr>
          <p:cNvPr id="25" name="text-0509">
            <a:extLst xmlns:a="http://schemas.openxmlformats.org/drawingml/2006/main">
              <a:ext uri="{FF2B5EF4-FFF2-40B4-BE49-F238E27FC236}">
                <a16:creationId xmlns:a16="http://schemas.microsoft.com/office/drawing/2014/main" id="{B6C75FE1-57C8-49F0-8AE9-D3DE99D82CAD}"/>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510">
            <a:extLst xmlns:a="http://schemas.openxmlformats.org/drawingml/2006/main">
              <a:ext uri="{FF2B5EF4-FFF2-40B4-BE49-F238E27FC236}">
                <a16:creationId xmlns:a16="http://schemas.microsoft.com/office/drawing/2014/main" id="{4A360DE4-6269-4624-BC8E-4A5CF45649CC}"/>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0511">
            <a:extLst xmlns:a="http://schemas.openxmlformats.org/drawingml/2006/main">
              <a:ext uri="{FF2B5EF4-FFF2-40B4-BE49-F238E27FC236}">
                <a16:creationId xmlns:a16="http://schemas.microsoft.com/office/drawing/2014/main" id="{08402933-BCFE-477A-9B4D-DFAA4BA4DE0F}"/>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0512">
            <a:extLst xmlns:a="http://schemas.openxmlformats.org/drawingml/2006/main">
              <a:ext uri="{FF2B5EF4-FFF2-40B4-BE49-F238E27FC236}">
                <a16:creationId xmlns:a16="http://schemas.microsoft.com/office/drawing/2014/main" id="{17348665-EFE5-459D-872A-B90C878CC830}"/>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513">
            <a:extLst xmlns:a="http://schemas.openxmlformats.org/drawingml/2006/main">
              <a:ext uri="{FF2B5EF4-FFF2-40B4-BE49-F238E27FC236}">
                <a16:creationId xmlns:a16="http://schemas.microsoft.com/office/drawing/2014/main" id="{A6A34A41-5D6A-45F0-B604-C4096AB90183}"/>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入力セット</a:t>
            </a:r>
          </a:p>
        </p:txBody>
      </p:sp>
      <p:sp>
        <p:nvSpPr>
          <p:cNvPr id="30" name="text-0514">
            <a:extLst xmlns:a="http://schemas.openxmlformats.org/drawingml/2006/main">
              <a:ext uri="{FF2B5EF4-FFF2-40B4-BE49-F238E27FC236}">
                <a16:creationId xmlns:a16="http://schemas.microsoft.com/office/drawing/2014/main" id="{7A0A56A3-C5B2-4018-B2EB-8F80370D0871}"/>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ID付きで並べる</a:t>
            </a:r>
          </a:p>
        </p:txBody>
      </p:sp>
    </p:spTree>
    <p:extLst>
      <p:ext uri="{BB962C8B-B14F-4D97-AF65-F5344CB8AC3E}">
        <p14:creationId xmlns:p14="http://schemas.microsoft.com/office/powerpoint/2010/main" val="1024803381"/>
      </p:ext>
    </p:extLst>
  </p:cSld>
</p:sld>
</file>

<file path=ppt/slides/slide1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0515">
            <a:extLst xmlns:a="http://schemas.openxmlformats.org/drawingml/2006/main">
              <a:ext uri="{FF2B5EF4-FFF2-40B4-BE49-F238E27FC236}">
                <a16:creationId xmlns:a16="http://schemas.microsoft.com/office/drawing/2014/main" id="{C1D3DD17-9832-4D88-A9FB-4304EDD1C2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516">
            <a:extLst xmlns:a="http://schemas.openxmlformats.org/drawingml/2006/main">
              <a:ext uri="{FF2B5EF4-FFF2-40B4-BE49-F238E27FC236}">
                <a16:creationId xmlns:a16="http://schemas.microsoft.com/office/drawing/2014/main" id="{76F03582-39C4-4BB2-BB5B-87E878191570}"/>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517">
            <a:extLst xmlns:a="http://schemas.openxmlformats.org/drawingml/2006/main">
              <a:ext uri="{FF2B5EF4-FFF2-40B4-BE49-F238E27FC236}">
                <a16:creationId xmlns:a16="http://schemas.microsoft.com/office/drawing/2014/main" id="{9F432131-ED55-4051-84B3-8E48AA294F2D}"/>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個人情報・機密情報は、入力前に確認します</a:t>
            </a:r>
          </a:p>
        </p:txBody>
      </p:sp>
      <p:sp>
        <p:nvSpPr>
          <p:cNvPr id="4" name="box-0518">
            <a:extLst xmlns:a="http://schemas.openxmlformats.org/drawingml/2006/main">
              <a:ext uri="{FF2B5EF4-FFF2-40B4-BE49-F238E27FC236}">
                <a16:creationId xmlns:a16="http://schemas.microsoft.com/office/drawing/2014/main" id="{84CDA8E6-4357-4D93-8652-617450E35255}"/>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519">
            <a:extLst xmlns:a="http://schemas.openxmlformats.org/drawingml/2006/main">
              <a:ext uri="{FF2B5EF4-FFF2-40B4-BE49-F238E27FC236}">
                <a16:creationId xmlns:a16="http://schemas.microsoft.com/office/drawing/2014/main" id="{CCDDF16E-1D7D-45A8-A660-CDAA32EF1CDD}"/>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520">
            <a:extLst xmlns:a="http://schemas.openxmlformats.org/drawingml/2006/main">
              <a:ext uri="{FF2B5EF4-FFF2-40B4-BE49-F238E27FC236}">
                <a16:creationId xmlns:a16="http://schemas.microsoft.com/office/drawing/2014/main" id="{C9FBE8B2-79AC-4C6E-A6AF-41CA85F450ED}"/>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要点｜企業ルールと利用環境を確認できない情報は入力しない</a:t>
            </a:r>
          </a:p>
        </p:txBody>
      </p:sp>
      <p:sp>
        <p:nvSpPr>
          <p:cNvPr id="7" name="text-0521">
            <a:extLst xmlns:a="http://schemas.openxmlformats.org/drawingml/2006/main">
              <a:ext uri="{FF2B5EF4-FFF2-40B4-BE49-F238E27FC236}">
                <a16:creationId xmlns:a16="http://schemas.microsoft.com/office/drawing/2014/main" id="{CE6E89A7-BAD8-4B89-A3BA-A7FE10F943D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18</a:t>
            </a:r>
          </a:p>
        </p:txBody>
      </p:sp>
      <p:sp>
        <p:nvSpPr>
          <p:cNvPr id="8" name="box-0522">
            <a:extLst xmlns:a="http://schemas.openxmlformats.org/drawingml/2006/main">
              <a:ext uri="{FF2B5EF4-FFF2-40B4-BE49-F238E27FC236}">
                <a16:creationId xmlns:a16="http://schemas.microsoft.com/office/drawing/2014/main" id="{A73E6D68-9613-4EA4-86C0-5FFD9E83B287}"/>
              </a:ext>
            </a:extLst>
          </p:cNvPr>
          <p:cNvSpPr>
            <a:spLocks xmlns:a="http://schemas.openxmlformats.org/drawingml/2006/main" noGrp="1"/>
          </p:cNvSpPr>
          <p:nvPr/>
        </p:nvSpPr>
        <p:spPr>
          <a:xfrm xmlns:a="http://schemas.openxmlformats.org/drawingml/2006/main">
            <a:off x="5524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9" name="box-0523">
            <a:extLst xmlns:a="http://schemas.openxmlformats.org/drawingml/2006/main">
              <a:ext uri="{FF2B5EF4-FFF2-40B4-BE49-F238E27FC236}">
                <a16:creationId xmlns:a16="http://schemas.microsoft.com/office/drawing/2014/main" id="{7EA9A974-ECE7-4E48-9A21-F6888DFACD1D}"/>
              </a:ext>
            </a:extLst>
          </p:cNvPr>
          <p:cNvSpPr>
            <a:spLocks xmlns:a="http://schemas.openxmlformats.org/drawingml/2006/main" noGrp="1"/>
          </p:cNvSpPr>
          <p:nvPr/>
        </p:nvSpPr>
        <p:spPr>
          <a:xfrm xmlns:a="http://schemas.openxmlformats.org/drawingml/2006/main">
            <a:off x="7429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0524">
            <a:extLst xmlns:a="http://schemas.openxmlformats.org/drawingml/2006/main">
              <a:ext uri="{FF2B5EF4-FFF2-40B4-BE49-F238E27FC236}">
                <a16:creationId xmlns:a16="http://schemas.microsoft.com/office/drawing/2014/main" id="{ACF7A8B6-26FC-435C-B0B1-C6322143F71B}"/>
              </a:ext>
            </a:extLst>
          </p:cNvPr>
          <p:cNvSpPr>
            <a:spLocks xmlns:a="http://schemas.openxmlformats.org/drawingml/2006/main" noGrp="1"/>
          </p:cNvSpPr>
          <p:nvPr/>
        </p:nvSpPr>
        <p:spPr>
          <a:xfrm xmlns:a="http://schemas.openxmlformats.org/drawingml/2006/main">
            <a:off x="7429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0525">
            <a:extLst xmlns:a="http://schemas.openxmlformats.org/drawingml/2006/main">
              <a:ext uri="{FF2B5EF4-FFF2-40B4-BE49-F238E27FC236}">
                <a16:creationId xmlns:a16="http://schemas.microsoft.com/office/drawing/2014/main" id="{3A4FBDE3-1C1E-4D20-85D1-B78843A227B4}"/>
              </a:ext>
            </a:extLst>
          </p:cNvPr>
          <p:cNvSpPr>
            <a:spLocks xmlns:a="http://schemas.openxmlformats.org/drawingml/2006/main" noGrp="1"/>
          </p:cNvSpPr>
          <p:nvPr/>
        </p:nvSpPr>
        <p:spPr>
          <a:xfrm xmlns:a="http://schemas.openxmlformats.org/drawingml/2006/main">
            <a:off x="12001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受講企業で利用が認められた環境か</a:t>
            </a:r>
          </a:p>
        </p:txBody>
      </p:sp>
      <p:sp>
        <p:nvSpPr>
          <p:cNvPr id="12" name="box-0526">
            <a:extLst xmlns:a="http://schemas.openxmlformats.org/drawingml/2006/main">
              <a:ext uri="{FF2B5EF4-FFF2-40B4-BE49-F238E27FC236}">
                <a16:creationId xmlns:a16="http://schemas.microsoft.com/office/drawing/2014/main" id="{0AA7264D-33F9-49F5-9EF8-0D26079A4E07}"/>
              </a:ext>
            </a:extLst>
          </p:cNvPr>
          <p:cNvSpPr>
            <a:spLocks xmlns:a="http://schemas.openxmlformats.org/drawingml/2006/main" noGrp="1"/>
          </p:cNvSpPr>
          <p:nvPr/>
        </p:nvSpPr>
        <p:spPr>
          <a:xfrm xmlns:a="http://schemas.openxmlformats.org/drawingml/2006/main">
            <a:off x="61531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3" name="box-0527">
            <a:extLst xmlns:a="http://schemas.openxmlformats.org/drawingml/2006/main">
              <a:ext uri="{FF2B5EF4-FFF2-40B4-BE49-F238E27FC236}">
                <a16:creationId xmlns:a16="http://schemas.microsoft.com/office/drawing/2014/main" id="{0AEB6B39-1BDC-4297-8504-E4170A4E6A32}"/>
              </a:ext>
            </a:extLst>
          </p:cNvPr>
          <p:cNvSpPr>
            <a:spLocks xmlns:a="http://schemas.openxmlformats.org/drawingml/2006/main" noGrp="1"/>
          </p:cNvSpPr>
          <p:nvPr/>
        </p:nvSpPr>
        <p:spPr>
          <a:xfrm xmlns:a="http://schemas.openxmlformats.org/drawingml/2006/main">
            <a:off x="63436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0528">
            <a:extLst xmlns:a="http://schemas.openxmlformats.org/drawingml/2006/main">
              <a:ext uri="{FF2B5EF4-FFF2-40B4-BE49-F238E27FC236}">
                <a16:creationId xmlns:a16="http://schemas.microsoft.com/office/drawing/2014/main" id="{15D5EFCB-EE53-4C23-B3C4-52222F21729C}"/>
              </a:ext>
            </a:extLst>
          </p:cNvPr>
          <p:cNvSpPr>
            <a:spLocks xmlns:a="http://schemas.openxmlformats.org/drawingml/2006/main" noGrp="1"/>
          </p:cNvSpPr>
          <p:nvPr/>
        </p:nvSpPr>
        <p:spPr>
          <a:xfrm xmlns:a="http://schemas.openxmlformats.org/drawingml/2006/main">
            <a:off x="63436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0529">
            <a:extLst xmlns:a="http://schemas.openxmlformats.org/drawingml/2006/main">
              <a:ext uri="{FF2B5EF4-FFF2-40B4-BE49-F238E27FC236}">
                <a16:creationId xmlns:a16="http://schemas.microsoft.com/office/drawing/2014/main" id="{C5368D83-3F49-4AE1-B8BE-77A26573FDE3}"/>
              </a:ext>
            </a:extLst>
          </p:cNvPr>
          <p:cNvSpPr>
            <a:spLocks xmlns:a="http://schemas.openxmlformats.org/drawingml/2006/main" noGrp="1"/>
          </p:cNvSpPr>
          <p:nvPr/>
        </p:nvSpPr>
        <p:spPr>
          <a:xfrm xmlns:a="http://schemas.openxmlformats.org/drawingml/2006/main">
            <a:off x="68008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個人情報・顧客情報が含まれていないか</a:t>
            </a:r>
          </a:p>
        </p:txBody>
      </p:sp>
      <p:sp>
        <p:nvSpPr>
          <p:cNvPr id="16" name="box-0530">
            <a:extLst xmlns:a="http://schemas.openxmlformats.org/drawingml/2006/main">
              <a:ext uri="{FF2B5EF4-FFF2-40B4-BE49-F238E27FC236}">
                <a16:creationId xmlns:a16="http://schemas.microsoft.com/office/drawing/2014/main" id="{4D2720A6-614D-47D3-8B66-84F9FD1482DB}"/>
              </a:ext>
            </a:extLst>
          </p:cNvPr>
          <p:cNvSpPr>
            <a:spLocks xmlns:a="http://schemas.openxmlformats.org/drawingml/2006/main" noGrp="1"/>
          </p:cNvSpPr>
          <p:nvPr/>
        </p:nvSpPr>
        <p:spPr>
          <a:xfrm xmlns:a="http://schemas.openxmlformats.org/drawingml/2006/main">
            <a:off x="5524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7" name="box-0531">
            <a:extLst xmlns:a="http://schemas.openxmlformats.org/drawingml/2006/main">
              <a:ext uri="{FF2B5EF4-FFF2-40B4-BE49-F238E27FC236}">
                <a16:creationId xmlns:a16="http://schemas.microsoft.com/office/drawing/2014/main" id="{0BA4919E-3835-432F-B9D4-F7CA34604049}"/>
              </a:ext>
            </a:extLst>
          </p:cNvPr>
          <p:cNvSpPr>
            <a:spLocks xmlns:a="http://schemas.openxmlformats.org/drawingml/2006/main" noGrp="1"/>
          </p:cNvSpPr>
          <p:nvPr/>
        </p:nvSpPr>
        <p:spPr>
          <a:xfrm xmlns:a="http://schemas.openxmlformats.org/drawingml/2006/main">
            <a:off x="7429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0532">
            <a:extLst xmlns:a="http://schemas.openxmlformats.org/drawingml/2006/main">
              <a:ext uri="{FF2B5EF4-FFF2-40B4-BE49-F238E27FC236}">
                <a16:creationId xmlns:a16="http://schemas.microsoft.com/office/drawing/2014/main" id="{4EEA5045-534F-4A75-A28A-9DB2713F0C39}"/>
              </a:ext>
            </a:extLst>
          </p:cNvPr>
          <p:cNvSpPr>
            <a:spLocks xmlns:a="http://schemas.openxmlformats.org/drawingml/2006/main" noGrp="1"/>
          </p:cNvSpPr>
          <p:nvPr/>
        </p:nvSpPr>
        <p:spPr>
          <a:xfrm xmlns:a="http://schemas.openxmlformats.org/drawingml/2006/main">
            <a:off x="7429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0533">
            <a:extLst xmlns:a="http://schemas.openxmlformats.org/drawingml/2006/main">
              <a:ext uri="{FF2B5EF4-FFF2-40B4-BE49-F238E27FC236}">
                <a16:creationId xmlns:a16="http://schemas.microsoft.com/office/drawing/2014/main" id="{0BD3CE9E-859A-4A84-8FF1-F9035BB68101}"/>
              </a:ext>
            </a:extLst>
          </p:cNvPr>
          <p:cNvSpPr>
            <a:spLocks xmlns:a="http://schemas.openxmlformats.org/drawingml/2006/main" noGrp="1"/>
          </p:cNvSpPr>
          <p:nvPr/>
        </p:nvSpPr>
        <p:spPr>
          <a:xfrm xmlns:a="http://schemas.openxmlformats.org/drawingml/2006/main">
            <a:off x="12001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契約・価格・未公開情報が含まれていないか</a:t>
            </a:r>
          </a:p>
        </p:txBody>
      </p:sp>
      <p:sp>
        <p:nvSpPr>
          <p:cNvPr id="20" name="box-0534">
            <a:extLst xmlns:a="http://schemas.openxmlformats.org/drawingml/2006/main">
              <a:ext uri="{FF2B5EF4-FFF2-40B4-BE49-F238E27FC236}">
                <a16:creationId xmlns:a16="http://schemas.microsoft.com/office/drawing/2014/main" id="{ED6134EA-BA3E-4158-8DD9-C68C2E59891C}"/>
              </a:ext>
            </a:extLst>
          </p:cNvPr>
          <p:cNvSpPr>
            <a:spLocks xmlns:a="http://schemas.openxmlformats.org/drawingml/2006/main" noGrp="1"/>
          </p:cNvSpPr>
          <p:nvPr/>
        </p:nvSpPr>
        <p:spPr>
          <a:xfrm xmlns:a="http://schemas.openxmlformats.org/drawingml/2006/main">
            <a:off x="61531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1" name="box-0535">
            <a:extLst xmlns:a="http://schemas.openxmlformats.org/drawingml/2006/main">
              <a:ext uri="{FF2B5EF4-FFF2-40B4-BE49-F238E27FC236}">
                <a16:creationId xmlns:a16="http://schemas.microsoft.com/office/drawing/2014/main" id="{C01E664C-6767-474A-9A91-A02B1CA7B252}"/>
              </a:ext>
            </a:extLst>
          </p:cNvPr>
          <p:cNvSpPr>
            <a:spLocks xmlns:a="http://schemas.openxmlformats.org/drawingml/2006/main" noGrp="1"/>
          </p:cNvSpPr>
          <p:nvPr/>
        </p:nvSpPr>
        <p:spPr>
          <a:xfrm xmlns:a="http://schemas.openxmlformats.org/drawingml/2006/main">
            <a:off x="63436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0536">
            <a:extLst xmlns:a="http://schemas.openxmlformats.org/drawingml/2006/main">
              <a:ext uri="{FF2B5EF4-FFF2-40B4-BE49-F238E27FC236}">
                <a16:creationId xmlns:a16="http://schemas.microsoft.com/office/drawing/2014/main" id="{4DBDEC71-DA34-4F08-8978-B9173DB5B761}"/>
              </a:ext>
            </a:extLst>
          </p:cNvPr>
          <p:cNvSpPr>
            <a:spLocks xmlns:a="http://schemas.openxmlformats.org/drawingml/2006/main" noGrp="1"/>
          </p:cNvSpPr>
          <p:nvPr/>
        </p:nvSpPr>
        <p:spPr>
          <a:xfrm xmlns:a="http://schemas.openxmlformats.org/drawingml/2006/main">
            <a:off x="63436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0537">
            <a:extLst xmlns:a="http://schemas.openxmlformats.org/drawingml/2006/main">
              <a:ext uri="{FF2B5EF4-FFF2-40B4-BE49-F238E27FC236}">
                <a16:creationId xmlns:a16="http://schemas.microsoft.com/office/drawing/2014/main" id="{F1C21148-4F9A-4A51-B937-7D45A1E7A640}"/>
              </a:ext>
            </a:extLst>
          </p:cNvPr>
          <p:cNvSpPr>
            <a:spLocks xmlns:a="http://schemas.openxmlformats.org/drawingml/2006/main" noGrp="1"/>
          </p:cNvSpPr>
          <p:nvPr/>
        </p:nvSpPr>
        <p:spPr>
          <a:xfrm xmlns:a="http://schemas.openxmlformats.org/drawingml/2006/main">
            <a:off x="68008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保存・学習・共有の設定を確認したか</a:t>
            </a:r>
          </a:p>
        </p:txBody>
      </p:sp>
      <p:sp>
        <p:nvSpPr>
          <p:cNvPr id="24" name="box-0538">
            <a:extLst xmlns:a="http://schemas.openxmlformats.org/drawingml/2006/main">
              <a:ext uri="{FF2B5EF4-FFF2-40B4-BE49-F238E27FC236}">
                <a16:creationId xmlns:a16="http://schemas.microsoft.com/office/drawing/2014/main" id="{874B1B3C-8A8B-42A6-8243-68A28B5B26CE}"/>
              </a:ext>
            </a:extLst>
          </p:cNvPr>
          <p:cNvSpPr>
            <a:spLocks xmlns:a="http://schemas.openxmlformats.org/drawingml/2006/main" noGrp="1"/>
          </p:cNvSpPr>
          <p:nvPr/>
        </p:nvSpPr>
        <p:spPr>
          <a:xfrm xmlns:a="http://schemas.openxmlformats.org/drawingml/2006/main">
            <a:off x="5524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5" name="box-0539">
            <a:extLst xmlns:a="http://schemas.openxmlformats.org/drawingml/2006/main">
              <a:ext uri="{FF2B5EF4-FFF2-40B4-BE49-F238E27FC236}">
                <a16:creationId xmlns:a16="http://schemas.microsoft.com/office/drawing/2014/main" id="{B9F3741D-F3D9-489B-B5B4-CAABE8F84F81}"/>
              </a:ext>
            </a:extLst>
          </p:cNvPr>
          <p:cNvSpPr>
            <a:spLocks xmlns:a="http://schemas.openxmlformats.org/drawingml/2006/main" noGrp="1"/>
          </p:cNvSpPr>
          <p:nvPr/>
        </p:nvSpPr>
        <p:spPr>
          <a:xfrm xmlns:a="http://schemas.openxmlformats.org/drawingml/2006/main">
            <a:off x="7429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6" name="text-0540">
            <a:extLst xmlns:a="http://schemas.openxmlformats.org/drawingml/2006/main">
              <a:ext uri="{FF2B5EF4-FFF2-40B4-BE49-F238E27FC236}">
                <a16:creationId xmlns:a16="http://schemas.microsoft.com/office/drawing/2014/main" id="{E4E1317C-AF06-4F4D-B850-63C84C6B2CCB}"/>
              </a:ext>
            </a:extLst>
          </p:cNvPr>
          <p:cNvSpPr>
            <a:spLocks xmlns:a="http://schemas.openxmlformats.org/drawingml/2006/main" noGrp="1"/>
          </p:cNvSpPr>
          <p:nvPr/>
        </p:nvSpPr>
        <p:spPr>
          <a:xfrm xmlns:a="http://schemas.openxmlformats.org/drawingml/2006/main">
            <a:off x="7429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7" name="text-0541">
            <a:extLst xmlns:a="http://schemas.openxmlformats.org/drawingml/2006/main">
              <a:ext uri="{FF2B5EF4-FFF2-40B4-BE49-F238E27FC236}">
                <a16:creationId xmlns:a16="http://schemas.microsoft.com/office/drawing/2014/main" id="{10164CB0-4CC9-4758-88F3-8DB9DBB9C319}"/>
              </a:ext>
            </a:extLst>
          </p:cNvPr>
          <p:cNvSpPr>
            <a:spLocks xmlns:a="http://schemas.openxmlformats.org/drawingml/2006/main" noGrp="1"/>
          </p:cNvSpPr>
          <p:nvPr/>
        </p:nvSpPr>
        <p:spPr>
          <a:xfrm xmlns:a="http://schemas.openxmlformats.org/drawingml/2006/main">
            <a:off x="12001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迷う場合の相談先が決まっているか</a:t>
            </a:r>
          </a:p>
        </p:txBody>
      </p:sp>
    </p:spTree>
    <p:extLst>
      <p:ext uri="{BB962C8B-B14F-4D97-AF65-F5344CB8AC3E}">
        <p14:creationId xmlns:p14="http://schemas.microsoft.com/office/powerpoint/2010/main" val="175949147"/>
      </p:ext>
    </p:extLst>
  </p:cSld>
</p:sld>
</file>

<file path=ppt/slides/slide1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8" name="box-0542">
            <a:extLst xmlns:a="http://schemas.openxmlformats.org/drawingml/2006/main">
              <a:ext uri="{FF2B5EF4-FFF2-40B4-BE49-F238E27FC236}">
                <a16:creationId xmlns:a16="http://schemas.microsoft.com/office/drawing/2014/main" id="{9529BB42-EA13-42B8-A608-E70F0765A90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543">
            <a:extLst xmlns:a="http://schemas.openxmlformats.org/drawingml/2006/main">
              <a:ext uri="{FF2B5EF4-FFF2-40B4-BE49-F238E27FC236}">
                <a16:creationId xmlns:a16="http://schemas.microsoft.com/office/drawing/2014/main" id="{748043EE-B18C-4A1D-AA4D-A06A7BDF8D7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544">
            <a:extLst xmlns:a="http://schemas.openxmlformats.org/drawingml/2006/main">
              <a:ext uri="{FF2B5EF4-FFF2-40B4-BE49-F238E27FC236}">
                <a16:creationId xmlns:a16="http://schemas.microsoft.com/office/drawing/2014/main" id="{A0E03946-9E3A-4723-9A02-F1823432CE6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匿名化は、判断に不要な識別子を置き換えます</a:t>
            </a:r>
          </a:p>
        </p:txBody>
      </p:sp>
      <p:sp>
        <p:nvSpPr>
          <p:cNvPr id="4" name="box-0545">
            <a:extLst xmlns:a="http://schemas.openxmlformats.org/drawingml/2006/main">
              <a:ext uri="{FF2B5EF4-FFF2-40B4-BE49-F238E27FC236}">
                <a16:creationId xmlns:a16="http://schemas.microsoft.com/office/drawing/2014/main" id="{7FD9D817-4AEF-4793-BEAE-3CE7E89C07C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546">
            <a:extLst xmlns:a="http://schemas.openxmlformats.org/drawingml/2006/main">
              <a:ext uri="{FF2B5EF4-FFF2-40B4-BE49-F238E27FC236}">
                <a16:creationId xmlns:a16="http://schemas.microsoft.com/office/drawing/2014/main" id="{FC01B6E1-0BA6-4D05-BC37-6A2485CE2760}"/>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547">
            <a:extLst xmlns:a="http://schemas.openxmlformats.org/drawingml/2006/main">
              <a:ext uri="{FF2B5EF4-FFF2-40B4-BE49-F238E27FC236}">
                <a16:creationId xmlns:a16="http://schemas.microsoft.com/office/drawing/2014/main" id="{CEFCB7EA-FFCC-4311-BBAB-270649C1791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要点｜氏名を消すだけでなく、組み合わせで特定できないか確認する</a:t>
            </a:r>
          </a:p>
        </p:txBody>
      </p:sp>
      <p:sp>
        <p:nvSpPr>
          <p:cNvPr id="7" name="text-0548">
            <a:extLst xmlns:a="http://schemas.openxmlformats.org/drawingml/2006/main">
              <a:ext uri="{FF2B5EF4-FFF2-40B4-BE49-F238E27FC236}">
                <a16:creationId xmlns:a16="http://schemas.microsoft.com/office/drawing/2014/main" id="{9941D400-CC00-4095-AD03-756764BF7DE0}"/>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19</a:t>
            </a:r>
          </a:p>
        </p:txBody>
      </p:sp>
      <p:sp>
        <p:nvSpPr>
          <p:cNvPr id="8" name="box-0549">
            <a:extLst xmlns:a="http://schemas.openxmlformats.org/drawingml/2006/main">
              <a:ext uri="{FF2B5EF4-FFF2-40B4-BE49-F238E27FC236}">
                <a16:creationId xmlns:a16="http://schemas.microsoft.com/office/drawing/2014/main" id="{D68EE44E-B8A3-4A11-AE9D-35781FFE7FE6}"/>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550">
            <a:extLst xmlns:a="http://schemas.openxmlformats.org/drawingml/2006/main">
              <a:ext uri="{FF2B5EF4-FFF2-40B4-BE49-F238E27FC236}">
                <a16:creationId xmlns:a16="http://schemas.microsoft.com/office/drawing/2014/main" id="{99469D51-115F-427C-8313-F2B675F7D57D}"/>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置換する</a:t>
            </a:r>
          </a:p>
        </p:txBody>
      </p:sp>
      <p:sp>
        <p:nvSpPr>
          <p:cNvPr id="10" name="box-0551">
            <a:extLst xmlns:a="http://schemas.openxmlformats.org/drawingml/2006/main">
              <a:ext uri="{FF2B5EF4-FFF2-40B4-BE49-F238E27FC236}">
                <a16:creationId xmlns:a16="http://schemas.microsoft.com/office/drawing/2014/main" id="{FFFD82BE-EEF2-42D8-9B13-4F61FAE0651B}"/>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552">
            <a:extLst xmlns:a="http://schemas.openxmlformats.org/drawingml/2006/main">
              <a:ext uri="{FF2B5EF4-FFF2-40B4-BE49-F238E27FC236}">
                <a16:creationId xmlns:a16="http://schemas.microsoft.com/office/drawing/2014/main" id="{32376C1B-32E1-46DF-963A-2F5FAFEB5EA5}"/>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553">
            <a:extLst xmlns:a="http://schemas.openxmlformats.org/drawingml/2006/main">
              <a:ext uri="{FF2B5EF4-FFF2-40B4-BE49-F238E27FC236}">
                <a16:creationId xmlns:a16="http://schemas.microsoft.com/office/drawing/2014/main" id="{B7D083E9-E5AF-4C13-88FB-936F39C4302C}"/>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554">
            <a:extLst xmlns:a="http://schemas.openxmlformats.org/drawingml/2006/main">
              <a:ext uri="{FF2B5EF4-FFF2-40B4-BE49-F238E27FC236}">
                <a16:creationId xmlns:a16="http://schemas.microsoft.com/office/drawing/2014/main" id="{DB52C723-57EC-42B7-B491-D9335FF92BDC}"/>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氏名→顧客A</a:t>
            </a:r>
          </a:p>
        </p:txBody>
      </p:sp>
      <p:sp>
        <p:nvSpPr>
          <p:cNvPr id="14" name="box-0555">
            <a:extLst xmlns:a="http://schemas.openxmlformats.org/drawingml/2006/main">
              <a:ext uri="{FF2B5EF4-FFF2-40B4-BE49-F238E27FC236}">
                <a16:creationId xmlns:a16="http://schemas.microsoft.com/office/drawing/2014/main" id="{115BFBF6-BECA-4284-B815-511CECB6CB00}"/>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556">
            <a:extLst xmlns:a="http://schemas.openxmlformats.org/drawingml/2006/main">
              <a:ext uri="{FF2B5EF4-FFF2-40B4-BE49-F238E27FC236}">
                <a16:creationId xmlns:a16="http://schemas.microsoft.com/office/drawing/2014/main" id="{0BAE16E2-D27C-4E0C-A14F-6E07D2C26829}"/>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557">
            <a:extLst xmlns:a="http://schemas.openxmlformats.org/drawingml/2006/main">
              <a:ext uri="{FF2B5EF4-FFF2-40B4-BE49-F238E27FC236}">
                <a16:creationId xmlns:a16="http://schemas.microsoft.com/office/drawing/2014/main" id="{BB45E065-74DB-4CFE-9D0F-09196CA0621C}"/>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会社名→取引先B</a:t>
            </a:r>
          </a:p>
        </p:txBody>
      </p:sp>
      <p:sp>
        <p:nvSpPr>
          <p:cNvPr id="17" name="box-0558">
            <a:extLst xmlns:a="http://schemas.openxmlformats.org/drawingml/2006/main">
              <a:ext uri="{FF2B5EF4-FFF2-40B4-BE49-F238E27FC236}">
                <a16:creationId xmlns:a16="http://schemas.microsoft.com/office/drawing/2014/main" id="{92D64FAE-4DFF-4227-9E03-B49909A3E37C}"/>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559">
            <a:extLst xmlns:a="http://schemas.openxmlformats.org/drawingml/2006/main">
              <a:ext uri="{FF2B5EF4-FFF2-40B4-BE49-F238E27FC236}">
                <a16:creationId xmlns:a16="http://schemas.microsoft.com/office/drawing/2014/main" id="{9852B4D5-B0ED-4204-93AF-998EDA178F3A}"/>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560">
            <a:extLst xmlns:a="http://schemas.openxmlformats.org/drawingml/2006/main">
              <a:ext uri="{FF2B5EF4-FFF2-40B4-BE49-F238E27FC236}">
                <a16:creationId xmlns:a16="http://schemas.microsoft.com/office/drawing/2014/main" id="{5952C0EB-160C-49EA-A0D4-1B472A5153EC}"/>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電話・メール→削除</a:t>
            </a:r>
          </a:p>
        </p:txBody>
      </p:sp>
      <p:sp>
        <p:nvSpPr>
          <p:cNvPr id="20" name="box-0561">
            <a:extLst xmlns:a="http://schemas.openxmlformats.org/drawingml/2006/main">
              <a:ext uri="{FF2B5EF4-FFF2-40B4-BE49-F238E27FC236}">
                <a16:creationId xmlns:a16="http://schemas.microsoft.com/office/drawing/2014/main" id="{EE65CA47-A434-4FDA-BE04-D5151A09B685}"/>
              </a:ext>
            </a:extLst>
          </p:cNvPr>
          <p:cNvSpPr>
            <a:spLocks xmlns:a="http://schemas.openxmlformats.org/drawingml/2006/main" noGrp="1"/>
          </p:cNvSpPr>
          <p:nvPr/>
        </p:nvSpPr>
        <p:spPr>
          <a:xfrm xmlns:a="http://schemas.openxmlformats.org/drawingml/2006/main">
            <a:off x="80010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1" name="box-0562">
            <a:extLst xmlns:a="http://schemas.openxmlformats.org/drawingml/2006/main">
              <a:ext uri="{FF2B5EF4-FFF2-40B4-BE49-F238E27FC236}">
                <a16:creationId xmlns:a16="http://schemas.microsoft.com/office/drawing/2014/main" id="{F87C203F-AE7D-49EC-BF70-D1C4AD188BC4}"/>
              </a:ext>
            </a:extLst>
          </p:cNvPr>
          <p:cNvSpPr>
            <a:spLocks xmlns:a="http://schemas.openxmlformats.org/drawingml/2006/main" noGrp="1"/>
          </p:cNvSpPr>
          <p:nvPr/>
        </p:nvSpPr>
        <p:spPr>
          <a:xfrm xmlns:a="http://schemas.openxmlformats.org/drawingml/2006/main">
            <a:off x="952500" y="50387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22" name="text-0563">
            <a:extLst xmlns:a="http://schemas.openxmlformats.org/drawingml/2006/main">
              <a:ext uri="{FF2B5EF4-FFF2-40B4-BE49-F238E27FC236}">
                <a16:creationId xmlns:a16="http://schemas.microsoft.com/office/drawing/2014/main" id="{8596E722-85CC-4BDD-91CD-AAC811FD2300}"/>
              </a:ext>
            </a:extLst>
          </p:cNvPr>
          <p:cNvSpPr>
            <a:spLocks xmlns:a="http://schemas.openxmlformats.org/drawingml/2006/main" noGrp="1"/>
          </p:cNvSpPr>
          <p:nvPr/>
        </p:nvSpPr>
        <p:spPr>
          <a:xfrm xmlns:a="http://schemas.openxmlformats.org/drawingml/2006/main">
            <a:off x="116205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固有住所→地域区分</a:t>
            </a:r>
          </a:p>
        </p:txBody>
      </p:sp>
      <p:sp>
        <p:nvSpPr>
          <p:cNvPr id="23" name="box-0564">
            <a:extLst xmlns:a="http://schemas.openxmlformats.org/drawingml/2006/main">
              <a:ext uri="{FF2B5EF4-FFF2-40B4-BE49-F238E27FC236}">
                <a16:creationId xmlns:a16="http://schemas.microsoft.com/office/drawing/2014/main" id="{1028DD55-88B4-4CD6-90BA-5FE3D67F710B}"/>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4" name="text-0565">
            <a:extLst xmlns:a="http://schemas.openxmlformats.org/drawingml/2006/main">
              <a:ext uri="{FF2B5EF4-FFF2-40B4-BE49-F238E27FC236}">
                <a16:creationId xmlns:a16="http://schemas.microsoft.com/office/drawing/2014/main" id="{6B284D47-AA75-49C6-B166-9A95E14358A7}"/>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残す</a:t>
            </a:r>
          </a:p>
        </p:txBody>
      </p:sp>
      <p:sp>
        <p:nvSpPr>
          <p:cNvPr id="25" name="box-0566">
            <a:extLst xmlns:a="http://schemas.openxmlformats.org/drawingml/2006/main">
              <a:ext uri="{FF2B5EF4-FFF2-40B4-BE49-F238E27FC236}">
                <a16:creationId xmlns:a16="http://schemas.microsoft.com/office/drawing/2014/main" id="{273A0AB5-11D3-4267-9F88-D095C1B0446B}"/>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6" name="box-0567">
            <a:extLst xmlns:a="http://schemas.openxmlformats.org/drawingml/2006/main">
              <a:ext uri="{FF2B5EF4-FFF2-40B4-BE49-F238E27FC236}">
                <a16:creationId xmlns:a16="http://schemas.microsoft.com/office/drawing/2014/main" id="{6B04874E-99B2-490D-9547-51701D64D970}"/>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568">
            <a:extLst xmlns:a="http://schemas.openxmlformats.org/drawingml/2006/main">
              <a:ext uri="{FF2B5EF4-FFF2-40B4-BE49-F238E27FC236}">
                <a16:creationId xmlns:a16="http://schemas.microsoft.com/office/drawing/2014/main" id="{9ACF2E5F-1334-4E4E-B752-5C4D670C01D9}"/>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569">
            <a:extLst xmlns:a="http://schemas.openxmlformats.org/drawingml/2006/main">
              <a:ext uri="{FF2B5EF4-FFF2-40B4-BE49-F238E27FC236}">
                <a16:creationId xmlns:a16="http://schemas.microsoft.com/office/drawing/2014/main" id="{964E0B81-676B-4B47-8FD1-62E2C092A969}"/>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業務判断に必要な役割</a:t>
            </a:r>
          </a:p>
        </p:txBody>
      </p:sp>
      <p:sp>
        <p:nvSpPr>
          <p:cNvPr id="29" name="box-0570">
            <a:extLst xmlns:a="http://schemas.openxmlformats.org/drawingml/2006/main">
              <a:ext uri="{FF2B5EF4-FFF2-40B4-BE49-F238E27FC236}">
                <a16:creationId xmlns:a16="http://schemas.microsoft.com/office/drawing/2014/main" id="{8F13E8EF-D775-463C-90E6-4B91ADCD4A30}"/>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571">
            <a:extLst xmlns:a="http://schemas.openxmlformats.org/drawingml/2006/main">
              <a:ext uri="{FF2B5EF4-FFF2-40B4-BE49-F238E27FC236}">
                <a16:creationId xmlns:a16="http://schemas.microsoft.com/office/drawing/2014/main" id="{8C3FB0A7-D1BD-49BD-B0EC-BC4F7059CEEB}"/>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572">
            <a:extLst xmlns:a="http://schemas.openxmlformats.org/drawingml/2006/main">
              <a:ext uri="{FF2B5EF4-FFF2-40B4-BE49-F238E27FC236}">
                <a16:creationId xmlns:a16="http://schemas.microsoft.com/office/drawing/2014/main" id="{4D565B0B-D1F8-4CBE-B5F9-E7114C1913D9}"/>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必要な日時・期限</a:t>
            </a:r>
          </a:p>
        </p:txBody>
      </p:sp>
      <p:sp>
        <p:nvSpPr>
          <p:cNvPr id="32" name="box-0573">
            <a:extLst xmlns:a="http://schemas.openxmlformats.org/drawingml/2006/main">
              <a:ext uri="{FF2B5EF4-FFF2-40B4-BE49-F238E27FC236}">
                <a16:creationId xmlns:a16="http://schemas.microsoft.com/office/drawing/2014/main" id="{5E5D521C-88EC-40E1-BC97-27C72F18447B}"/>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3" name="box-0574">
            <a:extLst xmlns:a="http://schemas.openxmlformats.org/drawingml/2006/main">
              <a:ext uri="{FF2B5EF4-FFF2-40B4-BE49-F238E27FC236}">
                <a16:creationId xmlns:a16="http://schemas.microsoft.com/office/drawing/2014/main" id="{0221F935-B9E1-46E7-9744-C99EB7C15BA3}"/>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4" name="text-0575">
            <a:extLst xmlns:a="http://schemas.openxmlformats.org/drawingml/2006/main">
              <a:ext uri="{FF2B5EF4-FFF2-40B4-BE49-F238E27FC236}">
                <a16:creationId xmlns:a16="http://schemas.microsoft.com/office/drawing/2014/main" id="{483F2E7C-E2CF-496A-80EA-895578EBFAA9}"/>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数量・条件</a:t>
            </a:r>
          </a:p>
        </p:txBody>
      </p:sp>
      <p:sp>
        <p:nvSpPr>
          <p:cNvPr id="35" name="box-0576">
            <a:extLst xmlns:a="http://schemas.openxmlformats.org/drawingml/2006/main">
              <a:ext uri="{FF2B5EF4-FFF2-40B4-BE49-F238E27FC236}">
                <a16:creationId xmlns:a16="http://schemas.microsoft.com/office/drawing/2014/main" id="{501031DE-11A5-4AE3-98CE-38B4D1A8CE14}"/>
              </a:ext>
            </a:extLst>
          </p:cNvPr>
          <p:cNvSpPr>
            <a:spLocks xmlns:a="http://schemas.openxmlformats.org/drawingml/2006/main" noGrp="1"/>
          </p:cNvSpPr>
          <p:nvPr/>
        </p:nvSpPr>
        <p:spPr>
          <a:xfrm xmlns:a="http://schemas.openxmlformats.org/drawingml/2006/main">
            <a:off x="641985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6" name="box-0577">
            <a:extLst xmlns:a="http://schemas.openxmlformats.org/drawingml/2006/main">
              <a:ext uri="{FF2B5EF4-FFF2-40B4-BE49-F238E27FC236}">
                <a16:creationId xmlns:a16="http://schemas.microsoft.com/office/drawing/2014/main" id="{E9FB55D0-FC79-4886-9509-6DD454102522}"/>
              </a:ext>
            </a:extLst>
          </p:cNvPr>
          <p:cNvSpPr>
            <a:spLocks xmlns:a="http://schemas.openxmlformats.org/drawingml/2006/main" noGrp="1"/>
          </p:cNvSpPr>
          <p:nvPr/>
        </p:nvSpPr>
        <p:spPr>
          <a:xfrm xmlns:a="http://schemas.openxmlformats.org/drawingml/2006/main">
            <a:off x="6572250" y="50387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7" name="text-0578">
            <a:extLst xmlns:a="http://schemas.openxmlformats.org/drawingml/2006/main">
              <a:ext uri="{FF2B5EF4-FFF2-40B4-BE49-F238E27FC236}">
                <a16:creationId xmlns:a16="http://schemas.microsoft.com/office/drawing/2014/main" id="{32DABB8F-36AE-4061-8828-976A8F521470}"/>
              </a:ext>
            </a:extLst>
          </p:cNvPr>
          <p:cNvSpPr>
            <a:spLocks xmlns:a="http://schemas.openxmlformats.org/drawingml/2006/main" noGrp="1"/>
          </p:cNvSpPr>
          <p:nvPr/>
        </p:nvSpPr>
        <p:spPr>
          <a:xfrm xmlns:a="http://schemas.openxmlformats.org/drawingml/2006/main">
            <a:off x="678180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発言の意味</a:t>
            </a:r>
          </a:p>
        </p:txBody>
      </p:sp>
    </p:spTree>
    <p:extLst>
      <p:ext uri="{BB962C8B-B14F-4D97-AF65-F5344CB8AC3E}">
        <p14:creationId xmlns:p14="http://schemas.microsoft.com/office/powerpoint/2010/main" val="819479055"/>
      </p:ext>
    </p:extLst>
  </p:cSld>
</p:sld>
</file>

<file path=ppt/slides/slide2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579">
            <a:extLst xmlns:a="http://schemas.openxmlformats.org/drawingml/2006/main">
              <a:ext uri="{FF2B5EF4-FFF2-40B4-BE49-F238E27FC236}">
                <a16:creationId xmlns:a16="http://schemas.microsoft.com/office/drawing/2014/main" id="{3B4348D6-2F80-4FCE-9E6B-7E3F3C9CD92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580">
            <a:extLst xmlns:a="http://schemas.openxmlformats.org/drawingml/2006/main">
              <a:ext uri="{FF2B5EF4-FFF2-40B4-BE49-F238E27FC236}">
                <a16:creationId xmlns:a16="http://schemas.microsoft.com/office/drawing/2014/main" id="{87765DB4-A3FE-40DC-AFED-3127EAC329F0}"/>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581">
            <a:extLst xmlns:a="http://schemas.openxmlformats.org/drawingml/2006/main">
              <a:ext uri="{FF2B5EF4-FFF2-40B4-BE49-F238E27FC236}">
                <a16:creationId xmlns:a16="http://schemas.microsoft.com/office/drawing/2014/main" id="{FD2B85B7-9589-4AF8-946D-A5B1421977E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原資料へIDを付けると、照合できます</a:t>
            </a:r>
          </a:p>
        </p:txBody>
      </p:sp>
      <p:sp>
        <p:nvSpPr>
          <p:cNvPr id="4" name="box-0582">
            <a:extLst xmlns:a="http://schemas.openxmlformats.org/drawingml/2006/main">
              <a:ext uri="{FF2B5EF4-FFF2-40B4-BE49-F238E27FC236}">
                <a16:creationId xmlns:a16="http://schemas.microsoft.com/office/drawing/2014/main" id="{ABF620B5-77F1-4358-ABFC-0C2A17ECC481}"/>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583">
            <a:extLst xmlns:a="http://schemas.openxmlformats.org/drawingml/2006/main">
              <a:ext uri="{FF2B5EF4-FFF2-40B4-BE49-F238E27FC236}">
                <a16:creationId xmlns:a16="http://schemas.microsoft.com/office/drawing/2014/main" id="{92DFD20F-91F8-469E-ACFB-3E52CBA62812}"/>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584">
            <a:extLst xmlns:a="http://schemas.openxmlformats.org/drawingml/2006/main">
              <a:ext uri="{FF2B5EF4-FFF2-40B4-BE49-F238E27FC236}">
                <a16:creationId xmlns:a16="http://schemas.microsoft.com/office/drawing/2014/main" id="{5C112435-AA9F-40DD-BEC2-D91AFBA50D0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要点｜すべての記述を、どの資料に戻れるかで管理する</a:t>
            </a:r>
          </a:p>
        </p:txBody>
      </p:sp>
      <p:sp>
        <p:nvSpPr>
          <p:cNvPr id="7" name="text-0585">
            <a:extLst xmlns:a="http://schemas.openxmlformats.org/drawingml/2006/main">
              <a:ext uri="{FF2B5EF4-FFF2-40B4-BE49-F238E27FC236}">
                <a16:creationId xmlns:a16="http://schemas.microsoft.com/office/drawing/2014/main" id="{396DC813-0D12-4C21-9C15-7BB012B908D4}"/>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20</a:t>
            </a:r>
          </a:p>
        </p:txBody>
      </p:sp>
      <p:sp>
        <p:nvSpPr>
          <p:cNvPr id="8" name="box-0586">
            <a:extLst xmlns:a="http://schemas.openxmlformats.org/drawingml/2006/main">
              <a:ext uri="{FF2B5EF4-FFF2-40B4-BE49-F238E27FC236}">
                <a16:creationId xmlns:a16="http://schemas.microsoft.com/office/drawing/2014/main" id="{A0084DFD-B607-4A18-8E96-D51C246CA9D9}"/>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587">
            <a:extLst xmlns:a="http://schemas.openxmlformats.org/drawingml/2006/main">
              <a:ext uri="{FF2B5EF4-FFF2-40B4-BE49-F238E27FC236}">
                <a16:creationId xmlns:a16="http://schemas.microsoft.com/office/drawing/2014/main" id="{B5BE2EEC-D979-4A5F-893E-5AFBCBE658FB}"/>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原資料ID</a:t>
            </a:r>
          </a:p>
        </p:txBody>
      </p:sp>
      <p:sp>
        <p:nvSpPr>
          <p:cNvPr id="10" name="box-0588">
            <a:extLst xmlns:a="http://schemas.openxmlformats.org/drawingml/2006/main">
              <a:ext uri="{FF2B5EF4-FFF2-40B4-BE49-F238E27FC236}">
                <a16:creationId xmlns:a16="http://schemas.microsoft.com/office/drawing/2014/main" id="{9D5536CA-89F4-4FAC-A6D1-155BCD5D08F6}"/>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589">
            <a:extLst xmlns:a="http://schemas.openxmlformats.org/drawingml/2006/main">
              <a:ext uri="{FF2B5EF4-FFF2-40B4-BE49-F238E27FC236}">
                <a16:creationId xmlns:a16="http://schemas.microsoft.com/office/drawing/2014/main" id="{1A2D0B78-79FC-4F90-A8B2-F4F55ED2826E}"/>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資料</a:t>
            </a:r>
          </a:p>
        </p:txBody>
      </p:sp>
      <p:sp>
        <p:nvSpPr>
          <p:cNvPr id="12" name="box-0590">
            <a:extLst xmlns:a="http://schemas.openxmlformats.org/drawingml/2006/main">
              <a:ext uri="{FF2B5EF4-FFF2-40B4-BE49-F238E27FC236}">
                <a16:creationId xmlns:a16="http://schemas.microsoft.com/office/drawing/2014/main" id="{9E9EE7A2-86EC-4C6E-9281-CAD52F087D54}"/>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591">
            <a:extLst xmlns:a="http://schemas.openxmlformats.org/drawingml/2006/main">
              <a:ext uri="{FF2B5EF4-FFF2-40B4-BE49-F238E27FC236}">
                <a16:creationId xmlns:a16="http://schemas.microsoft.com/office/drawing/2014/main" id="{70842022-56DD-4084-B548-2CEF5B7DC577}"/>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確認対象</a:t>
            </a:r>
          </a:p>
        </p:txBody>
      </p:sp>
      <p:sp>
        <p:nvSpPr>
          <p:cNvPr id="14" name="box-0592">
            <a:extLst xmlns:a="http://schemas.openxmlformats.org/drawingml/2006/main">
              <a:ext uri="{FF2B5EF4-FFF2-40B4-BE49-F238E27FC236}">
                <a16:creationId xmlns:a16="http://schemas.microsoft.com/office/drawing/2014/main" id="{2D024434-2C45-4619-BD67-E61E36CB7043}"/>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593">
            <a:extLst xmlns:a="http://schemas.openxmlformats.org/drawingml/2006/main">
              <a:ext uri="{FF2B5EF4-FFF2-40B4-BE49-F238E27FC236}">
                <a16:creationId xmlns:a16="http://schemas.microsoft.com/office/drawing/2014/main" id="{3D5C8E04-97DE-407F-92C6-1790FF506BFB}"/>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SRC-01</a:t>
            </a:r>
          </a:p>
        </p:txBody>
      </p:sp>
      <p:sp>
        <p:nvSpPr>
          <p:cNvPr id="16" name="box-0594">
            <a:extLst xmlns:a="http://schemas.openxmlformats.org/drawingml/2006/main">
              <a:ext uri="{FF2B5EF4-FFF2-40B4-BE49-F238E27FC236}">
                <a16:creationId xmlns:a16="http://schemas.microsoft.com/office/drawing/2014/main" id="{104EF984-A2E3-4E87-8C82-28AC8A6888C3}"/>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595">
            <a:extLst xmlns:a="http://schemas.openxmlformats.org/drawingml/2006/main">
              <a:ext uri="{FF2B5EF4-FFF2-40B4-BE49-F238E27FC236}">
                <a16:creationId xmlns:a16="http://schemas.microsoft.com/office/drawing/2014/main" id="{6F6CC086-F48A-4FB1-A590-FB84FAB115A9}"/>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商談文字起こし</a:t>
            </a:r>
          </a:p>
        </p:txBody>
      </p:sp>
      <p:sp>
        <p:nvSpPr>
          <p:cNvPr id="18" name="box-0596">
            <a:extLst xmlns:a="http://schemas.openxmlformats.org/drawingml/2006/main">
              <a:ext uri="{FF2B5EF4-FFF2-40B4-BE49-F238E27FC236}">
                <a16:creationId xmlns:a16="http://schemas.microsoft.com/office/drawing/2014/main" id="{D5A15E94-B0AB-4F15-A184-076BA9309D09}"/>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597">
            <a:extLst xmlns:a="http://schemas.openxmlformats.org/drawingml/2006/main">
              <a:ext uri="{FF2B5EF4-FFF2-40B4-BE49-F238E27FC236}">
                <a16:creationId xmlns:a16="http://schemas.microsoft.com/office/drawing/2014/main" id="{70DCD049-23B0-4C47-8DF8-29927755B058}"/>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発言・日時</a:t>
            </a:r>
          </a:p>
        </p:txBody>
      </p:sp>
      <p:sp>
        <p:nvSpPr>
          <p:cNvPr id="20" name="box-0598">
            <a:extLst xmlns:a="http://schemas.openxmlformats.org/drawingml/2006/main">
              <a:ext uri="{FF2B5EF4-FFF2-40B4-BE49-F238E27FC236}">
                <a16:creationId xmlns:a16="http://schemas.microsoft.com/office/drawing/2014/main" id="{746549A1-D42B-4D74-A154-326A7F562117}"/>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599">
            <a:extLst xmlns:a="http://schemas.openxmlformats.org/drawingml/2006/main">
              <a:ext uri="{FF2B5EF4-FFF2-40B4-BE49-F238E27FC236}">
                <a16:creationId xmlns:a16="http://schemas.microsoft.com/office/drawing/2014/main" id="{C3BC3AA3-5E54-428B-94D6-242E56A4A75E}"/>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SRC-02</a:t>
            </a:r>
          </a:p>
        </p:txBody>
      </p:sp>
      <p:sp>
        <p:nvSpPr>
          <p:cNvPr id="22" name="box-0600">
            <a:extLst xmlns:a="http://schemas.openxmlformats.org/drawingml/2006/main">
              <a:ext uri="{FF2B5EF4-FFF2-40B4-BE49-F238E27FC236}">
                <a16:creationId xmlns:a16="http://schemas.microsoft.com/office/drawing/2014/main" id="{68CAE870-555A-4E05-9788-4650B78D2140}"/>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601">
            <a:extLst xmlns:a="http://schemas.openxmlformats.org/drawingml/2006/main">
              <a:ext uri="{FF2B5EF4-FFF2-40B4-BE49-F238E27FC236}">
                <a16:creationId xmlns:a16="http://schemas.microsoft.com/office/drawing/2014/main" id="{7516ED4B-B5B8-408E-B6A0-7AA1BD5A04A9}"/>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担当者メモ</a:t>
            </a:r>
          </a:p>
        </p:txBody>
      </p:sp>
      <p:sp>
        <p:nvSpPr>
          <p:cNvPr id="24" name="box-0602">
            <a:extLst xmlns:a="http://schemas.openxmlformats.org/drawingml/2006/main">
              <a:ext uri="{FF2B5EF4-FFF2-40B4-BE49-F238E27FC236}">
                <a16:creationId xmlns:a16="http://schemas.microsoft.com/office/drawing/2014/main" id="{48F30EDF-1735-4E23-9187-BE1DF00F7777}"/>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603">
            <a:extLst xmlns:a="http://schemas.openxmlformats.org/drawingml/2006/main">
              <a:ext uri="{FF2B5EF4-FFF2-40B4-BE49-F238E27FC236}">
                <a16:creationId xmlns:a16="http://schemas.microsoft.com/office/drawing/2014/main" id="{AAFC5432-B373-4155-A703-5D3CE4039E75}"/>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観察・解釈</a:t>
            </a:r>
          </a:p>
        </p:txBody>
      </p:sp>
      <p:sp>
        <p:nvSpPr>
          <p:cNvPr id="26" name="box-0604">
            <a:extLst xmlns:a="http://schemas.openxmlformats.org/drawingml/2006/main">
              <a:ext uri="{FF2B5EF4-FFF2-40B4-BE49-F238E27FC236}">
                <a16:creationId xmlns:a16="http://schemas.microsoft.com/office/drawing/2014/main" id="{9A57E553-BDE6-423C-BD5D-AEDBEE811BDC}"/>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605">
            <a:extLst xmlns:a="http://schemas.openxmlformats.org/drawingml/2006/main">
              <a:ext uri="{FF2B5EF4-FFF2-40B4-BE49-F238E27FC236}">
                <a16:creationId xmlns:a16="http://schemas.microsoft.com/office/drawing/2014/main" id="{0447CC80-08C9-4213-A231-E7BEE6422149}"/>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SRC-03</a:t>
            </a:r>
          </a:p>
        </p:txBody>
      </p:sp>
      <p:sp>
        <p:nvSpPr>
          <p:cNvPr id="28" name="box-0606">
            <a:extLst xmlns:a="http://schemas.openxmlformats.org/drawingml/2006/main">
              <a:ext uri="{FF2B5EF4-FFF2-40B4-BE49-F238E27FC236}">
                <a16:creationId xmlns:a16="http://schemas.microsoft.com/office/drawing/2014/main" id="{DF3C9D98-B54A-442B-B4FF-A1F27BBE5F2E}"/>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607">
            <a:extLst xmlns:a="http://schemas.openxmlformats.org/drawingml/2006/main">
              <a:ext uri="{FF2B5EF4-FFF2-40B4-BE49-F238E27FC236}">
                <a16:creationId xmlns:a16="http://schemas.microsoft.com/office/drawing/2014/main" id="{2FB3EF55-E22E-415A-ADC9-C6C4E20102C2}"/>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顧客メール</a:t>
            </a:r>
          </a:p>
        </p:txBody>
      </p:sp>
      <p:sp>
        <p:nvSpPr>
          <p:cNvPr id="30" name="box-0608">
            <a:extLst xmlns:a="http://schemas.openxmlformats.org/drawingml/2006/main">
              <a:ext uri="{FF2B5EF4-FFF2-40B4-BE49-F238E27FC236}">
                <a16:creationId xmlns:a16="http://schemas.microsoft.com/office/drawing/2014/main" id="{6DCAAA0A-3007-45CC-B72B-AE701A9C796A}"/>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609">
            <a:extLst xmlns:a="http://schemas.openxmlformats.org/drawingml/2006/main">
              <a:ext uri="{FF2B5EF4-FFF2-40B4-BE49-F238E27FC236}">
                <a16:creationId xmlns:a16="http://schemas.microsoft.com/office/drawing/2014/main" id="{96C7F7C5-874F-46FD-AB24-CE04292943DF}"/>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要望・期限</a:t>
            </a:r>
          </a:p>
        </p:txBody>
      </p:sp>
    </p:spTree>
    <p:extLst>
      <p:ext uri="{BB962C8B-B14F-4D97-AF65-F5344CB8AC3E}">
        <p14:creationId xmlns:p14="http://schemas.microsoft.com/office/powerpoint/2010/main" val="130974586"/>
      </p:ext>
    </p:extLst>
  </p:cSld>
</p:sld>
</file>

<file path=ppt/slides/slide2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610">
            <a:extLst xmlns:a="http://schemas.openxmlformats.org/drawingml/2006/main">
              <a:ext uri="{FF2B5EF4-FFF2-40B4-BE49-F238E27FC236}">
                <a16:creationId xmlns:a16="http://schemas.microsoft.com/office/drawing/2014/main" id="{DC3DE1BA-F28E-4BE8-9873-A446E912132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611">
            <a:extLst xmlns:a="http://schemas.openxmlformats.org/drawingml/2006/main">
              <a:ext uri="{FF2B5EF4-FFF2-40B4-BE49-F238E27FC236}">
                <a16:creationId xmlns:a16="http://schemas.microsoft.com/office/drawing/2014/main" id="{9D3313B3-6779-456E-BCA7-3E13C83AB71D}"/>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3  /  AIへ渡す前の準備</a:t>
            </a:r>
          </a:p>
        </p:txBody>
      </p:sp>
      <p:sp>
        <p:nvSpPr>
          <p:cNvPr id="3" name="text-0612">
            <a:extLst xmlns:a="http://schemas.openxmlformats.org/drawingml/2006/main">
              <a:ext uri="{FF2B5EF4-FFF2-40B4-BE49-F238E27FC236}">
                <a16:creationId xmlns:a16="http://schemas.microsoft.com/office/drawing/2014/main" id="{8A95B4ED-BA64-4A21-9EC2-E4DDFD352B70}"/>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重複・古い情報・矛盾は、状態を付けて残します</a:t>
            </a:r>
          </a:p>
        </p:txBody>
      </p:sp>
      <p:sp>
        <p:nvSpPr>
          <p:cNvPr id="4" name="box-0613">
            <a:extLst xmlns:a="http://schemas.openxmlformats.org/drawingml/2006/main">
              <a:ext uri="{FF2B5EF4-FFF2-40B4-BE49-F238E27FC236}">
                <a16:creationId xmlns:a16="http://schemas.microsoft.com/office/drawing/2014/main" id="{AEBD6618-B6AC-403E-8260-3D2700A00893}"/>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614">
            <a:extLst xmlns:a="http://schemas.openxmlformats.org/drawingml/2006/main">
              <a:ext uri="{FF2B5EF4-FFF2-40B4-BE49-F238E27FC236}">
                <a16:creationId xmlns:a16="http://schemas.microsoft.com/office/drawing/2014/main" id="{19B3C631-8504-4DC3-BBC3-204A12A8329C}"/>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615">
            <a:extLst xmlns:a="http://schemas.openxmlformats.org/drawingml/2006/main">
              <a:ext uri="{FF2B5EF4-FFF2-40B4-BE49-F238E27FC236}">
                <a16:creationId xmlns:a16="http://schemas.microsoft.com/office/drawing/2014/main" id="{F71C6DDB-785B-4685-9966-37AE58C1047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要点｜削除で整えるのではなく、採否を人が判断できる形にする</a:t>
            </a:r>
          </a:p>
        </p:txBody>
      </p:sp>
      <p:sp>
        <p:nvSpPr>
          <p:cNvPr id="7" name="text-0616">
            <a:extLst xmlns:a="http://schemas.openxmlformats.org/drawingml/2006/main">
              <a:ext uri="{FF2B5EF4-FFF2-40B4-BE49-F238E27FC236}">
                <a16:creationId xmlns:a16="http://schemas.microsoft.com/office/drawing/2014/main" id="{FD611BBF-723D-4712-B63D-D1CE48772274}"/>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21</a:t>
            </a:r>
          </a:p>
        </p:txBody>
      </p:sp>
      <p:sp>
        <p:nvSpPr>
          <p:cNvPr id="8" name="box-0617">
            <a:extLst xmlns:a="http://schemas.openxmlformats.org/drawingml/2006/main">
              <a:ext uri="{FF2B5EF4-FFF2-40B4-BE49-F238E27FC236}">
                <a16:creationId xmlns:a16="http://schemas.microsoft.com/office/drawing/2014/main" id="{6BA69974-3158-4E52-897C-738738E9A5D5}"/>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618">
            <a:extLst xmlns:a="http://schemas.openxmlformats.org/drawingml/2006/main">
              <a:ext uri="{FF2B5EF4-FFF2-40B4-BE49-F238E27FC236}">
                <a16:creationId xmlns:a16="http://schemas.microsoft.com/office/drawing/2014/main" id="{9277D7DF-25AA-4F85-BB7B-11A51DF8D150}"/>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状態</a:t>
            </a:r>
          </a:p>
        </p:txBody>
      </p:sp>
      <p:sp>
        <p:nvSpPr>
          <p:cNvPr id="10" name="box-0619">
            <a:extLst xmlns:a="http://schemas.openxmlformats.org/drawingml/2006/main">
              <a:ext uri="{FF2B5EF4-FFF2-40B4-BE49-F238E27FC236}">
                <a16:creationId xmlns:a16="http://schemas.microsoft.com/office/drawing/2014/main" id="{D9800164-09AF-4D6F-AC6F-2670CCB3BAFA}"/>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620">
            <a:extLst xmlns:a="http://schemas.openxmlformats.org/drawingml/2006/main">
              <a:ext uri="{FF2B5EF4-FFF2-40B4-BE49-F238E27FC236}">
                <a16:creationId xmlns:a16="http://schemas.microsoft.com/office/drawing/2014/main" id="{429EF367-ED87-4E87-B46B-19AB5D1390F5}"/>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扱い</a:t>
            </a:r>
          </a:p>
        </p:txBody>
      </p:sp>
      <p:sp>
        <p:nvSpPr>
          <p:cNvPr id="12" name="box-0621">
            <a:extLst xmlns:a="http://schemas.openxmlformats.org/drawingml/2006/main">
              <a:ext uri="{FF2B5EF4-FFF2-40B4-BE49-F238E27FC236}">
                <a16:creationId xmlns:a16="http://schemas.microsoft.com/office/drawing/2014/main" id="{B5F78615-DA32-4A8A-90EA-D571143E52A1}"/>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622">
            <a:extLst xmlns:a="http://schemas.openxmlformats.org/drawingml/2006/main">
              <a:ext uri="{FF2B5EF4-FFF2-40B4-BE49-F238E27FC236}">
                <a16:creationId xmlns:a16="http://schemas.microsoft.com/office/drawing/2014/main" id="{37D20A38-4D35-4EC9-91C9-B6715B0EB19F}"/>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例</a:t>
            </a:r>
          </a:p>
        </p:txBody>
      </p:sp>
      <p:sp>
        <p:nvSpPr>
          <p:cNvPr id="14" name="box-0623">
            <a:extLst xmlns:a="http://schemas.openxmlformats.org/drawingml/2006/main">
              <a:ext uri="{FF2B5EF4-FFF2-40B4-BE49-F238E27FC236}">
                <a16:creationId xmlns:a16="http://schemas.microsoft.com/office/drawing/2014/main" id="{CC710A68-4E73-44D6-8536-F2D23FA8B535}"/>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624">
            <a:extLst xmlns:a="http://schemas.openxmlformats.org/drawingml/2006/main">
              <a:ext uri="{FF2B5EF4-FFF2-40B4-BE49-F238E27FC236}">
                <a16:creationId xmlns:a16="http://schemas.microsoft.com/office/drawing/2014/main" id="{322EF2B6-D50F-49A0-AF61-5AF023191982}"/>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重複</a:t>
            </a:r>
          </a:p>
        </p:txBody>
      </p:sp>
      <p:sp>
        <p:nvSpPr>
          <p:cNvPr id="16" name="box-0625">
            <a:extLst xmlns:a="http://schemas.openxmlformats.org/drawingml/2006/main">
              <a:ext uri="{FF2B5EF4-FFF2-40B4-BE49-F238E27FC236}">
                <a16:creationId xmlns:a16="http://schemas.microsoft.com/office/drawing/2014/main" id="{26A1A988-D5B2-4B9F-88D7-89C3A9539896}"/>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626">
            <a:extLst xmlns:a="http://schemas.openxmlformats.org/drawingml/2006/main">
              <a:ext uri="{FF2B5EF4-FFF2-40B4-BE49-F238E27FC236}">
                <a16:creationId xmlns:a16="http://schemas.microsoft.com/office/drawing/2014/main" id="{4ADBEF46-625D-4857-BCD6-230E31CA2A4A}"/>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同一内容として関連付け</a:t>
            </a:r>
          </a:p>
        </p:txBody>
      </p:sp>
      <p:sp>
        <p:nvSpPr>
          <p:cNvPr id="18" name="box-0627">
            <a:extLst xmlns:a="http://schemas.openxmlformats.org/drawingml/2006/main">
              <a:ext uri="{FF2B5EF4-FFF2-40B4-BE49-F238E27FC236}">
                <a16:creationId xmlns:a16="http://schemas.microsoft.com/office/drawing/2014/main" id="{00EA597C-EF46-4E24-AA31-7982D6A61850}"/>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628">
            <a:extLst xmlns:a="http://schemas.openxmlformats.org/drawingml/2006/main">
              <a:ext uri="{FF2B5EF4-FFF2-40B4-BE49-F238E27FC236}">
                <a16:creationId xmlns:a16="http://schemas.microsoft.com/office/drawing/2014/main" id="{130CE760-BA3E-40C9-947F-BBD0DE27F322}"/>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同じ要望が会話とメールに存在</a:t>
            </a:r>
          </a:p>
        </p:txBody>
      </p:sp>
      <p:sp>
        <p:nvSpPr>
          <p:cNvPr id="20" name="box-0629">
            <a:extLst xmlns:a="http://schemas.openxmlformats.org/drawingml/2006/main">
              <a:ext uri="{FF2B5EF4-FFF2-40B4-BE49-F238E27FC236}">
                <a16:creationId xmlns:a16="http://schemas.microsoft.com/office/drawing/2014/main" id="{1BD5ACDC-A959-4ED7-BDA8-DA669B9FE499}"/>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630">
            <a:extLst xmlns:a="http://schemas.openxmlformats.org/drawingml/2006/main">
              <a:ext uri="{FF2B5EF4-FFF2-40B4-BE49-F238E27FC236}">
                <a16:creationId xmlns:a16="http://schemas.microsoft.com/office/drawing/2014/main" id="{C7E2245C-301E-4F6F-BAF1-00D39A8204A5}"/>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旧情報</a:t>
            </a:r>
          </a:p>
        </p:txBody>
      </p:sp>
      <p:sp>
        <p:nvSpPr>
          <p:cNvPr id="22" name="box-0631">
            <a:extLst xmlns:a="http://schemas.openxmlformats.org/drawingml/2006/main">
              <a:ext uri="{FF2B5EF4-FFF2-40B4-BE49-F238E27FC236}">
                <a16:creationId xmlns:a16="http://schemas.microsoft.com/office/drawing/2014/main" id="{2F612FCE-4E77-4522-B404-9383642BC37D}"/>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632">
            <a:extLst xmlns:a="http://schemas.openxmlformats.org/drawingml/2006/main">
              <a:ext uri="{FF2B5EF4-FFF2-40B4-BE49-F238E27FC236}">
                <a16:creationId xmlns:a16="http://schemas.microsoft.com/office/drawing/2014/main" id="{E792DA0A-4752-4CB8-91F5-6CCD88D5A899}"/>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日付を付けて保留</a:t>
            </a:r>
          </a:p>
        </p:txBody>
      </p:sp>
      <p:sp>
        <p:nvSpPr>
          <p:cNvPr id="24" name="box-0633">
            <a:extLst xmlns:a="http://schemas.openxmlformats.org/drawingml/2006/main">
              <a:ext uri="{FF2B5EF4-FFF2-40B4-BE49-F238E27FC236}">
                <a16:creationId xmlns:a16="http://schemas.microsoft.com/office/drawing/2014/main" id="{8201B049-C39A-4F74-982D-6A95FAC9E6D3}"/>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634">
            <a:extLst xmlns:a="http://schemas.openxmlformats.org/drawingml/2006/main">
              <a:ext uri="{FF2B5EF4-FFF2-40B4-BE49-F238E27FC236}">
                <a16:creationId xmlns:a16="http://schemas.microsoft.com/office/drawing/2014/main" id="{8E6D5173-CFFA-4467-87F8-77D167AC6777}"/>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前回案の期限</a:t>
            </a:r>
          </a:p>
        </p:txBody>
      </p:sp>
      <p:sp>
        <p:nvSpPr>
          <p:cNvPr id="26" name="box-0635">
            <a:extLst xmlns:a="http://schemas.openxmlformats.org/drawingml/2006/main">
              <a:ext uri="{FF2B5EF4-FFF2-40B4-BE49-F238E27FC236}">
                <a16:creationId xmlns:a16="http://schemas.microsoft.com/office/drawing/2014/main" id="{3A9AEC50-E056-4186-AFE4-2D0EA9EA5C6C}"/>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636">
            <a:extLst xmlns:a="http://schemas.openxmlformats.org/drawingml/2006/main">
              <a:ext uri="{FF2B5EF4-FFF2-40B4-BE49-F238E27FC236}">
                <a16:creationId xmlns:a16="http://schemas.microsoft.com/office/drawing/2014/main" id="{76027C38-F129-4392-B254-B2DCBE4C8798}"/>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矛盾</a:t>
            </a:r>
          </a:p>
        </p:txBody>
      </p:sp>
      <p:sp>
        <p:nvSpPr>
          <p:cNvPr id="28" name="box-0637">
            <a:extLst xmlns:a="http://schemas.openxmlformats.org/drawingml/2006/main">
              <a:ext uri="{FF2B5EF4-FFF2-40B4-BE49-F238E27FC236}">
                <a16:creationId xmlns:a16="http://schemas.microsoft.com/office/drawing/2014/main" id="{59774FE4-0B2C-469C-9542-DAC720353F1B}"/>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638">
            <a:extLst xmlns:a="http://schemas.openxmlformats.org/drawingml/2006/main">
              <a:ext uri="{FF2B5EF4-FFF2-40B4-BE49-F238E27FC236}">
                <a16:creationId xmlns:a16="http://schemas.microsoft.com/office/drawing/2014/main" id="{A512F3E7-54C8-4521-953D-5949826F2E7A}"/>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両方を表示し要確認</a:t>
            </a:r>
          </a:p>
        </p:txBody>
      </p:sp>
      <p:sp>
        <p:nvSpPr>
          <p:cNvPr id="30" name="box-0639">
            <a:extLst xmlns:a="http://schemas.openxmlformats.org/drawingml/2006/main">
              <a:ext uri="{FF2B5EF4-FFF2-40B4-BE49-F238E27FC236}">
                <a16:creationId xmlns:a16="http://schemas.microsoft.com/office/drawing/2014/main" id="{BC927A90-1740-40F3-A55F-3F3C0F3C8DF0}"/>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640">
            <a:extLst xmlns:a="http://schemas.openxmlformats.org/drawingml/2006/main">
              <a:ext uri="{FF2B5EF4-FFF2-40B4-BE49-F238E27FC236}">
                <a16:creationId xmlns:a16="http://schemas.microsoft.com/office/drawing/2014/main" id="{F46A147B-C2D8-4451-A66F-872912277028}"/>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9月10日と9月12日</a:t>
            </a:r>
          </a:p>
        </p:txBody>
      </p:sp>
    </p:spTree>
    <p:extLst>
      <p:ext uri="{BB962C8B-B14F-4D97-AF65-F5344CB8AC3E}">
        <p14:creationId xmlns:p14="http://schemas.microsoft.com/office/powerpoint/2010/main" val="1216058110"/>
      </p:ext>
    </p:extLst>
  </p:cSld>
</p:sld>
</file>

<file path=ppt/slides/slide22.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0641">
            <a:extLst xmlns:a="http://schemas.openxmlformats.org/drawingml/2006/main">
              <a:ext uri="{FF2B5EF4-FFF2-40B4-BE49-F238E27FC236}">
                <a16:creationId xmlns:a16="http://schemas.microsoft.com/office/drawing/2014/main" id="{0783AA99-E59C-40BD-BDF2-21FB098B5B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642">
            <a:extLst xmlns:a="http://schemas.openxmlformats.org/drawingml/2006/main">
              <a:ext uri="{FF2B5EF4-FFF2-40B4-BE49-F238E27FC236}">
                <a16:creationId xmlns:a16="http://schemas.microsoft.com/office/drawing/2014/main" id="{AAD83596-4C37-4496-8EA3-EF72CC7F4321}"/>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643">
            <a:extLst xmlns:a="http://schemas.openxmlformats.org/drawingml/2006/main">
              <a:ext uri="{FF2B5EF4-FFF2-40B4-BE49-F238E27FC236}">
                <a16:creationId xmlns:a16="http://schemas.microsoft.com/office/drawing/2014/main" id="{57FBCC12-B694-4FD9-917D-FBD6E6EDB42B}"/>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4｜AIへ整理の仕事を正確に渡す</a:t>
            </a:r>
          </a:p>
        </p:txBody>
      </p:sp>
      <p:sp>
        <p:nvSpPr>
          <p:cNvPr id="4" name="box-0644">
            <a:extLst xmlns:a="http://schemas.openxmlformats.org/drawingml/2006/main">
              <a:ext uri="{FF2B5EF4-FFF2-40B4-BE49-F238E27FC236}">
                <a16:creationId xmlns:a16="http://schemas.microsoft.com/office/drawing/2014/main" id="{A811FD78-FCD1-440B-814E-E831AE216B1C}"/>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645">
            <a:extLst xmlns:a="http://schemas.openxmlformats.org/drawingml/2006/main">
              <a:ext uri="{FF2B5EF4-FFF2-40B4-BE49-F238E27FC236}">
                <a16:creationId xmlns:a16="http://schemas.microsoft.com/office/drawing/2014/main" id="{00C6D590-70D5-4222-A9FC-722A23F697C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646">
            <a:extLst xmlns:a="http://schemas.openxmlformats.org/drawingml/2006/main">
              <a:ext uri="{FF2B5EF4-FFF2-40B4-BE49-F238E27FC236}">
                <a16:creationId xmlns:a16="http://schemas.microsoft.com/office/drawing/2014/main" id="{7D1C9C95-DAB8-49B7-8576-90107E9F461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要点｜良い指示は、AIの自由度を下げて確認しやすくする</a:t>
            </a:r>
          </a:p>
        </p:txBody>
      </p:sp>
      <p:sp>
        <p:nvSpPr>
          <p:cNvPr id="7" name="text-0647">
            <a:extLst xmlns:a="http://schemas.openxmlformats.org/drawingml/2006/main">
              <a:ext uri="{FF2B5EF4-FFF2-40B4-BE49-F238E27FC236}">
                <a16:creationId xmlns:a16="http://schemas.microsoft.com/office/drawing/2014/main" id="{AA0F1692-9638-4900-BDD8-A39530A35AD6}"/>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22</a:t>
            </a:r>
          </a:p>
        </p:txBody>
      </p:sp>
      <p:sp>
        <p:nvSpPr>
          <p:cNvPr id="8" name="text-0648">
            <a:extLst xmlns:a="http://schemas.openxmlformats.org/drawingml/2006/main">
              <a:ext uri="{FF2B5EF4-FFF2-40B4-BE49-F238E27FC236}">
                <a16:creationId xmlns:a16="http://schemas.microsoft.com/office/drawing/2014/main" id="{BA13FBD9-ED48-410E-9505-2E683C2F09D2}"/>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04</a:t>
            </a:r>
          </a:p>
        </p:txBody>
      </p:sp>
      <p:sp>
        <p:nvSpPr>
          <p:cNvPr id="9" name="text-0649">
            <a:extLst xmlns:a="http://schemas.openxmlformats.org/drawingml/2006/main">
              <a:ext uri="{FF2B5EF4-FFF2-40B4-BE49-F238E27FC236}">
                <a16:creationId xmlns:a16="http://schemas.microsoft.com/office/drawing/2014/main" id="{691694E5-2680-4AD3-8D06-1C277DAF2016}"/>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4</a:t>
            </a:r>
          </a:p>
        </p:txBody>
      </p:sp>
      <p:sp>
        <p:nvSpPr>
          <p:cNvPr id="10" name="box-0650">
            <a:extLst xmlns:a="http://schemas.openxmlformats.org/drawingml/2006/main">
              <a:ext uri="{FF2B5EF4-FFF2-40B4-BE49-F238E27FC236}">
                <a16:creationId xmlns:a16="http://schemas.microsoft.com/office/drawing/2014/main" id="{144957DE-DD3B-4BF8-9C75-4B735DF6F274}"/>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0651">
            <a:extLst xmlns:a="http://schemas.openxmlformats.org/drawingml/2006/main">
              <a:ext uri="{FF2B5EF4-FFF2-40B4-BE49-F238E27FC236}">
                <a16:creationId xmlns:a16="http://schemas.microsoft.com/office/drawing/2014/main" id="{D048F91C-2399-4567-9252-7B99EFC7300A}"/>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0652">
            <a:extLst xmlns:a="http://schemas.openxmlformats.org/drawingml/2006/main">
              <a:ext uri="{FF2B5EF4-FFF2-40B4-BE49-F238E27FC236}">
                <a16:creationId xmlns:a16="http://schemas.microsoft.com/office/drawing/2014/main" id="{B1279256-4149-44F5-A684-23B6FB1DB9DA}"/>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再利用できる整理指示テンプレート</a:t>
            </a:r>
          </a:p>
        </p:txBody>
      </p:sp>
      <p:sp>
        <p:nvSpPr>
          <p:cNvPr id="13" name="box-0653">
            <a:extLst xmlns:a="http://schemas.openxmlformats.org/drawingml/2006/main">
              <a:ext uri="{FF2B5EF4-FFF2-40B4-BE49-F238E27FC236}">
                <a16:creationId xmlns:a16="http://schemas.microsoft.com/office/drawing/2014/main" id="{FAACE0FB-BE47-4C87-826C-F6D5C388A671}"/>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0654">
            <a:extLst xmlns:a="http://schemas.openxmlformats.org/drawingml/2006/main">
              <a:ext uri="{FF2B5EF4-FFF2-40B4-BE49-F238E27FC236}">
                <a16:creationId xmlns:a16="http://schemas.microsoft.com/office/drawing/2014/main" id="{B22D492E-DE5F-4606-817B-B1CC1723292F}"/>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0655">
            <a:extLst xmlns:a="http://schemas.openxmlformats.org/drawingml/2006/main">
              <a:ext uri="{FF2B5EF4-FFF2-40B4-BE49-F238E27FC236}">
                <a16:creationId xmlns:a16="http://schemas.microsoft.com/office/drawing/2014/main" id="{CB969856-DAFC-4BE6-8F02-EB2B109E8E9F}"/>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材料を限定</a:t>
            </a:r>
          </a:p>
        </p:txBody>
      </p:sp>
      <p:sp>
        <p:nvSpPr>
          <p:cNvPr id="16" name="box-0656">
            <a:extLst xmlns:a="http://schemas.openxmlformats.org/drawingml/2006/main">
              <a:ext uri="{FF2B5EF4-FFF2-40B4-BE49-F238E27FC236}">
                <a16:creationId xmlns:a16="http://schemas.microsoft.com/office/drawing/2014/main" id="{3985F722-E5B8-492B-A760-E7BF88C8E268}"/>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0657">
            <a:extLst xmlns:a="http://schemas.openxmlformats.org/drawingml/2006/main">
              <a:ext uri="{FF2B5EF4-FFF2-40B4-BE49-F238E27FC236}">
                <a16:creationId xmlns:a16="http://schemas.microsoft.com/office/drawing/2014/main" id="{8F7DC3FD-9B29-4305-869D-57CE2E44DED0}"/>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0658">
            <a:extLst xmlns:a="http://schemas.openxmlformats.org/drawingml/2006/main">
              <a:ext uri="{FF2B5EF4-FFF2-40B4-BE49-F238E27FC236}">
                <a16:creationId xmlns:a16="http://schemas.microsoft.com/office/drawing/2014/main" id="{E6BD8980-DAC2-41CB-B729-9043B347D058}"/>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出力を固定</a:t>
            </a:r>
          </a:p>
        </p:txBody>
      </p:sp>
      <p:sp>
        <p:nvSpPr>
          <p:cNvPr id="19" name="box-0659">
            <a:extLst xmlns:a="http://schemas.openxmlformats.org/drawingml/2006/main">
              <a:ext uri="{FF2B5EF4-FFF2-40B4-BE49-F238E27FC236}">
                <a16:creationId xmlns:a16="http://schemas.microsoft.com/office/drawing/2014/main" id="{61DC3FC6-8801-4E74-B549-A0B0EF89A783}"/>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0660">
            <a:extLst xmlns:a="http://schemas.openxmlformats.org/drawingml/2006/main">
              <a:ext uri="{FF2B5EF4-FFF2-40B4-BE49-F238E27FC236}">
                <a16:creationId xmlns:a16="http://schemas.microsoft.com/office/drawing/2014/main" id="{ACD11ACA-7D3D-4EF5-B19E-0E2AC6A997C0}"/>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0661">
            <a:extLst xmlns:a="http://schemas.openxmlformats.org/drawingml/2006/main">
              <a:ext uri="{FF2B5EF4-FFF2-40B4-BE49-F238E27FC236}">
                <a16:creationId xmlns:a16="http://schemas.microsoft.com/office/drawing/2014/main" id="{8FA6BFC1-6FFD-4A1F-BF1D-7EB02F316EA3}"/>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補完を禁止</a:t>
            </a:r>
          </a:p>
        </p:txBody>
      </p:sp>
      <p:sp>
        <p:nvSpPr>
          <p:cNvPr id="22" name="box-0662">
            <a:extLst xmlns:a="http://schemas.openxmlformats.org/drawingml/2006/main">
              <a:ext uri="{FF2B5EF4-FFF2-40B4-BE49-F238E27FC236}">
                <a16:creationId xmlns:a16="http://schemas.microsoft.com/office/drawing/2014/main" id="{BCF2BCFE-1023-4EB1-BF33-74D9F5235D6F}"/>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0663">
            <a:extLst xmlns:a="http://schemas.openxmlformats.org/drawingml/2006/main">
              <a:ext uri="{FF2B5EF4-FFF2-40B4-BE49-F238E27FC236}">
                <a16:creationId xmlns:a16="http://schemas.microsoft.com/office/drawing/2014/main" id="{1A666365-A319-4E7C-9DF6-C74D7E2904DC}"/>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良い指示は、AIの自由度を下げて確認しやすくする</a:t>
            </a:r>
          </a:p>
        </p:txBody>
      </p:sp>
    </p:spTree>
    <p:extLst>
      <p:ext uri="{BB962C8B-B14F-4D97-AF65-F5344CB8AC3E}">
        <p14:creationId xmlns:p14="http://schemas.microsoft.com/office/powerpoint/2010/main" val="1878345279"/>
      </p:ext>
    </p:extLst>
  </p:cSld>
</p:sld>
</file>

<file path=ppt/slides/slide2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7" name="box-0664">
            <a:extLst xmlns:a="http://schemas.openxmlformats.org/drawingml/2006/main">
              <a:ext uri="{FF2B5EF4-FFF2-40B4-BE49-F238E27FC236}">
                <a16:creationId xmlns:a16="http://schemas.microsoft.com/office/drawing/2014/main" id="{7D7A9749-9A92-4780-B7CD-759C36A46F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665">
            <a:extLst xmlns:a="http://schemas.openxmlformats.org/drawingml/2006/main">
              <a:ext uri="{FF2B5EF4-FFF2-40B4-BE49-F238E27FC236}">
                <a16:creationId xmlns:a16="http://schemas.microsoft.com/office/drawing/2014/main" id="{D411D858-56C2-4DE0-B458-43829D06A7D9}"/>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666">
            <a:extLst xmlns:a="http://schemas.openxmlformats.org/drawingml/2006/main">
              <a:ext uri="{FF2B5EF4-FFF2-40B4-BE49-F238E27FC236}">
                <a16:creationId xmlns:a16="http://schemas.microsoft.com/office/drawing/2014/main" id="{14B8C46A-2008-4492-B3F7-C133374AF575}"/>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指示は五つの部品で組み立てます</a:t>
            </a:r>
          </a:p>
        </p:txBody>
      </p:sp>
      <p:sp>
        <p:nvSpPr>
          <p:cNvPr id="4" name="box-0667">
            <a:extLst xmlns:a="http://schemas.openxmlformats.org/drawingml/2006/main">
              <a:ext uri="{FF2B5EF4-FFF2-40B4-BE49-F238E27FC236}">
                <a16:creationId xmlns:a16="http://schemas.microsoft.com/office/drawing/2014/main" id="{3B2BF92A-C6EA-4635-97F4-53C9ED6B9BE2}"/>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668">
            <a:extLst xmlns:a="http://schemas.openxmlformats.org/drawingml/2006/main">
              <a:ext uri="{FF2B5EF4-FFF2-40B4-BE49-F238E27FC236}">
                <a16:creationId xmlns:a16="http://schemas.microsoft.com/office/drawing/2014/main" id="{F90D52F6-88A7-4055-842B-72E0C321FD0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669">
            <a:extLst xmlns:a="http://schemas.openxmlformats.org/drawingml/2006/main">
              <a:ext uri="{FF2B5EF4-FFF2-40B4-BE49-F238E27FC236}">
                <a16:creationId xmlns:a16="http://schemas.microsoft.com/office/drawing/2014/main" id="{72480D93-F316-488B-A06E-5491D704D17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要点｜役割・目的・材料・出力・禁止を固定すると再利用できる</a:t>
            </a:r>
          </a:p>
        </p:txBody>
      </p:sp>
      <p:sp>
        <p:nvSpPr>
          <p:cNvPr id="7" name="text-0670">
            <a:extLst xmlns:a="http://schemas.openxmlformats.org/drawingml/2006/main">
              <a:ext uri="{FF2B5EF4-FFF2-40B4-BE49-F238E27FC236}">
                <a16:creationId xmlns:a16="http://schemas.microsoft.com/office/drawing/2014/main" id="{901063BB-BBFC-4AC5-AC32-474BA959AF8A}"/>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23</a:t>
            </a:r>
          </a:p>
        </p:txBody>
      </p:sp>
      <p:sp>
        <p:nvSpPr>
          <p:cNvPr id="8" name="box-0671">
            <a:extLst xmlns:a="http://schemas.openxmlformats.org/drawingml/2006/main">
              <a:ext uri="{FF2B5EF4-FFF2-40B4-BE49-F238E27FC236}">
                <a16:creationId xmlns:a16="http://schemas.microsoft.com/office/drawing/2014/main" id="{23446398-D045-46F8-82B2-D2A3DBAC300F}"/>
              </a:ext>
            </a:extLst>
          </p:cNvPr>
          <p:cNvSpPr>
            <a:spLocks xmlns:a="http://schemas.openxmlformats.org/drawingml/2006/main" noGrp="1"/>
          </p:cNvSpPr>
          <p:nvPr/>
        </p:nvSpPr>
        <p:spPr>
          <a:xfrm xmlns:a="http://schemas.openxmlformats.org/drawingml/2006/main">
            <a:off x="552450" y="2000250"/>
            <a:ext cx="2072640" cy="2952750"/>
          </a:xfrm>
          <a:prstGeom xmlns:a="http://schemas.openxmlformats.org/drawingml/2006/main" prst="roundRect">
            <a:avLst>
              <a:gd name="adj" fmla="val 5515"/>
            </a:avLst>
          </a:prstGeom>
          <a:solidFill xmlns:a="http://schemas.openxmlformats.org/drawingml/2006/main">
            <a:srgbClr val="FFFFFF"/>
          </a:solidFill>
          <a:ln xmlns:a="http://schemas.openxmlformats.org/drawingml/2006/main" w="9525">
            <a:solidFill>
              <a:srgbClr val="D6E1E8"/>
            </a:solidFill>
            <a:prstDash val="solid"/>
          </a:ln>
        </p:spPr>
      </p:sp>
      <p:sp>
        <p:nvSpPr>
          <p:cNvPr id="9" name="box-0672">
            <a:extLst xmlns:a="http://schemas.openxmlformats.org/drawingml/2006/main">
              <a:ext uri="{FF2B5EF4-FFF2-40B4-BE49-F238E27FC236}">
                <a16:creationId xmlns:a16="http://schemas.microsoft.com/office/drawing/2014/main" id="{F57142DD-D8FD-41DE-935D-AFC00153CD4B}"/>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673">
            <a:extLst xmlns:a="http://schemas.openxmlformats.org/drawingml/2006/main">
              <a:ext uri="{FF2B5EF4-FFF2-40B4-BE49-F238E27FC236}">
                <a16:creationId xmlns:a16="http://schemas.microsoft.com/office/drawing/2014/main" id="{8A0E8380-6A61-4DDF-A276-4B564DF730E8}"/>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674">
            <a:extLst xmlns:a="http://schemas.openxmlformats.org/drawingml/2006/main">
              <a:ext uri="{FF2B5EF4-FFF2-40B4-BE49-F238E27FC236}">
                <a16:creationId xmlns:a16="http://schemas.microsoft.com/office/drawing/2014/main" id="{D8C11C4F-1C6D-43D2-9EF7-1CA81A36FB55}"/>
              </a:ext>
            </a:extLst>
          </p:cNvPr>
          <p:cNvSpPr>
            <a:spLocks xmlns:a="http://schemas.openxmlformats.org/drawingml/2006/main" noGrp="1"/>
          </p:cNvSpPr>
          <p:nvPr/>
        </p:nvSpPr>
        <p:spPr>
          <a:xfrm xmlns:a="http://schemas.openxmlformats.org/drawingml/2006/main">
            <a:off x="723900" y="2800350"/>
            <a:ext cx="172974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役割</a:t>
            </a:r>
          </a:p>
        </p:txBody>
      </p:sp>
      <p:sp>
        <p:nvSpPr>
          <p:cNvPr id="12" name="text-0675">
            <a:extLst xmlns:a="http://schemas.openxmlformats.org/drawingml/2006/main">
              <a:ext uri="{FF2B5EF4-FFF2-40B4-BE49-F238E27FC236}">
                <a16:creationId xmlns:a16="http://schemas.microsoft.com/office/drawing/2014/main" id="{13546D19-2E48-48C2-ADF5-532274BBB9E2}"/>
              </a:ext>
            </a:extLst>
          </p:cNvPr>
          <p:cNvSpPr>
            <a:spLocks xmlns:a="http://schemas.openxmlformats.org/drawingml/2006/main" noGrp="1"/>
          </p:cNvSpPr>
          <p:nvPr/>
        </p:nvSpPr>
        <p:spPr>
          <a:xfrm xmlns:a="http://schemas.openxmlformats.org/drawingml/2006/main">
            <a:off x="723900" y="3619500"/>
            <a:ext cx="172974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0">
                <a:solidFill>
                  <a:srgbClr val="203746"/>
                </a:solidFill>
                <a:latin typeface="Hiragino Sans"/>
                <a:ea typeface="Hiragino Sans"/>
                <a:cs typeface="Hiragino Sans"/>
              </a:defRPr>
            </a:pPr>
            <a:r>
              <a:rPr sz="1050" b="0">
                <a:solidFill>
                  <a:srgbClr val="203746"/>
                </a:solidFill>
                <a:latin typeface="Hiragino Sans"/>
                <a:ea typeface="Hiragino Sans"/>
                <a:cs typeface="Hiragino Sans"/>
              </a:rPr>
              <a:t>業務記録の整理補助</a:t>
            </a:r>
          </a:p>
        </p:txBody>
      </p:sp>
      <p:sp>
        <p:nvSpPr>
          <p:cNvPr id="13" name="text-0676">
            <a:extLst xmlns:a="http://schemas.openxmlformats.org/drawingml/2006/main">
              <a:ext uri="{FF2B5EF4-FFF2-40B4-BE49-F238E27FC236}">
                <a16:creationId xmlns:a16="http://schemas.microsoft.com/office/drawing/2014/main" id="{AC2DFE5D-4E26-48ED-B154-03D3358A97A6}"/>
              </a:ext>
            </a:extLst>
          </p:cNvPr>
          <p:cNvSpPr>
            <a:spLocks xmlns:a="http://schemas.openxmlformats.org/drawingml/2006/main" noGrp="1"/>
          </p:cNvSpPr>
          <p:nvPr/>
        </p:nvSpPr>
        <p:spPr>
          <a:xfrm xmlns:a="http://schemas.openxmlformats.org/drawingml/2006/main">
            <a:off x="2634615" y="3200400"/>
            <a:ext cx="152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36016"/>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677">
            <a:extLst xmlns:a="http://schemas.openxmlformats.org/drawingml/2006/main">
              <a:ext uri="{FF2B5EF4-FFF2-40B4-BE49-F238E27FC236}">
                <a16:creationId xmlns:a16="http://schemas.microsoft.com/office/drawing/2014/main" id="{7D091EC2-95A1-4EDD-8514-36EE1F19973D}"/>
              </a:ext>
            </a:extLst>
          </p:cNvPr>
          <p:cNvSpPr>
            <a:spLocks xmlns:a="http://schemas.openxmlformats.org/drawingml/2006/main" noGrp="1"/>
          </p:cNvSpPr>
          <p:nvPr/>
        </p:nvSpPr>
        <p:spPr>
          <a:xfrm xmlns:a="http://schemas.openxmlformats.org/drawingml/2006/main">
            <a:off x="2796540" y="2000250"/>
            <a:ext cx="2072640" cy="2952750"/>
          </a:xfrm>
          <a:prstGeom xmlns:a="http://schemas.openxmlformats.org/drawingml/2006/main" prst="roundRect">
            <a:avLst>
              <a:gd name="adj" fmla="val 5515"/>
            </a:avLst>
          </a:prstGeom>
          <a:solidFill xmlns:a="http://schemas.openxmlformats.org/drawingml/2006/main">
            <a:srgbClr val="FFFFFF"/>
          </a:solidFill>
          <a:ln xmlns:a="http://schemas.openxmlformats.org/drawingml/2006/main" w="9525">
            <a:solidFill>
              <a:srgbClr val="D6E1E8"/>
            </a:solidFill>
            <a:prstDash val="solid"/>
          </a:ln>
        </p:spPr>
      </p:sp>
      <p:sp>
        <p:nvSpPr>
          <p:cNvPr id="15" name="box-0678">
            <a:extLst xmlns:a="http://schemas.openxmlformats.org/drawingml/2006/main">
              <a:ext uri="{FF2B5EF4-FFF2-40B4-BE49-F238E27FC236}">
                <a16:creationId xmlns:a16="http://schemas.microsoft.com/office/drawing/2014/main" id="{F92B659F-0149-4B8A-97E7-2AB421550BEA}"/>
              </a:ext>
            </a:extLst>
          </p:cNvPr>
          <p:cNvSpPr>
            <a:spLocks xmlns:a="http://schemas.openxmlformats.org/drawingml/2006/main" noGrp="1"/>
          </p:cNvSpPr>
          <p:nvPr/>
        </p:nvSpPr>
        <p:spPr>
          <a:xfrm xmlns:a="http://schemas.openxmlformats.org/drawingml/2006/main">
            <a:off x="296799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679">
            <a:extLst xmlns:a="http://schemas.openxmlformats.org/drawingml/2006/main">
              <a:ext uri="{FF2B5EF4-FFF2-40B4-BE49-F238E27FC236}">
                <a16:creationId xmlns:a16="http://schemas.microsoft.com/office/drawing/2014/main" id="{24DA3D98-90B8-4CF3-A7C8-F0F3A43458AB}"/>
              </a:ext>
            </a:extLst>
          </p:cNvPr>
          <p:cNvSpPr>
            <a:spLocks xmlns:a="http://schemas.openxmlformats.org/drawingml/2006/main" noGrp="1"/>
          </p:cNvSpPr>
          <p:nvPr/>
        </p:nvSpPr>
        <p:spPr>
          <a:xfrm xmlns:a="http://schemas.openxmlformats.org/drawingml/2006/main">
            <a:off x="296799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680">
            <a:extLst xmlns:a="http://schemas.openxmlformats.org/drawingml/2006/main">
              <a:ext uri="{FF2B5EF4-FFF2-40B4-BE49-F238E27FC236}">
                <a16:creationId xmlns:a16="http://schemas.microsoft.com/office/drawing/2014/main" id="{92D7EE8B-B621-49E0-8063-F0C864D521E4}"/>
              </a:ext>
            </a:extLst>
          </p:cNvPr>
          <p:cNvSpPr>
            <a:spLocks xmlns:a="http://schemas.openxmlformats.org/drawingml/2006/main" noGrp="1"/>
          </p:cNvSpPr>
          <p:nvPr/>
        </p:nvSpPr>
        <p:spPr>
          <a:xfrm xmlns:a="http://schemas.openxmlformats.org/drawingml/2006/main">
            <a:off x="2967990" y="2800350"/>
            <a:ext cx="172974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目的</a:t>
            </a:r>
          </a:p>
        </p:txBody>
      </p:sp>
      <p:sp>
        <p:nvSpPr>
          <p:cNvPr id="18" name="text-0681">
            <a:extLst xmlns:a="http://schemas.openxmlformats.org/drawingml/2006/main">
              <a:ext uri="{FF2B5EF4-FFF2-40B4-BE49-F238E27FC236}">
                <a16:creationId xmlns:a16="http://schemas.microsoft.com/office/drawing/2014/main" id="{99F63661-4C37-438D-94A2-14AE9E7236CD}"/>
              </a:ext>
            </a:extLst>
          </p:cNvPr>
          <p:cNvSpPr>
            <a:spLocks xmlns:a="http://schemas.openxmlformats.org/drawingml/2006/main" noGrp="1"/>
          </p:cNvSpPr>
          <p:nvPr/>
        </p:nvSpPr>
        <p:spPr>
          <a:xfrm xmlns:a="http://schemas.openxmlformats.org/drawingml/2006/main">
            <a:off x="2967990" y="3619500"/>
            <a:ext cx="172974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0">
                <a:solidFill>
                  <a:srgbClr val="203746"/>
                </a:solidFill>
                <a:latin typeface="Hiragino Sans"/>
                <a:ea typeface="Hiragino Sans"/>
                <a:cs typeface="Hiragino Sans"/>
              </a:defRPr>
            </a:pPr>
            <a:r>
              <a:rPr sz="1050" b="0">
                <a:solidFill>
                  <a:srgbClr val="203746"/>
                </a:solidFill>
                <a:latin typeface="Hiragino Sans"/>
                <a:ea typeface="Hiragino Sans"/>
                <a:cs typeface="Hiragino Sans"/>
              </a:rPr>
              <a:t>次回対応へつなぐ</a:t>
            </a:r>
          </a:p>
        </p:txBody>
      </p:sp>
      <p:sp>
        <p:nvSpPr>
          <p:cNvPr id="19" name="text-0682">
            <a:extLst xmlns:a="http://schemas.openxmlformats.org/drawingml/2006/main">
              <a:ext uri="{FF2B5EF4-FFF2-40B4-BE49-F238E27FC236}">
                <a16:creationId xmlns:a16="http://schemas.microsoft.com/office/drawing/2014/main" id="{81D3B34D-8819-43A3-98E2-A85DDA46E6B8}"/>
              </a:ext>
            </a:extLst>
          </p:cNvPr>
          <p:cNvSpPr>
            <a:spLocks xmlns:a="http://schemas.openxmlformats.org/drawingml/2006/main" noGrp="1"/>
          </p:cNvSpPr>
          <p:nvPr/>
        </p:nvSpPr>
        <p:spPr>
          <a:xfrm xmlns:a="http://schemas.openxmlformats.org/drawingml/2006/main">
            <a:off x="4878705" y="3200400"/>
            <a:ext cx="152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36016"/>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683">
            <a:extLst xmlns:a="http://schemas.openxmlformats.org/drawingml/2006/main">
              <a:ext uri="{FF2B5EF4-FFF2-40B4-BE49-F238E27FC236}">
                <a16:creationId xmlns:a16="http://schemas.microsoft.com/office/drawing/2014/main" id="{6890BE2D-E02C-472D-A183-301ADCEE768A}"/>
              </a:ext>
            </a:extLst>
          </p:cNvPr>
          <p:cNvSpPr>
            <a:spLocks xmlns:a="http://schemas.openxmlformats.org/drawingml/2006/main" noGrp="1"/>
          </p:cNvSpPr>
          <p:nvPr/>
        </p:nvSpPr>
        <p:spPr>
          <a:xfrm xmlns:a="http://schemas.openxmlformats.org/drawingml/2006/main">
            <a:off x="5040630" y="2000250"/>
            <a:ext cx="2072640" cy="2952750"/>
          </a:xfrm>
          <a:prstGeom xmlns:a="http://schemas.openxmlformats.org/drawingml/2006/main" prst="roundRect">
            <a:avLst>
              <a:gd name="adj" fmla="val 5515"/>
            </a:avLst>
          </a:prstGeom>
          <a:solidFill xmlns:a="http://schemas.openxmlformats.org/drawingml/2006/main">
            <a:srgbClr val="FFFFFF"/>
          </a:solidFill>
          <a:ln xmlns:a="http://schemas.openxmlformats.org/drawingml/2006/main" w="9525">
            <a:solidFill>
              <a:srgbClr val="D6E1E8"/>
            </a:solidFill>
            <a:prstDash val="solid"/>
          </a:ln>
        </p:spPr>
      </p:sp>
      <p:sp>
        <p:nvSpPr>
          <p:cNvPr id="21" name="box-0684">
            <a:extLst xmlns:a="http://schemas.openxmlformats.org/drawingml/2006/main">
              <a:ext uri="{FF2B5EF4-FFF2-40B4-BE49-F238E27FC236}">
                <a16:creationId xmlns:a16="http://schemas.microsoft.com/office/drawing/2014/main" id="{DE2DE04A-B4AD-440D-BC0D-E793016B8151}"/>
              </a:ext>
            </a:extLst>
          </p:cNvPr>
          <p:cNvSpPr>
            <a:spLocks xmlns:a="http://schemas.openxmlformats.org/drawingml/2006/main" noGrp="1"/>
          </p:cNvSpPr>
          <p:nvPr/>
        </p:nvSpPr>
        <p:spPr>
          <a:xfrm xmlns:a="http://schemas.openxmlformats.org/drawingml/2006/main">
            <a:off x="521208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685">
            <a:extLst xmlns:a="http://schemas.openxmlformats.org/drawingml/2006/main">
              <a:ext uri="{FF2B5EF4-FFF2-40B4-BE49-F238E27FC236}">
                <a16:creationId xmlns:a16="http://schemas.microsoft.com/office/drawing/2014/main" id="{3EBCB55A-43D1-442F-90A0-6AFC698C4BBB}"/>
              </a:ext>
            </a:extLst>
          </p:cNvPr>
          <p:cNvSpPr>
            <a:spLocks xmlns:a="http://schemas.openxmlformats.org/drawingml/2006/main" noGrp="1"/>
          </p:cNvSpPr>
          <p:nvPr/>
        </p:nvSpPr>
        <p:spPr>
          <a:xfrm xmlns:a="http://schemas.openxmlformats.org/drawingml/2006/main">
            <a:off x="521208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686">
            <a:extLst xmlns:a="http://schemas.openxmlformats.org/drawingml/2006/main">
              <a:ext uri="{FF2B5EF4-FFF2-40B4-BE49-F238E27FC236}">
                <a16:creationId xmlns:a16="http://schemas.microsoft.com/office/drawing/2014/main" id="{267F9F78-6565-47A7-9657-6D6B9019C0DD}"/>
              </a:ext>
            </a:extLst>
          </p:cNvPr>
          <p:cNvSpPr>
            <a:spLocks xmlns:a="http://schemas.openxmlformats.org/drawingml/2006/main" noGrp="1"/>
          </p:cNvSpPr>
          <p:nvPr/>
        </p:nvSpPr>
        <p:spPr>
          <a:xfrm xmlns:a="http://schemas.openxmlformats.org/drawingml/2006/main">
            <a:off x="5212080" y="2800350"/>
            <a:ext cx="172974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材料</a:t>
            </a:r>
          </a:p>
        </p:txBody>
      </p:sp>
      <p:sp>
        <p:nvSpPr>
          <p:cNvPr id="24" name="text-0687">
            <a:extLst xmlns:a="http://schemas.openxmlformats.org/drawingml/2006/main">
              <a:ext uri="{FF2B5EF4-FFF2-40B4-BE49-F238E27FC236}">
                <a16:creationId xmlns:a16="http://schemas.microsoft.com/office/drawing/2014/main" id="{2C8AFF51-FDFD-4547-84AA-E41957131037}"/>
              </a:ext>
            </a:extLst>
          </p:cNvPr>
          <p:cNvSpPr>
            <a:spLocks xmlns:a="http://schemas.openxmlformats.org/drawingml/2006/main" noGrp="1"/>
          </p:cNvSpPr>
          <p:nvPr/>
        </p:nvSpPr>
        <p:spPr>
          <a:xfrm xmlns:a="http://schemas.openxmlformats.org/drawingml/2006/main">
            <a:off x="5212080" y="3619500"/>
            <a:ext cx="172974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0">
                <a:solidFill>
                  <a:srgbClr val="203746"/>
                </a:solidFill>
                <a:latin typeface="Hiragino Sans"/>
                <a:ea typeface="Hiragino Sans"/>
                <a:cs typeface="Hiragino Sans"/>
              </a:defRPr>
            </a:pPr>
            <a:r>
              <a:rPr sz="1050" b="0">
                <a:solidFill>
                  <a:srgbClr val="203746"/>
                </a:solidFill>
                <a:latin typeface="Hiragino Sans"/>
                <a:ea typeface="Hiragino Sans"/>
                <a:cs typeface="Hiragino Sans"/>
              </a:rPr>
              <a:t>指定原資料のみ</a:t>
            </a:r>
          </a:p>
        </p:txBody>
      </p:sp>
      <p:sp>
        <p:nvSpPr>
          <p:cNvPr id="25" name="text-0688">
            <a:extLst xmlns:a="http://schemas.openxmlformats.org/drawingml/2006/main">
              <a:ext uri="{FF2B5EF4-FFF2-40B4-BE49-F238E27FC236}">
                <a16:creationId xmlns:a16="http://schemas.microsoft.com/office/drawing/2014/main" id="{BA96B4D6-E7B5-4773-B8B0-DCF1F61CA865}"/>
              </a:ext>
            </a:extLst>
          </p:cNvPr>
          <p:cNvSpPr>
            <a:spLocks xmlns:a="http://schemas.openxmlformats.org/drawingml/2006/main" noGrp="1"/>
          </p:cNvSpPr>
          <p:nvPr/>
        </p:nvSpPr>
        <p:spPr>
          <a:xfrm xmlns:a="http://schemas.openxmlformats.org/drawingml/2006/main">
            <a:off x="7122795" y="3200400"/>
            <a:ext cx="152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36016"/>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689">
            <a:extLst xmlns:a="http://schemas.openxmlformats.org/drawingml/2006/main">
              <a:ext uri="{FF2B5EF4-FFF2-40B4-BE49-F238E27FC236}">
                <a16:creationId xmlns:a16="http://schemas.microsoft.com/office/drawing/2014/main" id="{417F5BD6-DB67-42F6-B617-226DCD70D866}"/>
              </a:ext>
            </a:extLst>
          </p:cNvPr>
          <p:cNvSpPr>
            <a:spLocks xmlns:a="http://schemas.openxmlformats.org/drawingml/2006/main" noGrp="1"/>
          </p:cNvSpPr>
          <p:nvPr/>
        </p:nvSpPr>
        <p:spPr>
          <a:xfrm xmlns:a="http://schemas.openxmlformats.org/drawingml/2006/main">
            <a:off x="7284720" y="2000250"/>
            <a:ext cx="2072640" cy="2952750"/>
          </a:xfrm>
          <a:prstGeom xmlns:a="http://schemas.openxmlformats.org/drawingml/2006/main" prst="roundRect">
            <a:avLst>
              <a:gd name="adj" fmla="val 5515"/>
            </a:avLst>
          </a:prstGeom>
          <a:solidFill xmlns:a="http://schemas.openxmlformats.org/drawingml/2006/main">
            <a:srgbClr val="FFFFFF"/>
          </a:solidFill>
          <a:ln xmlns:a="http://schemas.openxmlformats.org/drawingml/2006/main" w="9525">
            <a:solidFill>
              <a:srgbClr val="D6E1E8"/>
            </a:solidFill>
            <a:prstDash val="solid"/>
          </a:ln>
        </p:spPr>
      </p:sp>
      <p:sp>
        <p:nvSpPr>
          <p:cNvPr id="27" name="box-0690">
            <a:extLst xmlns:a="http://schemas.openxmlformats.org/drawingml/2006/main">
              <a:ext uri="{FF2B5EF4-FFF2-40B4-BE49-F238E27FC236}">
                <a16:creationId xmlns:a16="http://schemas.microsoft.com/office/drawing/2014/main" id="{E39E404C-303B-4EE3-B0B4-BEBBB6D5464F}"/>
              </a:ext>
            </a:extLst>
          </p:cNvPr>
          <p:cNvSpPr>
            <a:spLocks xmlns:a="http://schemas.openxmlformats.org/drawingml/2006/main" noGrp="1"/>
          </p:cNvSpPr>
          <p:nvPr/>
        </p:nvSpPr>
        <p:spPr>
          <a:xfrm xmlns:a="http://schemas.openxmlformats.org/drawingml/2006/main">
            <a:off x="745617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8" name="text-0691">
            <a:extLst xmlns:a="http://schemas.openxmlformats.org/drawingml/2006/main">
              <a:ext uri="{FF2B5EF4-FFF2-40B4-BE49-F238E27FC236}">
                <a16:creationId xmlns:a16="http://schemas.microsoft.com/office/drawing/2014/main" id="{D7756921-926B-4E6B-94A0-C735C25B29D2}"/>
              </a:ext>
            </a:extLst>
          </p:cNvPr>
          <p:cNvSpPr>
            <a:spLocks xmlns:a="http://schemas.openxmlformats.org/drawingml/2006/main" noGrp="1"/>
          </p:cNvSpPr>
          <p:nvPr/>
        </p:nvSpPr>
        <p:spPr>
          <a:xfrm xmlns:a="http://schemas.openxmlformats.org/drawingml/2006/main">
            <a:off x="745617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692">
            <a:extLst xmlns:a="http://schemas.openxmlformats.org/drawingml/2006/main">
              <a:ext uri="{FF2B5EF4-FFF2-40B4-BE49-F238E27FC236}">
                <a16:creationId xmlns:a16="http://schemas.microsoft.com/office/drawing/2014/main" id="{3C2F7BAE-74B9-4649-AB4A-39993C32F27A}"/>
              </a:ext>
            </a:extLst>
          </p:cNvPr>
          <p:cNvSpPr>
            <a:spLocks xmlns:a="http://schemas.openxmlformats.org/drawingml/2006/main" noGrp="1"/>
          </p:cNvSpPr>
          <p:nvPr/>
        </p:nvSpPr>
        <p:spPr>
          <a:xfrm xmlns:a="http://schemas.openxmlformats.org/drawingml/2006/main">
            <a:off x="7456170" y="2800350"/>
            <a:ext cx="172974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出力</a:t>
            </a:r>
          </a:p>
        </p:txBody>
      </p:sp>
      <p:sp>
        <p:nvSpPr>
          <p:cNvPr id="30" name="text-0693">
            <a:extLst xmlns:a="http://schemas.openxmlformats.org/drawingml/2006/main">
              <a:ext uri="{FF2B5EF4-FFF2-40B4-BE49-F238E27FC236}">
                <a16:creationId xmlns:a16="http://schemas.microsoft.com/office/drawing/2014/main" id="{B93E16B0-F78D-40F1-B1B7-D0AACCD9F55B}"/>
              </a:ext>
            </a:extLst>
          </p:cNvPr>
          <p:cNvSpPr>
            <a:spLocks xmlns:a="http://schemas.openxmlformats.org/drawingml/2006/main" noGrp="1"/>
          </p:cNvSpPr>
          <p:nvPr/>
        </p:nvSpPr>
        <p:spPr>
          <a:xfrm xmlns:a="http://schemas.openxmlformats.org/drawingml/2006/main">
            <a:off x="7456170" y="3619500"/>
            <a:ext cx="172974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0">
                <a:solidFill>
                  <a:srgbClr val="203746"/>
                </a:solidFill>
                <a:latin typeface="Hiragino Sans"/>
                <a:ea typeface="Hiragino Sans"/>
                <a:cs typeface="Hiragino Sans"/>
              </a:defRPr>
            </a:pPr>
            <a:r>
              <a:rPr sz="1050" b="0">
                <a:solidFill>
                  <a:srgbClr val="203746"/>
                </a:solidFill>
                <a:latin typeface="Hiragino Sans"/>
                <a:ea typeface="Hiragino Sans"/>
                <a:cs typeface="Hiragino Sans"/>
              </a:rPr>
              <a:t>構造化表</a:t>
            </a:r>
          </a:p>
        </p:txBody>
      </p:sp>
      <p:sp>
        <p:nvSpPr>
          <p:cNvPr id="31" name="text-0694">
            <a:extLst xmlns:a="http://schemas.openxmlformats.org/drawingml/2006/main">
              <a:ext uri="{FF2B5EF4-FFF2-40B4-BE49-F238E27FC236}">
                <a16:creationId xmlns:a16="http://schemas.microsoft.com/office/drawing/2014/main" id="{0D4A8F0F-DE6F-4D1E-8250-D5396C0A7CFD}"/>
              </a:ext>
            </a:extLst>
          </p:cNvPr>
          <p:cNvSpPr>
            <a:spLocks xmlns:a="http://schemas.openxmlformats.org/drawingml/2006/main" noGrp="1"/>
          </p:cNvSpPr>
          <p:nvPr/>
        </p:nvSpPr>
        <p:spPr>
          <a:xfrm xmlns:a="http://schemas.openxmlformats.org/drawingml/2006/main">
            <a:off x="9366885" y="3200400"/>
            <a:ext cx="152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36016"/>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32" name="box-0695">
            <a:extLst xmlns:a="http://schemas.openxmlformats.org/drawingml/2006/main">
              <a:ext uri="{FF2B5EF4-FFF2-40B4-BE49-F238E27FC236}">
                <a16:creationId xmlns:a16="http://schemas.microsoft.com/office/drawing/2014/main" id="{B2339B39-2367-42A4-B124-1079F3560874}"/>
              </a:ext>
            </a:extLst>
          </p:cNvPr>
          <p:cNvSpPr>
            <a:spLocks xmlns:a="http://schemas.openxmlformats.org/drawingml/2006/main" noGrp="1"/>
          </p:cNvSpPr>
          <p:nvPr/>
        </p:nvSpPr>
        <p:spPr>
          <a:xfrm xmlns:a="http://schemas.openxmlformats.org/drawingml/2006/main">
            <a:off x="9528810" y="2000250"/>
            <a:ext cx="2072640" cy="2952750"/>
          </a:xfrm>
          <a:prstGeom xmlns:a="http://schemas.openxmlformats.org/drawingml/2006/main" prst="roundRect">
            <a:avLst>
              <a:gd name="adj" fmla="val 5515"/>
            </a:avLst>
          </a:prstGeom>
          <a:solidFill xmlns:a="http://schemas.openxmlformats.org/drawingml/2006/main">
            <a:srgbClr val="E7F5F3"/>
          </a:solidFill>
          <a:ln xmlns:a="http://schemas.openxmlformats.org/drawingml/2006/main" w="9525">
            <a:solidFill>
              <a:srgbClr val="D6E1E8"/>
            </a:solidFill>
            <a:prstDash val="solid"/>
          </a:ln>
        </p:spPr>
      </p:sp>
      <p:sp>
        <p:nvSpPr>
          <p:cNvPr id="33" name="box-0696">
            <a:extLst xmlns:a="http://schemas.openxmlformats.org/drawingml/2006/main">
              <a:ext uri="{FF2B5EF4-FFF2-40B4-BE49-F238E27FC236}">
                <a16:creationId xmlns:a16="http://schemas.microsoft.com/office/drawing/2014/main" id="{45A85E96-A753-4B31-A12F-68942CABAAD8}"/>
              </a:ext>
            </a:extLst>
          </p:cNvPr>
          <p:cNvSpPr>
            <a:spLocks xmlns:a="http://schemas.openxmlformats.org/drawingml/2006/main" noGrp="1"/>
          </p:cNvSpPr>
          <p:nvPr/>
        </p:nvSpPr>
        <p:spPr>
          <a:xfrm xmlns:a="http://schemas.openxmlformats.org/drawingml/2006/main">
            <a:off x="9700260"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34" name="text-0697">
            <a:extLst xmlns:a="http://schemas.openxmlformats.org/drawingml/2006/main">
              <a:ext uri="{FF2B5EF4-FFF2-40B4-BE49-F238E27FC236}">
                <a16:creationId xmlns:a16="http://schemas.microsoft.com/office/drawing/2014/main" id="{B4D3F5DA-5581-4E07-AE21-2BA37FFE81EE}"/>
              </a:ext>
            </a:extLst>
          </p:cNvPr>
          <p:cNvSpPr>
            <a:spLocks xmlns:a="http://schemas.openxmlformats.org/drawingml/2006/main" noGrp="1"/>
          </p:cNvSpPr>
          <p:nvPr/>
        </p:nvSpPr>
        <p:spPr>
          <a:xfrm xmlns:a="http://schemas.openxmlformats.org/drawingml/2006/main">
            <a:off x="970026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5</a:t>
            </a:r>
          </a:p>
        </p:txBody>
      </p:sp>
      <p:sp>
        <p:nvSpPr>
          <p:cNvPr id="35" name="text-0698">
            <a:extLst xmlns:a="http://schemas.openxmlformats.org/drawingml/2006/main">
              <a:ext uri="{FF2B5EF4-FFF2-40B4-BE49-F238E27FC236}">
                <a16:creationId xmlns:a16="http://schemas.microsoft.com/office/drawing/2014/main" id="{49238690-50FE-4F94-8669-3414E1AEC935}"/>
              </a:ext>
            </a:extLst>
          </p:cNvPr>
          <p:cNvSpPr>
            <a:spLocks xmlns:a="http://schemas.openxmlformats.org/drawingml/2006/main" noGrp="1"/>
          </p:cNvSpPr>
          <p:nvPr/>
        </p:nvSpPr>
        <p:spPr>
          <a:xfrm xmlns:a="http://schemas.openxmlformats.org/drawingml/2006/main">
            <a:off x="9700260" y="2800350"/>
            <a:ext cx="172974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14364F"/>
                </a:solidFill>
                <a:latin typeface="Hiragino Sans"/>
                <a:ea typeface="Hiragino Sans"/>
                <a:cs typeface="Hiragino Sans"/>
              </a:defRPr>
            </a:pPr>
            <a:r>
              <a:rPr sz="1275" b="1">
                <a:solidFill>
                  <a:srgbClr val="14364F"/>
                </a:solidFill>
                <a:latin typeface="Hiragino Sans"/>
                <a:ea typeface="Hiragino Sans"/>
                <a:cs typeface="Hiragino Sans"/>
              </a:rPr>
              <a:t>禁止</a:t>
            </a:r>
          </a:p>
        </p:txBody>
      </p:sp>
      <p:sp>
        <p:nvSpPr>
          <p:cNvPr id="36" name="text-0699">
            <a:extLst xmlns:a="http://schemas.openxmlformats.org/drawingml/2006/main">
              <a:ext uri="{FF2B5EF4-FFF2-40B4-BE49-F238E27FC236}">
                <a16:creationId xmlns:a16="http://schemas.microsoft.com/office/drawing/2014/main" id="{55FCEEF9-2592-4114-BCA5-EB65C8A69596}"/>
              </a:ext>
            </a:extLst>
          </p:cNvPr>
          <p:cNvSpPr>
            <a:spLocks xmlns:a="http://schemas.openxmlformats.org/drawingml/2006/main" noGrp="1"/>
          </p:cNvSpPr>
          <p:nvPr/>
        </p:nvSpPr>
        <p:spPr>
          <a:xfrm xmlns:a="http://schemas.openxmlformats.org/drawingml/2006/main">
            <a:off x="9700260" y="3619500"/>
            <a:ext cx="172974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0">
                <a:solidFill>
                  <a:srgbClr val="203746"/>
                </a:solidFill>
                <a:latin typeface="Hiragino Sans"/>
                <a:ea typeface="Hiragino Sans"/>
                <a:cs typeface="Hiragino Sans"/>
              </a:defRPr>
            </a:pPr>
            <a:r>
              <a:rPr sz="1050" b="0">
                <a:solidFill>
                  <a:srgbClr val="203746"/>
                </a:solidFill>
                <a:latin typeface="Hiragino Sans"/>
                <a:ea typeface="Hiragino Sans"/>
                <a:cs typeface="Hiragino Sans"/>
              </a:rPr>
              <a:t>補完・断定をしない</a:t>
            </a:r>
          </a:p>
        </p:txBody>
      </p:sp>
    </p:spTree>
    <p:extLst>
      <p:ext uri="{BB962C8B-B14F-4D97-AF65-F5344CB8AC3E}">
        <p14:creationId xmlns:p14="http://schemas.microsoft.com/office/powerpoint/2010/main" val="747286293"/>
      </p:ext>
    </p:extLst>
  </p:cSld>
</p:sld>
</file>

<file path=ppt/slides/slide2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700">
            <a:extLst xmlns:a="http://schemas.openxmlformats.org/drawingml/2006/main">
              <a:ext uri="{FF2B5EF4-FFF2-40B4-BE49-F238E27FC236}">
                <a16:creationId xmlns:a16="http://schemas.microsoft.com/office/drawing/2014/main" id="{8C1A52E1-1799-4010-A5F1-C12C14A2D43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701">
            <a:extLst xmlns:a="http://schemas.openxmlformats.org/drawingml/2006/main">
              <a:ext uri="{FF2B5EF4-FFF2-40B4-BE49-F238E27FC236}">
                <a16:creationId xmlns:a16="http://schemas.microsoft.com/office/drawing/2014/main" id="{7A02DF0E-82E3-437A-AA71-A0409EB1E406}"/>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702">
            <a:extLst xmlns:a="http://schemas.openxmlformats.org/drawingml/2006/main">
              <a:ext uri="{FF2B5EF4-FFF2-40B4-BE49-F238E27FC236}">
                <a16:creationId xmlns:a16="http://schemas.microsoft.com/office/drawing/2014/main" id="{97C87423-F8F5-46F5-9C27-7207DBD47FD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使用可能な情報を限定すると、補完を抑えられます</a:t>
            </a:r>
          </a:p>
        </p:txBody>
      </p:sp>
      <p:sp>
        <p:nvSpPr>
          <p:cNvPr id="4" name="box-0703">
            <a:extLst xmlns:a="http://schemas.openxmlformats.org/drawingml/2006/main">
              <a:ext uri="{FF2B5EF4-FFF2-40B4-BE49-F238E27FC236}">
                <a16:creationId xmlns:a16="http://schemas.microsoft.com/office/drawing/2014/main" id="{3B8CDB04-C164-4DF0-B52C-E019191B6C13}"/>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704">
            <a:extLst xmlns:a="http://schemas.openxmlformats.org/drawingml/2006/main">
              <a:ext uri="{FF2B5EF4-FFF2-40B4-BE49-F238E27FC236}">
                <a16:creationId xmlns:a16="http://schemas.microsoft.com/office/drawing/2014/main" id="{D0E248EC-C0B5-4832-9768-5DB2CBE5EB61}"/>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705">
            <a:extLst xmlns:a="http://schemas.openxmlformats.org/drawingml/2006/main">
              <a:ext uri="{FF2B5EF4-FFF2-40B4-BE49-F238E27FC236}">
                <a16:creationId xmlns:a16="http://schemas.microsoft.com/office/drawing/2014/main" id="{C05CCF07-B286-4A6C-9B57-96E059E7F1EB}"/>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要点｜『知っていること』ではなく『渡した原資料だけ』を使わせる</a:t>
            </a:r>
          </a:p>
        </p:txBody>
      </p:sp>
      <p:sp>
        <p:nvSpPr>
          <p:cNvPr id="7" name="text-0706">
            <a:extLst xmlns:a="http://schemas.openxmlformats.org/drawingml/2006/main">
              <a:ext uri="{FF2B5EF4-FFF2-40B4-BE49-F238E27FC236}">
                <a16:creationId xmlns:a16="http://schemas.microsoft.com/office/drawing/2014/main" id="{416D84EF-8B19-4B04-9976-F508F21389D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24</a:t>
            </a:r>
          </a:p>
        </p:txBody>
      </p:sp>
      <p:sp>
        <p:nvSpPr>
          <p:cNvPr id="8" name="box-0707">
            <a:extLst xmlns:a="http://schemas.openxmlformats.org/drawingml/2006/main">
              <a:ext uri="{FF2B5EF4-FFF2-40B4-BE49-F238E27FC236}">
                <a16:creationId xmlns:a16="http://schemas.microsoft.com/office/drawing/2014/main" id="{4CF9D077-6DB2-45D4-98DC-C8B8A5C3036B}"/>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0708">
            <a:extLst xmlns:a="http://schemas.openxmlformats.org/drawingml/2006/main">
              <a:ext uri="{FF2B5EF4-FFF2-40B4-BE49-F238E27FC236}">
                <a16:creationId xmlns:a16="http://schemas.microsoft.com/office/drawing/2014/main" id="{9CACC87F-E31F-422A-BD19-74EFE67A820C}"/>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弱い指定</a:t>
            </a:r>
          </a:p>
        </p:txBody>
      </p:sp>
      <p:sp>
        <p:nvSpPr>
          <p:cNvPr id="10" name="box-0709">
            <a:extLst xmlns:a="http://schemas.openxmlformats.org/drawingml/2006/main">
              <a:ext uri="{FF2B5EF4-FFF2-40B4-BE49-F238E27FC236}">
                <a16:creationId xmlns:a16="http://schemas.microsoft.com/office/drawing/2014/main" id="{06732469-AD77-49CD-8F4B-0250214FADB4}"/>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0710">
            <a:extLst xmlns:a="http://schemas.openxmlformats.org/drawingml/2006/main">
              <a:ext uri="{FF2B5EF4-FFF2-40B4-BE49-F238E27FC236}">
                <a16:creationId xmlns:a16="http://schemas.microsoft.com/office/drawing/2014/main" id="{B29255C0-6A57-4D93-834C-8F5CCA0021CC}"/>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0711">
            <a:extLst xmlns:a="http://schemas.openxmlformats.org/drawingml/2006/main">
              <a:ext uri="{FF2B5EF4-FFF2-40B4-BE49-F238E27FC236}">
                <a16:creationId xmlns:a16="http://schemas.microsoft.com/office/drawing/2014/main" id="{7949CA3D-3A7E-44E3-A4BF-70B37A3EC9FE}"/>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0712">
            <a:extLst xmlns:a="http://schemas.openxmlformats.org/drawingml/2006/main">
              <a:ext uri="{FF2B5EF4-FFF2-40B4-BE49-F238E27FC236}">
                <a16:creationId xmlns:a16="http://schemas.microsoft.com/office/drawing/2014/main" id="{7D27ECE1-1628-4993-85AA-9A5D20E78CAD}"/>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内容を分かりやすく整理</a:t>
            </a:r>
          </a:p>
        </p:txBody>
      </p:sp>
      <p:sp>
        <p:nvSpPr>
          <p:cNvPr id="14" name="box-0713">
            <a:extLst xmlns:a="http://schemas.openxmlformats.org/drawingml/2006/main">
              <a:ext uri="{FF2B5EF4-FFF2-40B4-BE49-F238E27FC236}">
                <a16:creationId xmlns:a16="http://schemas.microsoft.com/office/drawing/2014/main" id="{3DD9B26A-A927-43A5-B041-41A3C06E1900}"/>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0714">
            <a:extLst xmlns:a="http://schemas.openxmlformats.org/drawingml/2006/main">
              <a:ext uri="{FF2B5EF4-FFF2-40B4-BE49-F238E27FC236}">
                <a16:creationId xmlns:a16="http://schemas.microsoft.com/office/drawing/2014/main" id="{2CE9E935-D650-428D-82F1-AA4145F5839E}"/>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0715">
            <a:extLst xmlns:a="http://schemas.openxmlformats.org/drawingml/2006/main">
              <a:ext uri="{FF2B5EF4-FFF2-40B4-BE49-F238E27FC236}">
                <a16:creationId xmlns:a16="http://schemas.microsoft.com/office/drawing/2014/main" id="{6F5FFAD8-26F9-4BB3-AC89-0719B6086B70}"/>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必要なら補ってよい</a:t>
            </a:r>
          </a:p>
        </p:txBody>
      </p:sp>
      <p:sp>
        <p:nvSpPr>
          <p:cNvPr id="17" name="box-0716">
            <a:extLst xmlns:a="http://schemas.openxmlformats.org/drawingml/2006/main">
              <a:ext uri="{FF2B5EF4-FFF2-40B4-BE49-F238E27FC236}">
                <a16:creationId xmlns:a16="http://schemas.microsoft.com/office/drawing/2014/main" id="{5D74A828-BBD5-40E6-8A22-530979E05FBF}"/>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0717">
            <a:extLst xmlns:a="http://schemas.openxmlformats.org/drawingml/2006/main">
              <a:ext uri="{FF2B5EF4-FFF2-40B4-BE49-F238E27FC236}">
                <a16:creationId xmlns:a16="http://schemas.microsoft.com/office/drawing/2014/main" id="{E9F471E1-07C8-4AF2-A76D-2D0A6BEDFC8B}"/>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0718">
            <a:extLst xmlns:a="http://schemas.openxmlformats.org/drawingml/2006/main">
              <a:ext uri="{FF2B5EF4-FFF2-40B4-BE49-F238E27FC236}">
                <a16:creationId xmlns:a16="http://schemas.microsoft.com/office/drawing/2014/main" id="{EFB5EC59-9420-447A-901F-B76332E84108}"/>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一般知識も利用</a:t>
            </a:r>
          </a:p>
        </p:txBody>
      </p:sp>
      <p:sp>
        <p:nvSpPr>
          <p:cNvPr id="20" name="box-0719">
            <a:extLst xmlns:a="http://schemas.openxmlformats.org/drawingml/2006/main">
              <a:ext uri="{FF2B5EF4-FFF2-40B4-BE49-F238E27FC236}">
                <a16:creationId xmlns:a16="http://schemas.microsoft.com/office/drawing/2014/main" id="{7A9EA4B4-DDA0-4A06-B495-64DCD53E384A}"/>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720">
            <a:extLst xmlns:a="http://schemas.openxmlformats.org/drawingml/2006/main">
              <a:ext uri="{FF2B5EF4-FFF2-40B4-BE49-F238E27FC236}">
                <a16:creationId xmlns:a16="http://schemas.microsoft.com/office/drawing/2014/main" id="{56E4B79F-2CAB-4838-9324-54118EE7D2FE}"/>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業務用指定</a:t>
            </a:r>
          </a:p>
        </p:txBody>
      </p:sp>
      <p:sp>
        <p:nvSpPr>
          <p:cNvPr id="22" name="box-0721">
            <a:extLst xmlns:a="http://schemas.openxmlformats.org/drawingml/2006/main">
              <a:ext uri="{FF2B5EF4-FFF2-40B4-BE49-F238E27FC236}">
                <a16:creationId xmlns:a16="http://schemas.microsoft.com/office/drawing/2014/main" id="{253DB45E-8389-4392-97B5-F9D9A140D475}"/>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3" name="box-0722">
            <a:extLst xmlns:a="http://schemas.openxmlformats.org/drawingml/2006/main">
              <a:ext uri="{FF2B5EF4-FFF2-40B4-BE49-F238E27FC236}">
                <a16:creationId xmlns:a16="http://schemas.microsoft.com/office/drawing/2014/main" id="{BBD6F66A-2461-4D9C-9950-49FB3FEF2062}"/>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4" name="box-0723">
            <a:extLst xmlns:a="http://schemas.openxmlformats.org/drawingml/2006/main">
              <a:ext uri="{FF2B5EF4-FFF2-40B4-BE49-F238E27FC236}">
                <a16:creationId xmlns:a16="http://schemas.microsoft.com/office/drawing/2014/main" id="{A40A59D7-04B4-499A-BD6E-48F0BA8D6B65}"/>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5" name="text-0724">
            <a:extLst xmlns:a="http://schemas.openxmlformats.org/drawingml/2006/main">
              <a:ext uri="{FF2B5EF4-FFF2-40B4-BE49-F238E27FC236}">
                <a16:creationId xmlns:a16="http://schemas.microsoft.com/office/drawing/2014/main" id="{0E7748F9-E2C1-4D82-9E7C-4687C0790FA3}"/>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SRC-01〜03のみ</a:t>
            </a:r>
          </a:p>
        </p:txBody>
      </p:sp>
      <p:sp>
        <p:nvSpPr>
          <p:cNvPr id="26" name="box-0725">
            <a:extLst xmlns:a="http://schemas.openxmlformats.org/drawingml/2006/main">
              <a:ext uri="{FF2B5EF4-FFF2-40B4-BE49-F238E27FC236}">
                <a16:creationId xmlns:a16="http://schemas.microsoft.com/office/drawing/2014/main" id="{A7E62B37-1001-42B6-BAB7-1803F139E5F4}"/>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0726">
            <a:extLst xmlns:a="http://schemas.openxmlformats.org/drawingml/2006/main">
              <a:ext uri="{FF2B5EF4-FFF2-40B4-BE49-F238E27FC236}">
                <a16:creationId xmlns:a16="http://schemas.microsoft.com/office/drawing/2014/main" id="{B7AF26CA-3A1B-4694-AF11-2F6D9E7C2CE4}"/>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0727">
            <a:extLst xmlns:a="http://schemas.openxmlformats.org/drawingml/2006/main">
              <a:ext uri="{FF2B5EF4-FFF2-40B4-BE49-F238E27FC236}">
                <a16:creationId xmlns:a16="http://schemas.microsoft.com/office/drawing/2014/main" id="{94533ED8-B614-41A7-889C-93391DC991FE}"/>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原資料にない内容は禁止</a:t>
            </a:r>
          </a:p>
        </p:txBody>
      </p:sp>
      <p:sp>
        <p:nvSpPr>
          <p:cNvPr id="29" name="box-0728">
            <a:extLst xmlns:a="http://schemas.openxmlformats.org/drawingml/2006/main">
              <a:ext uri="{FF2B5EF4-FFF2-40B4-BE49-F238E27FC236}">
                <a16:creationId xmlns:a16="http://schemas.microsoft.com/office/drawing/2014/main" id="{311ECBFE-7B36-4A03-9816-A7E9E2841074}"/>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0729">
            <a:extLst xmlns:a="http://schemas.openxmlformats.org/drawingml/2006/main">
              <a:ext uri="{FF2B5EF4-FFF2-40B4-BE49-F238E27FC236}">
                <a16:creationId xmlns:a16="http://schemas.microsoft.com/office/drawing/2014/main" id="{5958EBF3-D7C8-42F3-B848-D0D3298D0D2D}"/>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0730">
            <a:extLst xmlns:a="http://schemas.openxmlformats.org/drawingml/2006/main">
              <a:ext uri="{FF2B5EF4-FFF2-40B4-BE49-F238E27FC236}">
                <a16:creationId xmlns:a16="http://schemas.microsoft.com/office/drawing/2014/main" id="{24B32465-88E7-4BBB-8689-E3A1574D7785}"/>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不足は未確認と表示</a:t>
            </a:r>
          </a:p>
        </p:txBody>
      </p:sp>
    </p:spTree>
    <p:extLst>
      <p:ext uri="{BB962C8B-B14F-4D97-AF65-F5344CB8AC3E}">
        <p14:creationId xmlns:p14="http://schemas.microsoft.com/office/powerpoint/2010/main" val="914791915"/>
      </p:ext>
    </p:extLst>
  </p:cSld>
</p:sld>
</file>

<file path=ppt/slides/slide2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731">
            <a:extLst xmlns:a="http://schemas.openxmlformats.org/drawingml/2006/main">
              <a:ext uri="{FF2B5EF4-FFF2-40B4-BE49-F238E27FC236}">
                <a16:creationId xmlns:a16="http://schemas.microsoft.com/office/drawing/2014/main" id="{F579C33A-6220-45B2-8A32-8DD56FF6EAC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732">
            <a:extLst xmlns:a="http://schemas.openxmlformats.org/drawingml/2006/main">
              <a:ext uri="{FF2B5EF4-FFF2-40B4-BE49-F238E27FC236}">
                <a16:creationId xmlns:a16="http://schemas.microsoft.com/office/drawing/2014/main" id="{8EFB5323-021B-47BA-AD8A-54524F8044BE}"/>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733">
            <a:extLst xmlns:a="http://schemas.openxmlformats.org/drawingml/2006/main">
              <a:ext uri="{FF2B5EF4-FFF2-40B4-BE49-F238E27FC236}">
                <a16:creationId xmlns:a16="http://schemas.microsoft.com/office/drawing/2014/main" id="{0CB29CD4-920F-461C-B55A-15BEC6750F0A}"/>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出力項目は、後続業務から逆算します</a:t>
            </a:r>
          </a:p>
        </p:txBody>
      </p:sp>
      <p:sp>
        <p:nvSpPr>
          <p:cNvPr id="4" name="box-0734">
            <a:extLst xmlns:a="http://schemas.openxmlformats.org/drawingml/2006/main">
              <a:ext uri="{FF2B5EF4-FFF2-40B4-BE49-F238E27FC236}">
                <a16:creationId xmlns:a16="http://schemas.microsoft.com/office/drawing/2014/main" id="{D12D4390-A114-4FA8-9B5F-E53E002F75B9}"/>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735">
            <a:extLst xmlns:a="http://schemas.openxmlformats.org/drawingml/2006/main">
              <a:ext uri="{FF2B5EF4-FFF2-40B4-BE49-F238E27FC236}">
                <a16:creationId xmlns:a16="http://schemas.microsoft.com/office/drawing/2014/main" id="{99248AC7-63DF-4101-BCA9-EB9BA40F5945}"/>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736">
            <a:extLst xmlns:a="http://schemas.openxmlformats.org/drawingml/2006/main">
              <a:ext uri="{FF2B5EF4-FFF2-40B4-BE49-F238E27FC236}">
                <a16:creationId xmlns:a16="http://schemas.microsoft.com/office/drawing/2014/main" id="{5E9CC604-9B4D-4C63-89DA-3FA12B15110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要点｜使わない項目を増やさず、次の判断に必要な欄を決める</a:t>
            </a:r>
          </a:p>
        </p:txBody>
      </p:sp>
      <p:sp>
        <p:nvSpPr>
          <p:cNvPr id="7" name="text-0737">
            <a:extLst xmlns:a="http://schemas.openxmlformats.org/drawingml/2006/main">
              <a:ext uri="{FF2B5EF4-FFF2-40B4-BE49-F238E27FC236}">
                <a16:creationId xmlns:a16="http://schemas.microsoft.com/office/drawing/2014/main" id="{816D5142-6ABF-463B-A508-784D27768378}"/>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25</a:t>
            </a:r>
          </a:p>
        </p:txBody>
      </p:sp>
      <p:sp>
        <p:nvSpPr>
          <p:cNvPr id="8" name="box-0738">
            <a:extLst xmlns:a="http://schemas.openxmlformats.org/drawingml/2006/main">
              <a:ext uri="{FF2B5EF4-FFF2-40B4-BE49-F238E27FC236}">
                <a16:creationId xmlns:a16="http://schemas.microsoft.com/office/drawing/2014/main" id="{0AFE6E72-D425-4388-A860-54B80BF248DD}"/>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0739">
            <a:extLst xmlns:a="http://schemas.openxmlformats.org/drawingml/2006/main">
              <a:ext uri="{FF2B5EF4-FFF2-40B4-BE49-F238E27FC236}">
                <a16:creationId xmlns:a16="http://schemas.microsoft.com/office/drawing/2014/main" id="{0D49C7F8-123F-4FC6-BA71-DCD771E91E01}"/>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0740">
            <a:extLst xmlns:a="http://schemas.openxmlformats.org/drawingml/2006/main">
              <a:ext uri="{FF2B5EF4-FFF2-40B4-BE49-F238E27FC236}">
                <a16:creationId xmlns:a16="http://schemas.microsoft.com/office/drawing/2014/main" id="{F5C828AC-9DBB-44D0-A4A9-64AAA7136EE6}"/>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報告へ</a:t>
            </a:r>
          </a:p>
        </p:txBody>
      </p:sp>
      <p:sp>
        <p:nvSpPr>
          <p:cNvPr id="11" name="text-0741">
            <a:extLst xmlns:a="http://schemas.openxmlformats.org/drawingml/2006/main">
              <a:ext uri="{FF2B5EF4-FFF2-40B4-BE49-F238E27FC236}">
                <a16:creationId xmlns:a16="http://schemas.microsoft.com/office/drawing/2014/main" id="{E346E16F-6032-43D2-8066-13BA07FF65E8}"/>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事実・影響・対応状況</a:t>
            </a:r>
          </a:p>
        </p:txBody>
      </p:sp>
      <p:sp>
        <p:nvSpPr>
          <p:cNvPr id="12" name="box-0742">
            <a:extLst xmlns:a="http://schemas.openxmlformats.org/drawingml/2006/main">
              <a:ext uri="{FF2B5EF4-FFF2-40B4-BE49-F238E27FC236}">
                <a16:creationId xmlns:a16="http://schemas.microsoft.com/office/drawing/2014/main" id="{66646304-AAB8-4002-9E93-B9D1674828FF}"/>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0743">
            <a:extLst xmlns:a="http://schemas.openxmlformats.org/drawingml/2006/main">
              <a:ext uri="{FF2B5EF4-FFF2-40B4-BE49-F238E27FC236}">
                <a16:creationId xmlns:a16="http://schemas.microsoft.com/office/drawing/2014/main" id="{B88DCF21-E033-45BF-B321-0740B25167FF}"/>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0744">
            <a:extLst xmlns:a="http://schemas.openxmlformats.org/drawingml/2006/main">
              <a:ext uri="{FF2B5EF4-FFF2-40B4-BE49-F238E27FC236}">
                <a16:creationId xmlns:a16="http://schemas.microsoft.com/office/drawing/2014/main" id="{C22DDFC0-7365-450E-A9A5-2615AA1F93DC}"/>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提案へ</a:t>
            </a:r>
          </a:p>
        </p:txBody>
      </p:sp>
      <p:sp>
        <p:nvSpPr>
          <p:cNvPr id="15" name="text-0745">
            <a:extLst xmlns:a="http://schemas.openxmlformats.org/drawingml/2006/main">
              <a:ext uri="{FF2B5EF4-FFF2-40B4-BE49-F238E27FC236}">
                <a16:creationId xmlns:a16="http://schemas.microsoft.com/office/drawing/2014/main" id="{6C5869A4-F6A7-4331-BC42-50BDC1A6EFAD}"/>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要望・課題・制約</a:t>
            </a:r>
          </a:p>
        </p:txBody>
      </p:sp>
      <p:sp>
        <p:nvSpPr>
          <p:cNvPr id="16" name="box-0746">
            <a:extLst xmlns:a="http://schemas.openxmlformats.org/drawingml/2006/main">
              <a:ext uri="{FF2B5EF4-FFF2-40B4-BE49-F238E27FC236}">
                <a16:creationId xmlns:a16="http://schemas.microsoft.com/office/drawing/2014/main" id="{93BCCF6D-DD7D-4154-A045-992DDDB78579}"/>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747">
            <a:extLst xmlns:a="http://schemas.openxmlformats.org/drawingml/2006/main">
              <a:ext uri="{FF2B5EF4-FFF2-40B4-BE49-F238E27FC236}">
                <a16:creationId xmlns:a16="http://schemas.microsoft.com/office/drawing/2014/main" id="{31174C6F-0B35-4460-81ED-706FDFD07FEC}"/>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0748">
            <a:extLst xmlns:a="http://schemas.openxmlformats.org/drawingml/2006/main">
              <a:ext uri="{FF2B5EF4-FFF2-40B4-BE49-F238E27FC236}">
                <a16:creationId xmlns:a16="http://schemas.microsoft.com/office/drawing/2014/main" id="{650CF887-CC69-40AA-AB03-5CB8885F07D4}"/>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次回対応へ</a:t>
            </a:r>
          </a:p>
        </p:txBody>
      </p:sp>
      <p:sp>
        <p:nvSpPr>
          <p:cNvPr id="19" name="text-0749">
            <a:extLst xmlns:a="http://schemas.openxmlformats.org/drawingml/2006/main">
              <a:ext uri="{FF2B5EF4-FFF2-40B4-BE49-F238E27FC236}">
                <a16:creationId xmlns:a16="http://schemas.microsoft.com/office/drawing/2014/main" id="{C23DB46D-1EE1-4D32-8D92-0C03C2EBAF02}"/>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未確認・質問・担当・期限</a:t>
            </a:r>
          </a:p>
        </p:txBody>
      </p:sp>
      <p:sp>
        <p:nvSpPr>
          <p:cNvPr id="20" name="box-0750">
            <a:extLst xmlns:a="http://schemas.openxmlformats.org/drawingml/2006/main">
              <a:ext uri="{FF2B5EF4-FFF2-40B4-BE49-F238E27FC236}">
                <a16:creationId xmlns:a16="http://schemas.microsoft.com/office/drawing/2014/main" id="{8782AACE-DA44-4774-9FCF-0E71122A4515}"/>
              </a:ext>
            </a:extLst>
          </p:cNvPr>
          <p:cNvSpPr>
            <a:spLocks xmlns:a="http://schemas.openxmlformats.org/drawingml/2006/main" noGrp="1"/>
          </p:cNvSpPr>
          <p:nvPr/>
        </p:nvSpPr>
        <p:spPr>
          <a:xfrm xmlns:a="http://schemas.openxmlformats.org/drawingml/2006/main">
            <a:off x="6153150" y="3800475"/>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0751">
            <a:extLst xmlns:a="http://schemas.openxmlformats.org/drawingml/2006/main">
              <a:ext uri="{FF2B5EF4-FFF2-40B4-BE49-F238E27FC236}">
                <a16:creationId xmlns:a16="http://schemas.microsoft.com/office/drawing/2014/main" id="{65FF106A-E36C-4C2C-BABE-0B4C825AC830}"/>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0752">
            <a:extLst xmlns:a="http://schemas.openxmlformats.org/drawingml/2006/main">
              <a:ext uri="{FF2B5EF4-FFF2-40B4-BE49-F238E27FC236}">
                <a16:creationId xmlns:a16="http://schemas.microsoft.com/office/drawing/2014/main" id="{6AE5710D-42D3-4E89-84EE-B410CC48A4F4}"/>
              </a:ext>
            </a:extLst>
          </p:cNvPr>
          <p:cNvSpPr>
            <a:spLocks xmlns:a="http://schemas.openxmlformats.org/drawingml/2006/main" noGrp="1"/>
          </p:cNvSpPr>
          <p:nvPr/>
        </p:nvSpPr>
        <p:spPr>
          <a:xfrm xmlns:a="http://schemas.openxmlformats.org/drawingml/2006/main">
            <a:off x="63436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改善へ</a:t>
            </a:r>
          </a:p>
        </p:txBody>
      </p:sp>
      <p:sp>
        <p:nvSpPr>
          <p:cNvPr id="23" name="text-0753">
            <a:extLst xmlns:a="http://schemas.openxmlformats.org/drawingml/2006/main">
              <a:ext uri="{FF2B5EF4-FFF2-40B4-BE49-F238E27FC236}">
                <a16:creationId xmlns:a16="http://schemas.microsoft.com/office/drawing/2014/main" id="{FB4907D4-527E-4AD5-BC33-858E52FEB1B0}"/>
              </a:ext>
            </a:extLst>
          </p:cNvPr>
          <p:cNvSpPr>
            <a:spLocks xmlns:a="http://schemas.openxmlformats.org/drawingml/2006/main" noGrp="1"/>
          </p:cNvSpPr>
          <p:nvPr/>
        </p:nvSpPr>
        <p:spPr>
          <a:xfrm xmlns:a="http://schemas.openxmlformats.org/drawingml/2006/main">
            <a:off x="63436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観察・原因仮説・追加確認</a:t>
            </a:r>
          </a:p>
        </p:txBody>
      </p:sp>
    </p:spTree>
    <p:extLst>
      <p:ext uri="{BB962C8B-B14F-4D97-AF65-F5344CB8AC3E}">
        <p14:creationId xmlns:p14="http://schemas.microsoft.com/office/powerpoint/2010/main" val="1236126886"/>
      </p:ext>
    </p:extLst>
  </p:cSld>
</p:sld>
</file>

<file path=ppt/slides/slide2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754">
            <a:extLst xmlns:a="http://schemas.openxmlformats.org/drawingml/2006/main">
              <a:ext uri="{FF2B5EF4-FFF2-40B4-BE49-F238E27FC236}">
                <a16:creationId xmlns:a16="http://schemas.microsoft.com/office/drawing/2014/main" id="{7CEC82B2-8BF8-45BC-8513-21F910A6DAD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755">
            <a:extLst xmlns:a="http://schemas.openxmlformats.org/drawingml/2006/main">
              <a:ext uri="{FF2B5EF4-FFF2-40B4-BE49-F238E27FC236}">
                <a16:creationId xmlns:a16="http://schemas.microsoft.com/office/drawing/2014/main" id="{CA5EC906-3221-45B9-B1FE-1FFCA1615438}"/>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756">
            <a:extLst xmlns:a="http://schemas.openxmlformats.org/drawingml/2006/main">
              <a:ext uri="{FF2B5EF4-FFF2-40B4-BE49-F238E27FC236}">
                <a16:creationId xmlns:a16="http://schemas.microsoft.com/office/drawing/2014/main" id="{F9CBF47D-E6E7-4BD1-8482-77B143713C82}"/>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補完禁止と未確認表示を、明文化します</a:t>
            </a:r>
          </a:p>
        </p:txBody>
      </p:sp>
      <p:sp>
        <p:nvSpPr>
          <p:cNvPr id="4" name="box-0757">
            <a:extLst xmlns:a="http://schemas.openxmlformats.org/drawingml/2006/main">
              <a:ext uri="{FF2B5EF4-FFF2-40B4-BE49-F238E27FC236}">
                <a16:creationId xmlns:a16="http://schemas.microsoft.com/office/drawing/2014/main" id="{A3DD167E-AE55-4828-8D3F-361CE8810F2C}"/>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758">
            <a:extLst xmlns:a="http://schemas.openxmlformats.org/drawingml/2006/main">
              <a:ext uri="{FF2B5EF4-FFF2-40B4-BE49-F238E27FC236}">
                <a16:creationId xmlns:a16="http://schemas.microsoft.com/office/drawing/2014/main" id="{ACA3CC4F-8C81-4FEF-8965-8B4C1F8E145E}"/>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759">
            <a:extLst xmlns:a="http://schemas.openxmlformats.org/drawingml/2006/main">
              <a:ext uri="{FF2B5EF4-FFF2-40B4-BE49-F238E27FC236}">
                <a16:creationId xmlns:a16="http://schemas.microsoft.com/office/drawing/2014/main" id="{2FED6297-C669-4D46-8A0F-B5AF0688171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要点｜禁止事項は『してほしいこと』と同じくらい具体的に書く</a:t>
            </a:r>
          </a:p>
        </p:txBody>
      </p:sp>
      <p:sp>
        <p:nvSpPr>
          <p:cNvPr id="7" name="text-0760">
            <a:extLst xmlns:a="http://schemas.openxmlformats.org/drawingml/2006/main">
              <a:ext uri="{FF2B5EF4-FFF2-40B4-BE49-F238E27FC236}">
                <a16:creationId xmlns:a16="http://schemas.microsoft.com/office/drawing/2014/main" id="{B5B9C2AE-607C-4AD1-912F-3516C25B64C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26</a:t>
            </a:r>
          </a:p>
        </p:txBody>
      </p:sp>
      <p:sp>
        <p:nvSpPr>
          <p:cNvPr id="8" name="box-0761">
            <a:extLst xmlns:a="http://schemas.openxmlformats.org/drawingml/2006/main">
              <a:ext uri="{FF2B5EF4-FFF2-40B4-BE49-F238E27FC236}">
                <a16:creationId xmlns:a16="http://schemas.microsoft.com/office/drawing/2014/main" id="{DFD985EB-3BEA-4473-B512-2E588C6D3212}"/>
              </a:ext>
            </a:extLst>
          </p:cNvPr>
          <p:cNvSpPr>
            <a:spLocks xmlns:a="http://schemas.openxmlformats.org/drawingml/2006/main" noGrp="1"/>
          </p:cNvSpPr>
          <p:nvPr/>
        </p:nvSpPr>
        <p:spPr>
          <a:xfrm xmlns:a="http://schemas.openxmlformats.org/drawingml/2006/main">
            <a:off x="5524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9" name="box-0762">
            <a:extLst xmlns:a="http://schemas.openxmlformats.org/drawingml/2006/main">
              <a:ext uri="{FF2B5EF4-FFF2-40B4-BE49-F238E27FC236}">
                <a16:creationId xmlns:a16="http://schemas.microsoft.com/office/drawing/2014/main" id="{AFEB256F-0E28-4AC3-BA53-989C7E0F97E0}"/>
              </a:ext>
            </a:extLst>
          </p:cNvPr>
          <p:cNvSpPr>
            <a:spLocks xmlns:a="http://schemas.openxmlformats.org/drawingml/2006/main" noGrp="1"/>
          </p:cNvSpPr>
          <p:nvPr/>
        </p:nvSpPr>
        <p:spPr>
          <a:xfrm xmlns:a="http://schemas.openxmlformats.org/drawingml/2006/main">
            <a:off x="7429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0763">
            <a:extLst xmlns:a="http://schemas.openxmlformats.org/drawingml/2006/main">
              <a:ext uri="{FF2B5EF4-FFF2-40B4-BE49-F238E27FC236}">
                <a16:creationId xmlns:a16="http://schemas.microsoft.com/office/drawing/2014/main" id="{B8C8D60E-ECF1-4358-A5B9-EDDF2D776E4D}"/>
              </a:ext>
            </a:extLst>
          </p:cNvPr>
          <p:cNvSpPr>
            <a:spLocks xmlns:a="http://schemas.openxmlformats.org/drawingml/2006/main" noGrp="1"/>
          </p:cNvSpPr>
          <p:nvPr/>
        </p:nvSpPr>
        <p:spPr>
          <a:xfrm xmlns:a="http://schemas.openxmlformats.org/drawingml/2006/main">
            <a:off x="7429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0764">
            <a:extLst xmlns:a="http://schemas.openxmlformats.org/drawingml/2006/main">
              <a:ext uri="{FF2B5EF4-FFF2-40B4-BE49-F238E27FC236}">
                <a16:creationId xmlns:a16="http://schemas.microsoft.com/office/drawing/2014/main" id="{5A348211-24A2-4706-AF83-8D3419CC8C87}"/>
              </a:ext>
            </a:extLst>
          </p:cNvPr>
          <p:cNvSpPr>
            <a:spLocks xmlns:a="http://schemas.openxmlformats.org/drawingml/2006/main" noGrp="1"/>
          </p:cNvSpPr>
          <p:nvPr/>
        </p:nvSpPr>
        <p:spPr>
          <a:xfrm xmlns:a="http://schemas.openxmlformats.org/drawingml/2006/main">
            <a:off x="12001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原資料にない内容を追加しない</a:t>
            </a:r>
          </a:p>
        </p:txBody>
      </p:sp>
      <p:sp>
        <p:nvSpPr>
          <p:cNvPr id="12" name="box-0765">
            <a:extLst xmlns:a="http://schemas.openxmlformats.org/drawingml/2006/main">
              <a:ext uri="{FF2B5EF4-FFF2-40B4-BE49-F238E27FC236}">
                <a16:creationId xmlns:a16="http://schemas.microsoft.com/office/drawing/2014/main" id="{F2F2C2DE-1CF9-4430-9743-C5ACBED133D6}"/>
              </a:ext>
            </a:extLst>
          </p:cNvPr>
          <p:cNvSpPr>
            <a:spLocks xmlns:a="http://schemas.openxmlformats.org/drawingml/2006/main" noGrp="1"/>
          </p:cNvSpPr>
          <p:nvPr/>
        </p:nvSpPr>
        <p:spPr>
          <a:xfrm xmlns:a="http://schemas.openxmlformats.org/drawingml/2006/main">
            <a:off x="61531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3" name="box-0766">
            <a:extLst xmlns:a="http://schemas.openxmlformats.org/drawingml/2006/main">
              <a:ext uri="{FF2B5EF4-FFF2-40B4-BE49-F238E27FC236}">
                <a16:creationId xmlns:a16="http://schemas.microsoft.com/office/drawing/2014/main" id="{931DE388-0257-4845-8A8A-5C30F5F417B3}"/>
              </a:ext>
            </a:extLst>
          </p:cNvPr>
          <p:cNvSpPr>
            <a:spLocks xmlns:a="http://schemas.openxmlformats.org/drawingml/2006/main" noGrp="1"/>
          </p:cNvSpPr>
          <p:nvPr/>
        </p:nvSpPr>
        <p:spPr>
          <a:xfrm xmlns:a="http://schemas.openxmlformats.org/drawingml/2006/main">
            <a:off x="63436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0767">
            <a:extLst xmlns:a="http://schemas.openxmlformats.org/drawingml/2006/main">
              <a:ext uri="{FF2B5EF4-FFF2-40B4-BE49-F238E27FC236}">
                <a16:creationId xmlns:a16="http://schemas.microsoft.com/office/drawing/2014/main" id="{3C33C8C6-6121-4DFF-968F-B941AFF6A5AE}"/>
              </a:ext>
            </a:extLst>
          </p:cNvPr>
          <p:cNvSpPr>
            <a:spLocks xmlns:a="http://schemas.openxmlformats.org/drawingml/2006/main" noGrp="1"/>
          </p:cNvSpPr>
          <p:nvPr/>
        </p:nvSpPr>
        <p:spPr>
          <a:xfrm xmlns:a="http://schemas.openxmlformats.org/drawingml/2006/main">
            <a:off x="63436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0768">
            <a:extLst xmlns:a="http://schemas.openxmlformats.org/drawingml/2006/main">
              <a:ext uri="{FF2B5EF4-FFF2-40B4-BE49-F238E27FC236}">
                <a16:creationId xmlns:a16="http://schemas.microsoft.com/office/drawing/2014/main" id="{5683FDA6-DE21-4479-994B-594CFFDCB388}"/>
              </a:ext>
            </a:extLst>
          </p:cNvPr>
          <p:cNvSpPr>
            <a:spLocks xmlns:a="http://schemas.openxmlformats.org/drawingml/2006/main" noGrp="1"/>
          </p:cNvSpPr>
          <p:nvPr/>
        </p:nvSpPr>
        <p:spPr>
          <a:xfrm xmlns:a="http://schemas.openxmlformats.org/drawingml/2006/main">
            <a:off x="68008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不明な内容を推測しない</a:t>
            </a:r>
          </a:p>
        </p:txBody>
      </p:sp>
      <p:sp>
        <p:nvSpPr>
          <p:cNvPr id="16" name="box-0769">
            <a:extLst xmlns:a="http://schemas.openxmlformats.org/drawingml/2006/main">
              <a:ext uri="{FF2B5EF4-FFF2-40B4-BE49-F238E27FC236}">
                <a16:creationId xmlns:a16="http://schemas.microsoft.com/office/drawing/2014/main" id="{0FE56F10-33A7-4E71-9130-C13022760F7B}"/>
              </a:ext>
            </a:extLst>
          </p:cNvPr>
          <p:cNvSpPr>
            <a:spLocks xmlns:a="http://schemas.openxmlformats.org/drawingml/2006/main" noGrp="1"/>
          </p:cNvSpPr>
          <p:nvPr/>
        </p:nvSpPr>
        <p:spPr>
          <a:xfrm xmlns:a="http://schemas.openxmlformats.org/drawingml/2006/main">
            <a:off x="5524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7" name="box-0770">
            <a:extLst xmlns:a="http://schemas.openxmlformats.org/drawingml/2006/main">
              <a:ext uri="{FF2B5EF4-FFF2-40B4-BE49-F238E27FC236}">
                <a16:creationId xmlns:a16="http://schemas.microsoft.com/office/drawing/2014/main" id="{CA7ACCB6-5626-4C98-ACE9-58630091F573}"/>
              </a:ext>
            </a:extLst>
          </p:cNvPr>
          <p:cNvSpPr>
            <a:spLocks xmlns:a="http://schemas.openxmlformats.org/drawingml/2006/main" noGrp="1"/>
          </p:cNvSpPr>
          <p:nvPr/>
        </p:nvSpPr>
        <p:spPr>
          <a:xfrm xmlns:a="http://schemas.openxmlformats.org/drawingml/2006/main">
            <a:off x="7429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0771">
            <a:extLst xmlns:a="http://schemas.openxmlformats.org/drawingml/2006/main">
              <a:ext uri="{FF2B5EF4-FFF2-40B4-BE49-F238E27FC236}">
                <a16:creationId xmlns:a16="http://schemas.microsoft.com/office/drawing/2014/main" id="{C7EF62C8-4B2F-40D9-9744-69D3C82CCA3A}"/>
              </a:ext>
            </a:extLst>
          </p:cNvPr>
          <p:cNvSpPr>
            <a:spLocks xmlns:a="http://schemas.openxmlformats.org/drawingml/2006/main" noGrp="1"/>
          </p:cNvSpPr>
          <p:nvPr/>
        </p:nvSpPr>
        <p:spPr>
          <a:xfrm xmlns:a="http://schemas.openxmlformats.org/drawingml/2006/main">
            <a:off x="7429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0772">
            <a:extLst xmlns:a="http://schemas.openxmlformats.org/drawingml/2006/main">
              <a:ext uri="{FF2B5EF4-FFF2-40B4-BE49-F238E27FC236}">
                <a16:creationId xmlns:a16="http://schemas.microsoft.com/office/drawing/2014/main" id="{412685ED-B971-4F2F-8BCC-78CA657AA1B6}"/>
              </a:ext>
            </a:extLst>
          </p:cNvPr>
          <p:cNvSpPr>
            <a:spLocks xmlns:a="http://schemas.openxmlformats.org/drawingml/2006/main" noGrp="1"/>
          </p:cNvSpPr>
          <p:nvPr/>
        </p:nvSpPr>
        <p:spPr>
          <a:xfrm xmlns:a="http://schemas.openxmlformats.org/drawingml/2006/main">
            <a:off x="12001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推測は必ず『仮説』と表示する</a:t>
            </a:r>
          </a:p>
        </p:txBody>
      </p:sp>
      <p:sp>
        <p:nvSpPr>
          <p:cNvPr id="20" name="box-0773">
            <a:extLst xmlns:a="http://schemas.openxmlformats.org/drawingml/2006/main">
              <a:ext uri="{FF2B5EF4-FFF2-40B4-BE49-F238E27FC236}">
                <a16:creationId xmlns:a16="http://schemas.microsoft.com/office/drawing/2014/main" id="{FF8175F9-C748-4FF7-ABA5-B4351C7BD15A}"/>
              </a:ext>
            </a:extLst>
          </p:cNvPr>
          <p:cNvSpPr>
            <a:spLocks xmlns:a="http://schemas.openxmlformats.org/drawingml/2006/main" noGrp="1"/>
          </p:cNvSpPr>
          <p:nvPr/>
        </p:nvSpPr>
        <p:spPr>
          <a:xfrm xmlns:a="http://schemas.openxmlformats.org/drawingml/2006/main">
            <a:off x="61531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1" name="box-0774">
            <a:extLst xmlns:a="http://schemas.openxmlformats.org/drawingml/2006/main">
              <a:ext uri="{FF2B5EF4-FFF2-40B4-BE49-F238E27FC236}">
                <a16:creationId xmlns:a16="http://schemas.microsoft.com/office/drawing/2014/main" id="{546B40AD-B771-4B6E-B98C-3FDC0E5CF16B}"/>
              </a:ext>
            </a:extLst>
          </p:cNvPr>
          <p:cNvSpPr>
            <a:spLocks xmlns:a="http://schemas.openxmlformats.org/drawingml/2006/main" noGrp="1"/>
          </p:cNvSpPr>
          <p:nvPr/>
        </p:nvSpPr>
        <p:spPr>
          <a:xfrm xmlns:a="http://schemas.openxmlformats.org/drawingml/2006/main">
            <a:off x="63436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0775">
            <a:extLst xmlns:a="http://schemas.openxmlformats.org/drawingml/2006/main">
              <a:ext uri="{FF2B5EF4-FFF2-40B4-BE49-F238E27FC236}">
                <a16:creationId xmlns:a16="http://schemas.microsoft.com/office/drawing/2014/main" id="{A7F69758-697E-4616-9A10-7EC8D1F5ADF1}"/>
              </a:ext>
            </a:extLst>
          </p:cNvPr>
          <p:cNvSpPr>
            <a:spLocks xmlns:a="http://schemas.openxmlformats.org/drawingml/2006/main" noGrp="1"/>
          </p:cNvSpPr>
          <p:nvPr/>
        </p:nvSpPr>
        <p:spPr>
          <a:xfrm xmlns:a="http://schemas.openxmlformats.org/drawingml/2006/main">
            <a:off x="63436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0776">
            <a:extLst xmlns:a="http://schemas.openxmlformats.org/drawingml/2006/main">
              <a:ext uri="{FF2B5EF4-FFF2-40B4-BE49-F238E27FC236}">
                <a16:creationId xmlns:a16="http://schemas.microsoft.com/office/drawing/2014/main" id="{77920821-06B8-4CF2-BAD9-5560DE1F96E0}"/>
              </a:ext>
            </a:extLst>
          </p:cNvPr>
          <p:cNvSpPr>
            <a:spLocks xmlns:a="http://schemas.openxmlformats.org/drawingml/2006/main" noGrp="1"/>
          </p:cNvSpPr>
          <p:nvPr/>
        </p:nvSpPr>
        <p:spPr>
          <a:xfrm xmlns:a="http://schemas.openxmlformats.org/drawingml/2006/main">
            <a:off x="68008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不足は『未確認』と表示する</a:t>
            </a:r>
          </a:p>
        </p:txBody>
      </p:sp>
      <p:sp>
        <p:nvSpPr>
          <p:cNvPr id="24" name="box-0777">
            <a:extLst xmlns:a="http://schemas.openxmlformats.org/drawingml/2006/main">
              <a:ext uri="{FF2B5EF4-FFF2-40B4-BE49-F238E27FC236}">
                <a16:creationId xmlns:a16="http://schemas.microsoft.com/office/drawing/2014/main" id="{059082E7-1601-4C78-A3F3-96959B4128EF}"/>
              </a:ext>
            </a:extLst>
          </p:cNvPr>
          <p:cNvSpPr>
            <a:spLocks xmlns:a="http://schemas.openxmlformats.org/drawingml/2006/main" noGrp="1"/>
          </p:cNvSpPr>
          <p:nvPr/>
        </p:nvSpPr>
        <p:spPr>
          <a:xfrm xmlns:a="http://schemas.openxmlformats.org/drawingml/2006/main">
            <a:off x="5524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5" name="box-0778">
            <a:extLst xmlns:a="http://schemas.openxmlformats.org/drawingml/2006/main">
              <a:ext uri="{FF2B5EF4-FFF2-40B4-BE49-F238E27FC236}">
                <a16:creationId xmlns:a16="http://schemas.microsoft.com/office/drawing/2014/main" id="{2E754DC9-FF7F-417E-9FA5-39F802C7AAC8}"/>
              </a:ext>
            </a:extLst>
          </p:cNvPr>
          <p:cNvSpPr>
            <a:spLocks xmlns:a="http://schemas.openxmlformats.org/drawingml/2006/main" noGrp="1"/>
          </p:cNvSpPr>
          <p:nvPr/>
        </p:nvSpPr>
        <p:spPr>
          <a:xfrm xmlns:a="http://schemas.openxmlformats.org/drawingml/2006/main">
            <a:off x="7429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6" name="text-0779">
            <a:extLst xmlns:a="http://schemas.openxmlformats.org/drawingml/2006/main">
              <a:ext uri="{FF2B5EF4-FFF2-40B4-BE49-F238E27FC236}">
                <a16:creationId xmlns:a16="http://schemas.microsoft.com/office/drawing/2014/main" id="{6E4E9448-B258-4744-B3B3-7D320EB125CB}"/>
              </a:ext>
            </a:extLst>
          </p:cNvPr>
          <p:cNvSpPr>
            <a:spLocks xmlns:a="http://schemas.openxmlformats.org/drawingml/2006/main" noGrp="1"/>
          </p:cNvSpPr>
          <p:nvPr/>
        </p:nvSpPr>
        <p:spPr>
          <a:xfrm xmlns:a="http://schemas.openxmlformats.org/drawingml/2006/main">
            <a:off x="7429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7" name="text-0780">
            <a:extLst xmlns:a="http://schemas.openxmlformats.org/drawingml/2006/main">
              <a:ext uri="{FF2B5EF4-FFF2-40B4-BE49-F238E27FC236}">
                <a16:creationId xmlns:a16="http://schemas.microsoft.com/office/drawing/2014/main" id="{07E73D42-3191-4FB0-9685-482E2915E78D}"/>
              </a:ext>
            </a:extLst>
          </p:cNvPr>
          <p:cNvSpPr>
            <a:spLocks xmlns:a="http://schemas.openxmlformats.org/drawingml/2006/main" noGrp="1"/>
          </p:cNvSpPr>
          <p:nvPr/>
        </p:nvSpPr>
        <p:spPr>
          <a:xfrm xmlns:a="http://schemas.openxmlformats.org/drawingml/2006/main">
            <a:off x="12001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数値・日付・固有名詞を変更しない</a:t>
            </a:r>
          </a:p>
        </p:txBody>
      </p:sp>
      <p:sp>
        <p:nvSpPr>
          <p:cNvPr id="28" name="box-0781">
            <a:extLst xmlns:a="http://schemas.openxmlformats.org/drawingml/2006/main">
              <a:ext uri="{FF2B5EF4-FFF2-40B4-BE49-F238E27FC236}">
                <a16:creationId xmlns:a16="http://schemas.microsoft.com/office/drawing/2014/main" id="{18E9C59D-A358-4443-A0D1-7B2554180EC7}"/>
              </a:ext>
            </a:extLst>
          </p:cNvPr>
          <p:cNvSpPr>
            <a:spLocks xmlns:a="http://schemas.openxmlformats.org/drawingml/2006/main" noGrp="1"/>
          </p:cNvSpPr>
          <p:nvPr/>
        </p:nvSpPr>
        <p:spPr>
          <a:xfrm xmlns:a="http://schemas.openxmlformats.org/drawingml/2006/main">
            <a:off x="61531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9" name="box-0782">
            <a:extLst xmlns:a="http://schemas.openxmlformats.org/drawingml/2006/main">
              <a:ext uri="{FF2B5EF4-FFF2-40B4-BE49-F238E27FC236}">
                <a16:creationId xmlns:a16="http://schemas.microsoft.com/office/drawing/2014/main" id="{1F7DE7A2-86D4-4415-A0C7-27A206EE27E4}"/>
              </a:ext>
            </a:extLst>
          </p:cNvPr>
          <p:cNvSpPr>
            <a:spLocks xmlns:a="http://schemas.openxmlformats.org/drawingml/2006/main" noGrp="1"/>
          </p:cNvSpPr>
          <p:nvPr/>
        </p:nvSpPr>
        <p:spPr>
          <a:xfrm xmlns:a="http://schemas.openxmlformats.org/drawingml/2006/main">
            <a:off x="63436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30" name="text-0783">
            <a:extLst xmlns:a="http://schemas.openxmlformats.org/drawingml/2006/main">
              <a:ext uri="{FF2B5EF4-FFF2-40B4-BE49-F238E27FC236}">
                <a16:creationId xmlns:a16="http://schemas.microsoft.com/office/drawing/2014/main" id="{E7E1CF50-15A2-4A52-991A-A73A47374DDA}"/>
              </a:ext>
            </a:extLst>
          </p:cNvPr>
          <p:cNvSpPr>
            <a:spLocks xmlns:a="http://schemas.openxmlformats.org/drawingml/2006/main" noGrp="1"/>
          </p:cNvSpPr>
          <p:nvPr/>
        </p:nvSpPr>
        <p:spPr>
          <a:xfrm xmlns:a="http://schemas.openxmlformats.org/drawingml/2006/main">
            <a:off x="63436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31" name="text-0784">
            <a:extLst xmlns:a="http://schemas.openxmlformats.org/drawingml/2006/main">
              <a:ext uri="{FF2B5EF4-FFF2-40B4-BE49-F238E27FC236}">
                <a16:creationId xmlns:a16="http://schemas.microsoft.com/office/drawing/2014/main" id="{D6C05580-6E1D-4E2E-B9F2-A8E965CC65FD}"/>
              </a:ext>
            </a:extLst>
          </p:cNvPr>
          <p:cNvSpPr>
            <a:spLocks xmlns:a="http://schemas.openxmlformats.org/drawingml/2006/main" noGrp="1"/>
          </p:cNvSpPr>
          <p:nvPr/>
        </p:nvSpPr>
        <p:spPr>
          <a:xfrm xmlns:a="http://schemas.openxmlformats.org/drawingml/2006/main">
            <a:off x="68008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矛盾は両方を残す</a:t>
            </a:r>
          </a:p>
        </p:txBody>
      </p:sp>
    </p:spTree>
    <p:extLst>
      <p:ext uri="{BB962C8B-B14F-4D97-AF65-F5344CB8AC3E}">
        <p14:creationId xmlns:p14="http://schemas.microsoft.com/office/powerpoint/2010/main" val="287269852"/>
      </p:ext>
    </p:extLst>
  </p:cSld>
</p:sld>
</file>

<file path=ppt/slides/slide2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785">
            <a:extLst xmlns:a="http://schemas.openxmlformats.org/drawingml/2006/main">
              <a:ext uri="{FF2B5EF4-FFF2-40B4-BE49-F238E27FC236}">
                <a16:creationId xmlns:a16="http://schemas.microsoft.com/office/drawing/2014/main" id="{46C69257-A6F9-4005-8927-5FED75167D6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786">
            <a:extLst xmlns:a="http://schemas.openxmlformats.org/drawingml/2006/main">
              <a:ext uri="{FF2B5EF4-FFF2-40B4-BE49-F238E27FC236}">
                <a16:creationId xmlns:a16="http://schemas.microsoft.com/office/drawing/2014/main" id="{95877D27-0B70-4BE2-B236-6C4BA86E6E9B}"/>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787">
            <a:extLst xmlns:a="http://schemas.openxmlformats.org/drawingml/2006/main">
              <a:ext uri="{FF2B5EF4-FFF2-40B4-BE49-F238E27FC236}">
                <a16:creationId xmlns:a16="http://schemas.microsoft.com/office/drawing/2014/main" id="{AD6087F3-3013-4E48-B3AB-49602B3F1C1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引用と原資料IDを残すと、照合が速くなります</a:t>
            </a:r>
          </a:p>
        </p:txBody>
      </p:sp>
      <p:sp>
        <p:nvSpPr>
          <p:cNvPr id="4" name="box-0788">
            <a:extLst xmlns:a="http://schemas.openxmlformats.org/drawingml/2006/main">
              <a:ext uri="{FF2B5EF4-FFF2-40B4-BE49-F238E27FC236}">
                <a16:creationId xmlns:a16="http://schemas.microsoft.com/office/drawing/2014/main" id="{1390639B-E7C6-48A5-A1AB-990567E0BD72}"/>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789">
            <a:extLst xmlns:a="http://schemas.openxmlformats.org/drawingml/2006/main">
              <a:ext uri="{FF2B5EF4-FFF2-40B4-BE49-F238E27FC236}">
                <a16:creationId xmlns:a16="http://schemas.microsoft.com/office/drawing/2014/main" id="{83E9FEA1-18A6-4452-9823-728B8A24B5BA}"/>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790">
            <a:extLst xmlns:a="http://schemas.openxmlformats.org/drawingml/2006/main">
              <a:ext uri="{FF2B5EF4-FFF2-40B4-BE49-F238E27FC236}">
                <a16:creationId xmlns:a16="http://schemas.microsoft.com/office/drawing/2014/main" id="{1E89E897-1AD4-4B42-96DB-EE856523763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要点｜AI出力の各行に、戻り先を持たせる</a:t>
            </a:r>
          </a:p>
        </p:txBody>
      </p:sp>
      <p:sp>
        <p:nvSpPr>
          <p:cNvPr id="7" name="text-0791">
            <a:extLst xmlns:a="http://schemas.openxmlformats.org/drawingml/2006/main">
              <a:ext uri="{FF2B5EF4-FFF2-40B4-BE49-F238E27FC236}">
                <a16:creationId xmlns:a16="http://schemas.microsoft.com/office/drawing/2014/main" id="{D67F66AE-6318-4D55-B07D-A574F6ACEA3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27</a:t>
            </a:r>
          </a:p>
        </p:txBody>
      </p:sp>
      <p:sp>
        <p:nvSpPr>
          <p:cNvPr id="8" name="box-0792">
            <a:extLst xmlns:a="http://schemas.openxmlformats.org/drawingml/2006/main">
              <a:ext uri="{FF2B5EF4-FFF2-40B4-BE49-F238E27FC236}">
                <a16:creationId xmlns:a16="http://schemas.microsoft.com/office/drawing/2014/main" id="{C8CA6BBB-B083-4208-AE16-9900D14FCC7A}"/>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793">
            <a:extLst xmlns:a="http://schemas.openxmlformats.org/drawingml/2006/main">
              <a:ext uri="{FF2B5EF4-FFF2-40B4-BE49-F238E27FC236}">
                <a16:creationId xmlns:a16="http://schemas.microsoft.com/office/drawing/2014/main" id="{C795C2AB-BB94-4152-B925-9138A5CB9D29}"/>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項目</a:t>
            </a:r>
          </a:p>
        </p:txBody>
      </p:sp>
      <p:sp>
        <p:nvSpPr>
          <p:cNvPr id="10" name="box-0794">
            <a:extLst xmlns:a="http://schemas.openxmlformats.org/drawingml/2006/main">
              <a:ext uri="{FF2B5EF4-FFF2-40B4-BE49-F238E27FC236}">
                <a16:creationId xmlns:a16="http://schemas.microsoft.com/office/drawing/2014/main" id="{F5FF4D1F-3E8F-4FA7-9DDD-D76277087132}"/>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795">
            <a:extLst xmlns:a="http://schemas.openxmlformats.org/drawingml/2006/main">
              <a:ext uri="{FF2B5EF4-FFF2-40B4-BE49-F238E27FC236}">
                <a16:creationId xmlns:a16="http://schemas.microsoft.com/office/drawing/2014/main" id="{57A43B3A-3F3C-4300-9EF7-CC37D0DF3450}"/>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整理結果</a:t>
            </a:r>
          </a:p>
        </p:txBody>
      </p:sp>
      <p:sp>
        <p:nvSpPr>
          <p:cNvPr id="12" name="box-0796">
            <a:extLst xmlns:a="http://schemas.openxmlformats.org/drawingml/2006/main">
              <a:ext uri="{FF2B5EF4-FFF2-40B4-BE49-F238E27FC236}">
                <a16:creationId xmlns:a16="http://schemas.microsoft.com/office/drawing/2014/main" id="{473C2D82-BA6E-4EBF-89D8-A7FEEF88B0BC}"/>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797">
            <a:extLst xmlns:a="http://schemas.openxmlformats.org/drawingml/2006/main">
              <a:ext uri="{FF2B5EF4-FFF2-40B4-BE49-F238E27FC236}">
                <a16:creationId xmlns:a16="http://schemas.microsoft.com/office/drawing/2014/main" id="{09CA5FE2-4492-42AD-A9FA-3BF9076A4A8C}"/>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根拠</a:t>
            </a:r>
          </a:p>
        </p:txBody>
      </p:sp>
      <p:sp>
        <p:nvSpPr>
          <p:cNvPr id="14" name="box-0798">
            <a:extLst xmlns:a="http://schemas.openxmlformats.org/drawingml/2006/main">
              <a:ext uri="{FF2B5EF4-FFF2-40B4-BE49-F238E27FC236}">
                <a16:creationId xmlns:a16="http://schemas.microsoft.com/office/drawing/2014/main" id="{F1D561C1-4C08-4AF4-82E9-B70B544DE48E}"/>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799">
            <a:extLst xmlns:a="http://schemas.openxmlformats.org/drawingml/2006/main">
              <a:ext uri="{FF2B5EF4-FFF2-40B4-BE49-F238E27FC236}">
                <a16:creationId xmlns:a16="http://schemas.microsoft.com/office/drawing/2014/main" id="{90CDC18E-C01D-4365-99D3-E66E7EED7689}"/>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要望</a:t>
            </a:r>
          </a:p>
        </p:txBody>
      </p:sp>
      <p:sp>
        <p:nvSpPr>
          <p:cNvPr id="16" name="box-0800">
            <a:extLst xmlns:a="http://schemas.openxmlformats.org/drawingml/2006/main">
              <a:ext uri="{FF2B5EF4-FFF2-40B4-BE49-F238E27FC236}">
                <a16:creationId xmlns:a16="http://schemas.microsoft.com/office/drawing/2014/main" id="{A8191C12-4E00-4C33-905D-0042E1CC3741}"/>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801">
            <a:extLst xmlns:a="http://schemas.openxmlformats.org/drawingml/2006/main">
              <a:ext uri="{FF2B5EF4-FFF2-40B4-BE49-F238E27FC236}">
                <a16:creationId xmlns:a16="http://schemas.microsoft.com/office/drawing/2014/main" id="{6147005B-8E6B-47F0-BC3F-FF7488D8CC92}"/>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一拠点で試したい</a:t>
            </a:r>
          </a:p>
        </p:txBody>
      </p:sp>
      <p:sp>
        <p:nvSpPr>
          <p:cNvPr id="18" name="box-0802">
            <a:extLst xmlns:a="http://schemas.openxmlformats.org/drawingml/2006/main">
              <a:ext uri="{FF2B5EF4-FFF2-40B4-BE49-F238E27FC236}">
                <a16:creationId xmlns:a16="http://schemas.microsoft.com/office/drawing/2014/main" id="{CF3E8E7C-D763-45D0-90D0-061C0BFF4D6E}"/>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803">
            <a:extLst xmlns:a="http://schemas.openxmlformats.org/drawingml/2006/main">
              <a:ext uri="{FF2B5EF4-FFF2-40B4-BE49-F238E27FC236}">
                <a16:creationId xmlns:a16="http://schemas.microsoft.com/office/drawing/2014/main" id="{0E8F8BD4-B2BD-4119-B8A3-9427FEDF2B33}"/>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SRC-01 L18</a:t>
            </a:r>
          </a:p>
        </p:txBody>
      </p:sp>
      <p:sp>
        <p:nvSpPr>
          <p:cNvPr id="20" name="box-0804">
            <a:extLst xmlns:a="http://schemas.openxmlformats.org/drawingml/2006/main">
              <a:ext uri="{FF2B5EF4-FFF2-40B4-BE49-F238E27FC236}">
                <a16:creationId xmlns:a16="http://schemas.microsoft.com/office/drawing/2014/main" id="{9D413D70-EDA2-4028-8629-A5AF69B563FC}"/>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805">
            <a:extLst xmlns:a="http://schemas.openxmlformats.org/drawingml/2006/main">
              <a:ext uri="{FF2B5EF4-FFF2-40B4-BE49-F238E27FC236}">
                <a16:creationId xmlns:a16="http://schemas.microsoft.com/office/drawing/2014/main" id="{CCAE1447-76EC-4027-9769-CA6928031787}"/>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期限</a:t>
            </a:r>
          </a:p>
        </p:txBody>
      </p:sp>
      <p:sp>
        <p:nvSpPr>
          <p:cNvPr id="22" name="box-0806">
            <a:extLst xmlns:a="http://schemas.openxmlformats.org/drawingml/2006/main">
              <a:ext uri="{FF2B5EF4-FFF2-40B4-BE49-F238E27FC236}">
                <a16:creationId xmlns:a16="http://schemas.microsoft.com/office/drawing/2014/main" id="{B5F0409D-349C-49EA-BD32-E3D9CDCD4A22}"/>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807">
            <a:extLst xmlns:a="http://schemas.openxmlformats.org/drawingml/2006/main">
              <a:ext uri="{FF2B5EF4-FFF2-40B4-BE49-F238E27FC236}">
                <a16:creationId xmlns:a16="http://schemas.microsoft.com/office/drawing/2014/main" id="{838C4CF6-BAF2-4761-852F-2E2056F5C3CE}"/>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9月中を希望</a:t>
            </a:r>
          </a:p>
        </p:txBody>
      </p:sp>
      <p:sp>
        <p:nvSpPr>
          <p:cNvPr id="24" name="box-0808">
            <a:extLst xmlns:a="http://schemas.openxmlformats.org/drawingml/2006/main">
              <a:ext uri="{FF2B5EF4-FFF2-40B4-BE49-F238E27FC236}">
                <a16:creationId xmlns:a16="http://schemas.microsoft.com/office/drawing/2014/main" id="{17DA8075-3588-4A53-9003-DF6F028EC1FF}"/>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809">
            <a:extLst xmlns:a="http://schemas.openxmlformats.org/drawingml/2006/main">
              <a:ext uri="{FF2B5EF4-FFF2-40B4-BE49-F238E27FC236}">
                <a16:creationId xmlns:a16="http://schemas.microsoft.com/office/drawing/2014/main" id="{E833626E-D4A9-4A32-8323-6BAF9E0F9585}"/>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SRC-03 L4</a:t>
            </a:r>
          </a:p>
        </p:txBody>
      </p:sp>
      <p:sp>
        <p:nvSpPr>
          <p:cNvPr id="26" name="box-0810">
            <a:extLst xmlns:a="http://schemas.openxmlformats.org/drawingml/2006/main">
              <a:ext uri="{FF2B5EF4-FFF2-40B4-BE49-F238E27FC236}">
                <a16:creationId xmlns:a16="http://schemas.microsoft.com/office/drawing/2014/main" id="{FEF6CD6A-60E6-4490-A22B-9FD467788CB3}"/>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811">
            <a:extLst xmlns:a="http://schemas.openxmlformats.org/drawingml/2006/main">
              <a:ext uri="{FF2B5EF4-FFF2-40B4-BE49-F238E27FC236}">
                <a16:creationId xmlns:a16="http://schemas.microsoft.com/office/drawing/2014/main" id="{01B95A1F-A9CD-40C1-916D-6A1FB7CBC482}"/>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予算</a:t>
            </a:r>
          </a:p>
        </p:txBody>
      </p:sp>
      <p:sp>
        <p:nvSpPr>
          <p:cNvPr id="28" name="box-0812">
            <a:extLst xmlns:a="http://schemas.openxmlformats.org/drawingml/2006/main">
              <a:ext uri="{FF2B5EF4-FFF2-40B4-BE49-F238E27FC236}">
                <a16:creationId xmlns:a16="http://schemas.microsoft.com/office/drawing/2014/main" id="{FBD9C60D-050A-4567-95DD-18E548CC62FA}"/>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813">
            <a:extLst xmlns:a="http://schemas.openxmlformats.org/drawingml/2006/main">
              <a:ext uri="{FF2B5EF4-FFF2-40B4-BE49-F238E27FC236}">
                <a16:creationId xmlns:a16="http://schemas.microsoft.com/office/drawing/2014/main" id="{90A6F994-AD4B-47EA-8386-78EA8B16EABD}"/>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未確認</a:t>
            </a:r>
          </a:p>
        </p:txBody>
      </p:sp>
      <p:sp>
        <p:nvSpPr>
          <p:cNvPr id="30" name="box-0814">
            <a:extLst xmlns:a="http://schemas.openxmlformats.org/drawingml/2006/main">
              <a:ext uri="{FF2B5EF4-FFF2-40B4-BE49-F238E27FC236}">
                <a16:creationId xmlns:a16="http://schemas.microsoft.com/office/drawing/2014/main" id="{B91113AC-4105-4ED3-85A5-0CDF62CB4979}"/>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815">
            <a:extLst xmlns:a="http://schemas.openxmlformats.org/drawingml/2006/main">
              <a:ext uri="{FF2B5EF4-FFF2-40B4-BE49-F238E27FC236}">
                <a16:creationId xmlns:a16="http://schemas.microsoft.com/office/drawing/2014/main" id="{A2308B40-809E-4160-B272-58E322D20FBB}"/>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SRC-01 L27</a:t>
            </a:r>
          </a:p>
        </p:txBody>
      </p:sp>
    </p:spTree>
    <p:extLst>
      <p:ext uri="{BB962C8B-B14F-4D97-AF65-F5344CB8AC3E}">
        <p14:creationId xmlns:p14="http://schemas.microsoft.com/office/powerpoint/2010/main" val="282425488"/>
      </p:ext>
    </p:extLst>
  </p:cSld>
</p:sld>
</file>

<file path=ppt/slides/slide2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0816">
            <a:extLst xmlns:a="http://schemas.openxmlformats.org/drawingml/2006/main">
              <a:ext uri="{FF2B5EF4-FFF2-40B4-BE49-F238E27FC236}">
                <a16:creationId xmlns:a16="http://schemas.microsoft.com/office/drawing/2014/main" id="{E452A40E-B370-461C-B845-4EBD1EDCE5E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817">
            <a:extLst xmlns:a="http://schemas.openxmlformats.org/drawingml/2006/main">
              <a:ext uri="{FF2B5EF4-FFF2-40B4-BE49-F238E27FC236}">
                <a16:creationId xmlns:a16="http://schemas.microsoft.com/office/drawing/2014/main" id="{C3F357F9-8B70-404E-BE61-327EAFCE8B03}"/>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818">
            <a:extLst xmlns:a="http://schemas.openxmlformats.org/drawingml/2006/main">
              <a:ext uri="{FF2B5EF4-FFF2-40B4-BE49-F238E27FC236}">
                <a16:creationId xmlns:a16="http://schemas.microsoft.com/office/drawing/2014/main" id="{65EBA047-C42A-465E-A009-B5C0152FD5BF}"/>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AIの自己点検は補助であり、人の照合は残ります</a:t>
            </a:r>
          </a:p>
        </p:txBody>
      </p:sp>
      <p:sp>
        <p:nvSpPr>
          <p:cNvPr id="4" name="box-0819">
            <a:extLst xmlns:a="http://schemas.openxmlformats.org/drawingml/2006/main">
              <a:ext uri="{FF2B5EF4-FFF2-40B4-BE49-F238E27FC236}">
                <a16:creationId xmlns:a16="http://schemas.microsoft.com/office/drawing/2014/main" id="{564E2FE3-D7A0-4FE8-9600-BCF85B92C51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820">
            <a:extLst xmlns:a="http://schemas.openxmlformats.org/drawingml/2006/main">
              <a:ext uri="{FF2B5EF4-FFF2-40B4-BE49-F238E27FC236}">
                <a16:creationId xmlns:a16="http://schemas.microsoft.com/office/drawing/2014/main" id="{6C80037A-9B79-425B-A30A-26DF3F7D46F7}"/>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821">
            <a:extLst xmlns:a="http://schemas.openxmlformats.org/drawingml/2006/main">
              <a:ext uri="{FF2B5EF4-FFF2-40B4-BE49-F238E27FC236}">
                <a16:creationId xmlns:a16="http://schemas.microsoft.com/office/drawing/2014/main" id="{4963B2EC-A699-4321-9E40-6A9DD3045783}"/>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要点｜自己点検で候補を減らし、人が原資料と突き合わせる</a:t>
            </a:r>
          </a:p>
        </p:txBody>
      </p:sp>
      <p:sp>
        <p:nvSpPr>
          <p:cNvPr id="7" name="text-0822">
            <a:extLst xmlns:a="http://schemas.openxmlformats.org/drawingml/2006/main">
              <a:ext uri="{FF2B5EF4-FFF2-40B4-BE49-F238E27FC236}">
                <a16:creationId xmlns:a16="http://schemas.microsoft.com/office/drawing/2014/main" id="{62C37A59-6B69-473C-B013-BC9EB3147A61}"/>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28</a:t>
            </a:r>
          </a:p>
        </p:txBody>
      </p:sp>
      <p:sp>
        <p:nvSpPr>
          <p:cNvPr id="8" name="box-0823">
            <a:extLst xmlns:a="http://schemas.openxmlformats.org/drawingml/2006/main">
              <a:ext uri="{FF2B5EF4-FFF2-40B4-BE49-F238E27FC236}">
                <a16:creationId xmlns:a16="http://schemas.microsoft.com/office/drawing/2014/main" id="{837D1691-86D0-4AA2-93AD-8212925CB426}"/>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0824">
            <a:extLst xmlns:a="http://schemas.openxmlformats.org/drawingml/2006/main">
              <a:ext uri="{FF2B5EF4-FFF2-40B4-BE49-F238E27FC236}">
                <a16:creationId xmlns:a16="http://schemas.microsoft.com/office/drawing/2014/main" id="{2C61A042-69FA-4838-9B88-6A62CB437E1E}"/>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825">
            <a:extLst xmlns:a="http://schemas.openxmlformats.org/drawingml/2006/main">
              <a:ext uri="{FF2B5EF4-FFF2-40B4-BE49-F238E27FC236}">
                <a16:creationId xmlns:a16="http://schemas.microsoft.com/office/drawing/2014/main" id="{0EEE42CA-F75A-4100-8FF0-3F7577E423D7}"/>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826">
            <a:extLst xmlns:a="http://schemas.openxmlformats.org/drawingml/2006/main">
              <a:ext uri="{FF2B5EF4-FFF2-40B4-BE49-F238E27FC236}">
                <a16:creationId xmlns:a16="http://schemas.microsoft.com/office/drawing/2014/main" id="{7167CBA9-C983-4332-AAF0-03D36DC4A139}"/>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AI整理</a:t>
            </a:r>
          </a:p>
        </p:txBody>
      </p:sp>
      <p:sp>
        <p:nvSpPr>
          <p:cNvPr id="12" name="text-0827">
            <a:extLst xmlns:a="http://schemas.openxmlformats.org/drawingml/2006/main">
              <a:ext uri="{FF2B5EF4-FFF2-40B4-BE49-F238E27FC236}">
                <a16:creationId xmlns:a16="http://schemas.microsoft.com/office/drawing/2014/main" id="{D5CEFDA5-C8B2-4833-8A57-F58BAE24D58C}"/>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指定表へ出力</a:t>
            </a:r>
          </a:p>
        </p:txBody>
      </p:sp>
      <p:sp>
        <p:nvSpPr>
          <p:cNvPr id="13" name="text-0828">
            <a:extLst xmlns:a="http://schemas.openxmlformats.org/drawingml/2006/main">
              <a:ext uri="{FF2B5EF4-FFF2-40B4-BE49-F238E27FC236}">
                <a16:creationId xmlns:a16="http://schemas.microsoft.com/office/drawing/2014/main" id="{7CA4B07C-5806-4C64-BED8-2C73A776C719}"/>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829">
            <a:extLst xmlns:a="http://schemas.openxmlformats.org/drawingml/2006/main">
              <a:ext uri="{FF2B5EF4-FFF2-40B4-BE49-F238E27FC236}">
                <a16:creationId xmlns:a16="http://schemas.microsoft.com/office/drawing/2014/main" id="{31874955-7B3C-4D3E-BE9E-D54199AD3F5F}"/>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0830">
            <a:extLst xmlns:a="http://schemas.openxmlformats.org/drawingml/2006/main">
              <a:ext uri="{FF2B5EF4-FFF2-40B4-BE49-F238E27FC236}">
                <a16:creationId xmlns:a16="http://schemas.microsoft.com/office/drawing/2014/main" id="{6F0B18C3-1687-4D77-B910-A4456C544AA0}"/>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831">
            <a:extLst xmlns:a="http://schemas.openxmlformats.org/drawingml/2006/main">
              <a:ext uri="{FF2B5EF4-FFF2-40B4-BE49-F238E27FC236}">
                <a16:creationId xmlns:a16="http://schemas.microsoft.com/office/drawing/2014/main" id="{02246886-9AED-40B5-A6D8-F6B106E08490}"/>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832">
            <a:extLst xmlns:a="http://schemas.openxmlformats.org/drawingml/2006/main">
              <a:ext uri="{FF2B5EF4-FFF2-40B4-BE49-F238E27FC236}">
                <a16:creationId xmlns:a16="http://schemas.microsoft.com/office/drawing/2014/main" id="{9DD52C8D-F3E7-434E-818C-F2CB11847849}"/>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AI自己点検</a:t>
            </a:r>
          </a:p>
        </p:txBody>
      </p:sp>
      <p:sp>
        <p:nvSpPr>
          <p:cNvPr id="18" name="text-0833">
            <a:extLst xmlns:a="http://schemas.openxmlformats.org/drawingml/2006/main">
              <a:ext uri="{FF2B5EF4-FFF2-40B4-BE49-F238E27FC236}">
                <a16:creationId xmlns:a16="http://schemas.microsoft.com/office/drawing/2014/main" id="{66AC5B7C-B18A-4081-B02E-FF55019F6C57}"/>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不足・矛盾・補完候補</a:t>
            </a:r>
          </a:p>
        </p:txBody>
      </p:sp>
      <p:sp>
        <p:nvSpPr>
          <p:cNvPr id="19" name="text-0834">
            <a:extLst xmlns:a="http://schemas.openxmlformats.org/drawingml/2006/main">
              <a:ext uri="{FF2B5EF4-FFF2-40B4-BE49-F238E27FC236}">
                <a16:creationId xmlns:a16="http://schemas.microsoft.com/office/drawing/2014/main" id="{444D1904-1E29-48ED-8067-6B9D4551D523}"/>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835">
            <a:extLst xmlns:a="http://schemas.openxmlformats.org/drawingml/2006/main">
              <a:ext uri="{FF2B5EF4-FFF2-40B4-BE49-F238E27FC236}">
                <a16:creationId xmlns:a16="http://schemas.microsoft.com/office/drawing/2014/main" id="{D2D386A1-4DC1-4472-8F3C-8F4A349E45C7}"/>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0836">
            <a:extLst xmlns:a="http://schemas.openxmlformats.org/drawingml/2006/main">
              <a:ext uri="{FF2B5EF4-FFF2-40B4-BE49-F238E27FC236}">
                <a16:creationId xmlns:a16="http://schemas.microsoft.com/office/drawing/2014/main" id="{11B99595-F0B0-4615-9547-E1058EF2DF78}"/>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837">
            <a:extLst xmlns:a="http://schemas.openxmlformats.org/drawingml/2006/main">
              <a:ext uri="{FF2B5EF4-FFF2-40B4-BE49-F238E27FC236}">
                <a16:creationId xmlns:a16="http://schemas.microsoft.com/office/drawing/2014/main" id="{8C04B1AF-4E4C-400D-9C6E-E64FB1C95562}"/>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838">
            <a:extLst xmlns:a="http://schemas.openxmlformats.org/drawingml/2006/main">
              <a:ext uri="{FF2B5EF4-FFF2-40B4-BE49-F238E27FC236}">
                <a16:creationId xmlns:a16="http://schemas.microsoft.com/office/drawing/2014/main" id="{0B4BC10A-358A-4DA7-9B66-DA92169A52E1}"/>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人の照合</a:t>
            </a:r>
          </a:p>
        </p:txBody>
      </p:sp>
      <p:sp>
        <p:nvSpPr>
          <p:cNvPr id="24" name="text-0839">
            <a:extLst xmlns:a="http://schemas.openxmlformats.org/drawingml/2006/main">
              <a:ext uri="{FF2B5EF4-FFF2-40B4-BE49-F238E27FC236}">
                <a16:creationId xmlns:a16="http://schemas.microsoft.com/office/drawing/2014/main" id="{D4924043-B9D6-4804-93EC-EF3F3DC92EDB}"/>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原資料IDで確認</a:t>
            </a:r>
          </a:p>
        </p:txBody>
      </p:sp>
      <p:sp>
        <p:nvSpPr>
          <p:cNvPr id="25" name="text-0840">
            <a:extLst xmlns:a="http://schemas.openxmlformats.org/drawingml/2006/main">
              <a:ext uri="{FF2B5EF4-FFF2-40B4-BE49-F238E27FC236}">
                <a16:creationId xmlns:a16="http://schemas.microsoft.com/office/drawing/2014/main" id="{40945434-B350-4679-B018-43B6951A8BB4}"/>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841">
            <a:extLst xmlns:a="http://schemas.openxmlformats.org/drawingml/2006/main">
              <a:ext uri="{FF2B5EF4-FFF2-40B4-BE49-F238E27FC236}">
                <a16:creationId xmlns:a16="http://schemas.microsoft.com/office/drawing/2014/main" id="{4E8C4F16-A456-46EF-8F7C-8D362F0838D4}"/>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0842">
            <a:extLst xmlns:a="http://schemas.openxmlformats.org/drawingml/2006/main">
              <a:ext uri="{FF2B5EF4-FFF2-40B4-BE49-F238E27FC236}">
                <a16:creationId xmlns:a16="http://schemas.microsoft.com/office/drawing/2014/main" id="{52E3D391-1571-41D9-81A3-AB76337611A6}"/>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0843">
            <a:extLst xmlns:a="http://schemas.openxmlformats.org/drawingml/2006/main">
              <a:ext uri="{FF2B5EF4-FFF2-40B4-BE49-F238E27FC236}">
                <a16:creationId xmlns:a16="http://schemas.microsoft.com/office/drawing/2014/main" id="{E5B2E899-C8F7-420D-892E-1EDB0F00CAE3}"/>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844">
            <a:extLst xmlns:a="http://schemas.openxmlformats.org/drawingml/2006/main">
              <a:ext uri="{FF2B5EF4-FFF2-40B4-BE49-F238E27FC236}">
                <a16:creationId xmlns:a16="http://schemas.microsoft.com/office/drawing/2014/main" id="{71B2467E-FF09-4C5D-93F3-ABC8BE40DD16}"/>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承認</a:t>
            </a:r>
          </a:p>
        </p:txBody>
      </p:sp>
      <p:sp>
        <p:nvSpPr>
          <p:cNvPr id="30" name="text-0845">
            <a:extLst xmlns:a="http://schemas.openxmlformats.org/drawingml/2006/main">
              <a:ext uri="{FF2B5EF4-FFF2-40B4-BE49-F238E27FC236}">
                <a16:creationId xmlns:a16="http://schemas.microsoft.com/office/drawing/2014/main" id="{627C7008-75D1-448A-B346-6CCAECC59B57}"/>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修正履歴を残す</a:t>
            </a:r>
          </a:p>
        </p:txBody>
      </p:sp>
    </p:spTree>
    <p:extLst>
      <p:ext uri="{BB962C8B-B14F-4D97-AF65-F5344CB8AC3E}">
        <p14:creationId xmlns:p14="http://schemas.microsoft.com/office/powerpoint/2010/main" val="1024878969"/>
      </p:ext>
    </p:extLst>
  </p:cSld>
</p:sld>
</file>

<file path=ppt/slides/slide2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846">
            <a:extLst xmlns:a="http://schemas.openxmlformats.org/drawingml/2006/main">
              <a:ext uri="{FF2B5EF4-FFF2-40B4-BE49-F238E27FC236}">
                <a16:creationId xmlns:a16="http://schemas.microsoft.com/office/drawing/2014/main" id="{BE1675DC-74E0-4FEA-BD3B-F242E896440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847">
            <a:extLst xmlns:a="http://schemas.openxmlformats.org/drawingml/2006/main">
              <a:ext uri="{FF2B5EF4-FFF2-40B4-BE49-F238E27FC236}">
                <a16:creationId xmlns:a16="http://schemas.microsoft.com/office/drawing/2014/main" id="{8E1B03E3-513A-41EF-95C3-9C70CE1ADCA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848">
            <a:extLst xmlns:a="http://schemas.openxmlformats.org/drawingml/2006/main">
              <a:ext uri="{FF2B5EF4-FFF2-40B4-BE49-F238E27FC236}">
                <a16:creationId xmlns:a16="http://schemas.microsoft.com/office/drawing/2014/main" id="{A7F309C8-F198-45AD-A22D-AA7A4F434679}"/>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標準テンプレートで、整理条件を固定します</a:t>
            </a:r>
          </a:p>
        </p:txBody>
      </p:sp>
      <p:sp>
        <p:nvSpPr>
          <p:cNvPr id="4" name="box-0849">
            <a:extLst xmlns:a="http://schemas.openxmlformats.org/drawingml/2006/main">
              <a:ext uri="{FF2B5EF4-FFF2-40B4-BE49-F238E27FC236}">
                <a16:creationId xmlns:a16="http://schemas.microsoft.com/office/drawing/2014/main" id="{15CB62C9-67DD-49D7-94B7-A972F5D966E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850">
            <a:extLst xmlns:a="http://schemas.openxmlformats.org/drawingml/2006/main">
              <a:ext uri="{FF2B5EF4-FFF2-40B4-BE49-F238E27FC236}">
                <a16:creationId xmlns:a16="http://schemas.microsoft.com/office/drawing/2014/main" id="{66DDAC80-E207-4869-96C4-A62C79C2676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851">
            <a:extLst xmlns:a="http://schemas.openxmlformats.org/drawingml/2006/main">
              <a:ext uri="{FF2B5EF4-FFF2-40B4-BE49-F238E27FC236}">
                <a16:creationId xmlns:a16="http://schemas.microsoft.com/office/drawing/2014/main" id="{7B5415E6-A17A-443E-AA50-A0EC236751D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要点｜原資料・出力項目・禁止事項・別表を一つの指示にする</a:t>
            </a:r>
          </a:p>
        </p:txBody>
      </p:sp>
      <p:sp>
        <p:nvSpPr>
          <p:cNvPr id="7" name="text-0852">
            <a:extLst xmlns:a="http://schemas.openxmlformats.org/drawingml/2006/main">
              <a:ext uri="{FF2B5EF4-FFF2-40B4-BE49-F238E27FC236}">
                <a16:creationId xmlns:a16="http://schemas.microsoft.com/office/drawing/2014/main" id="{11ED5491-97FE-4B90-B7C8-B2F16E7A134D}"/>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29</a:t>
            </a:r>
          </a:p>
        </p:txBody>
      </p:sp>
      <p:sp>
        <p:nvSpPr>
          <p:cNvPr id="8" name="box-0853">
            <a:extLst xmlns:a="http://schemas.openxmlformats.org/drawingml/2006/main">
              <a:ext uri="{FF2B5EF4-FFF2-40B4-BE49-F238E27FC236}">
                <a16:creationId xmlns:a16="http://schemas.microsoft.com/office/drawing/2014/main" id="{1C29A3D5-5053-46DF-87C2-E9B54F6F482B}"/>
              </a:ext>
            </a:extLst>
          </p:cNvPr>
          <p:cNvSpPr>
            <a:spLocks xmlns:a="http://schemas.openxmlformats.org/drawingml/2006/main" noGrp="1"/>
          </p:cNvSpPr>
          <p:nvPr/>
        </p:nvSpPr>
        <p:spPr>
          <a:xfrm xmlns:a="http://schemas.openxmlformats.org/drawingml/2006/main">
            <a:off x="552450" y="1447800"/>
            <a:ext cx="5438775" cy="1857375"/>
          </a:xfrm>
          <a:prstGeom xmlns:a="http://schemas.openxmlformats.org/drawingml/2006/main" prst="roundRect">
            <a:avLst>
              <a:gd name="adj" fmla="val 6154"/>
            </a:avLst>
          </a:prstGeom>
          <a:solidFill xmlns:a="http://schemas.openxmlformats.org/drawingml/2006/main">
            <a:srgbClr val="14364F"/>
          </a:solidFill>
          <a:ln xmlns:a="http://schemas.openxmlformats.org/drawingml/2006/main" w="0">
            <a:noFill/>
            <a:prstDash val="solid"/>
          </a:ln>
        </p:spPr>
      </p:sp>
      <p:sp>
        <p:nvSpPr>
          <p:cNvPr id="9" name="text-0854">
            <a:extLst xmlns:a="http://schemas.openxmlformats.org/drawingml/2006/main">
              <a:ext uri="{FF2B5EF4-FFF2-40B4-BE49-F238E27FC236}">
                <a16:creationId xmlns:a16="http://schemas.microsoft.com/office/drawing/2014/main" id="{A2DFD456-E2BE-4DF2-9107-E4EDE8FA0BB7}"/>
              </a:ext>
            </a:extLst>
          </p:cNvPr>
          <p:cNvSpPr>
            <a:spLocks xmlns:a="http://schemas.openxmlformats.org/drawingml/2006/main" noGrp="1"/>
          </p:cNvSpPr>
          <p:nvPr/>
        </p:nvSpPr>
        <p:spPr>
          <a:xfrm xmlns:a="http://schemas.openxmlformats.org/drawingml/2006/main">
            <a:off x="781050" y="165735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役割と目的</a:t>
            </a:r>
          </a:p>
        </p:txBody>
      </p:sp>
      <p:sp>
        <p:nvSpPr>
          <p:cNvPr id="10" name="box-0855">
            <a:extLst xmlns:a="http://schemas.openxmlformats.org/drawingml/2006/main">
              <a:ext uri="{FF2B5EF4-FFF2-40B4-BE49-F238E27FC236}">
                <a16:creationId xmlns:a16="http://schemas.microsoft.com/office/drawing/2014/main" id="{CF77A829-1E04-4C33-B57E-46F43DBF06C2}"/>
              </a:ext>
            </a:extLst>
          </p:cNvPr>
          <p:cNvSpPr>
            <a:spLocks xmlns:a="http://schemas.openxmlformats.org/drawingml/2006/main" noGrp="1"/>
          </p:cNvSpPr>
          <p:nvPr/>
        </p:nvSpPr>
        <p:spPr>
          <a:xfrm xmlns:a="http://schemas.openxmlformats.org/drawingml/2006/main">
            <a:off x="781050" y="2114550"/>
            <a:ext cx="4572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11" name="text-0856">
            <a:extLst xmlns:a="http://schemas.openxmlformats.org/drawingml/2006/main">
              <a:ext uri="{FF2B5EF4-FFF2-40B4-BE49-F238E27FC236}">
                <a16:creationId xmlns:a16="http://schemas.microsoft.com/office/drawing/2014/main" id="{1A5B6248-790E-4127-B9A4-6AD6F3B960D6}"/>
              </a:ext>
            </a:extLst>
          </p:cNvPr>
          <p:cNvSpPr>
            <a:spLocks xmlns:a="http://schemas.openxmlformats.org/drawingml/2006/main" noGrp="1"/>
          </p:cNvSpPr>
          <p:nvPr/>
        </p:nvSpPr>
        <p:spPr>
          <a:xfrm xmlns:a="http://schemas.openxmlformats.org/drawingml/2006/main">
            <a:off x="781050" y="2324100"/>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業務記録を補完せず構造化する補助者</a:t>
            </a:r>
          </a:p>
        </p:txBody>
      </p:sp>
      <p:sp>
        <p:nvSpPr>
          <p:cNvPr id="12" name="box-0857">
            <a:extLst xmlns:a="http://schemas.openxmlformats.org/drawingml/2006/main">
              <a:ext uri="{FF2B5EF4-FFF2-40B4-BE49-F238E27FC236}">
                <a16:creationId xmlns:a16="http://schemas.microsoft.com/office/drawing/2014/main" id="{3C86AE74-FBC3-4DB5-BEB0-6FEAF2701C88}"/>
              </a:ext>
            </a:extLst>
          </p:cNvPr>
          <p:cNvSpPr>
            <a:spLocks xmlns:a="http://schemas.openxmlformats.org/drawingml/2006/main" noGrp="1"/>
          </p:cNvSpPr>
          <p:nvPr/>
        </p:nvSpPr>
        <p:spPr>
          <a:xfrm xmlns:a="http://schemas.openxmlformats.org/drawingml/2006/main">
            <a:off x="6162675" y="1447800"/>
            <a:ext cx="5438775" cy="1857375"/>
          </a:xfrm>
          <a:prstGeom xmlns:a="http://schemas.openxmlformats.org/drawingml/2006/main" prst="roundRect">
            <a:avLst>
              <a:gd name="adj" fmla="val 6154"/>
            </a:avLst>
          </a:prstGeom>
          <a:solidFill xmlns:a="http://schemas.openxmlformats.org/drawingml/2006/main">
            <a:srgbClr val="0B6F6B"/>
          </a:solidFill>
          <a:ln xmlns:a="http://schemas.openxmlformats.org/drawingml/2006/main" w="0">
            <a:noFill/>
            <a:prstDash val="solid"/>
          </a:ln>
        </p:spPr>
      </p:sp>
      <p:sp>
        <p:nvSpPr>
          <p:cNvPr id="13" name="text-0858">
            <a:extLst xmlns:a="http://schemas.openxmlformats.org/drawingml/2006/main">
              <a:ext uri="{FF2B5EF4-FFF2-40B4-BE49-F238E27FC236}">
                <a16:creationId xmlns:a16="http://schemas.microsoft.com/office/drawing/2014/main" id="{E184006A-05BB-4B89-BA6E-17A72724B137}"/>
              </a:ext>
            </a:extLst>
          </p:cNvPr>
          <p:cNvSpPr>
            <a:spLocks xmlns:a="http://schemas.openxmlformats.org/drawingml/2006/main" noGrp="1"/>
          </p:cNvSpPr>
          <p:nvPr/>
        </p:nvSpPr>
        <p:spPr>
          <a:xfrm xmlns:a="http://schemas.openxmlformats.org/drawingml/2006/main">
            <a:off x="6391275" y="165735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使用可能な情報</a:t>
            </a:r>
          </a:p>
        </p:txBody>
      </p:sp>
      <p:sp>
        <p:nvSpPr>
          <p:cNvPr id="14" name="box-0859">
            <a:extLst xmlns:a="http://schemas.openxmlformats.org/drawingml/2006/main">
              <a:ext uri="{FF2B5EF4-FFF2-40B4-BE49-F238E27FC236}">
                <a16:creationId xmlns:a16="http://schemas.microsoft.com/office/drawing/2014/main" id="{7E77C74C-46E7-4026-927F-7275F9D67DBF}"/>
              </a:ext>
            </a:extLst>
          </p:cNvPr>
          <p:cNvSpPr>
            <a:spLocks xmlns:a="http://schemas.openxmlformats.org/drawingml/2006/main" noGrp="1"/>
          </p:cNvSpPr>
          <p:nvPr/>
        </p:nvSpPr>
        <p:spPr>
          <a:xfrm xmlns:a="http://schemas.openxmlformats.org/drawingml/2006/main">
            <a:off x="6391275" y="2114550"/>
            <a:ext cx="457200" cy="38100"/>
          </a:xfrm>
          <a:prstGeom xmlns:a="http://schemas.openxmlformats.org/drawingml/2006/main" prst="rect">
            <a:avLst/>
          </a:prstGeom>
          <a:solidFill xmlns:a="http://schemas.openxmlformats.org/drawingml/2006/main">
            <a:srgbClr val="E6A92E"/>
          </a:solidFill>
          <a:ln xmlns:a="http://schemas.openxmlformats.org/drawingml/2006/main" w="0">
            <a:noFill/>
            <a:prstDash val="solid"/>
          </a:ln>
        </p:spPr>
      </p:sp>
      <p:sp>
        <p:nvSpPr>
          <p:cNvPr id="15" name="text-0860">
            <a:extLst xmlns:a="http://schemas.openxmlformats.org/drawingml/2006/main">
              <a:ext uri="{FF2B5EF4-FFF2-40B4-BE49-F238E27FC236}">
                <a16:creationId xmlns:a16="http://schemas.microsoft.com/office/drawing/2014/main" id="{2717DAE2-5392-4EFF-A320-DACFE37F86A6}"/>
              </a:ext>
            </a:extLst>
          </p:cNvPr>
          <p:cNvSpPr>
            <a:spLocks xmlns:a="http://schemas.openxmlformats.org/drawingml/2006/main" noGrp="1"/>
          </p:cNvSpPr>
          <p:nvPr/>
        </p:nvSpPr>
        <p:spPr>
          <a:xfrm xmlns:a="http://schemas.openxmlformats.org/drawingml/2006/main">
            <a:off x="6391275" y="2324100"/>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指定した原資料のみ</a:t>
            </a:r>
          </a:p>
        </p:txBody>
      </p:sp>
      <p:sp>
        <p:nvSpPr>
          <p:cNvPr id="16" name="box-0861">
            <a:extLst xmlns:a="http://schemas.openxmlformats.org/drawingml/2006/main">
              <a:ext uri="{FF2B5EF4-FFF2-40B4-BE49-F238E27FC236}">
                <a16:creationId xmlns:a16="http://schemas.microsoft.com/office/drawing/2014/main" id="{A4712A68-6FA1-4450-9185-A9A62D4646A4}"/>
              </a:ext>
            </a:extLst>
          </p:cNvPr>
          <p:cNvSpPr>
            <a:spLocks xmlns:a="http://schemas.openxmlformats.org/drawingml/2006/main" noGrp="1"/>
          </p:cNvSpPr>
          <p:nvPr/>
        </p:nvSpPr>
        <p:spPr>
          <a:xfrm xmlns:a="http://schemas.openxmlformats.org/drawingml/2006/main">
            <a:off x="552450" y="3476625"/>
            <a:ext cx="5438775" cy="1857375"/>
          </a:xfrm>
          <a:prstGeom xmlns:a="http://schemas.openxmlformats.org/drawingml/2006/main" prst="roundRect">
            <a:avLst>
              <a:gd name="adj" fmla="val 6154"/>
            </a:avLst>
          </a:prstGeom>
          <a:solidFill xmlns:a="http://schemas.openxmlformats.org/drawingml/2006/main">
            <a:srgbClr val="14364F"/>
          </a:solidFill>
          <a:ln xmlns:a="http://schemas.openxmlformats.org/drawingml/2006/main" w="0">
            <a:noFill/>
            <a:prstDash val="solid"/>
          </a:ln>
        </p:spPr>
      </p:sp>
      <p:sp>
        <p:nvSpPr>
          <p:cNvPr id="17" name="text-0862">
            <a:extLst xmlns:a="http://schemas.openxmlformats.org/drawingml/2006/main">
              <a:ext uri="{FF2B5EF4-FFF2-40B4-BE49-F238E27FC236}">
                <a16:creationId xmlns:a16="http://schemas.microsoft.com/office/drawing/2014/main" id="{01861254-850C-4AB6-A2ED-078ED9F4EC3B}"/>
              </a:ext>
            </a:extLst>
          </p:cNvPr>
          <p:cNvSpPr>
            <a:spLocks xmlns:a="http://schemas.openxmlformats.org/drawingml/2006/main" noGrp="1"/>
          </p:cNvSpPr>
          <p:nvPr/>
        </p:nvSpPr>
        <p:spPr>
          <a:xfrm xmlns:a="http://schemas.openxmlformats.org/drawingml/2006/main">
            <a:off x="781050" y="3686175"/>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出力</a:t>
            </a:r>
          </a:p>
        </p:txBody>
      </p:sp>
      <p:sp>
        <p:nvSpPr>
          <p:cNvPr id="18" name="box-0863">
            <a:extLst xmlns:a="http://schemas.openxmlformats.org/drawingml/2006/main">
              <a:ext uri="{FF2B5EF4-FFF2-40B4-BE49-F238E27FC236}">
                <a16:creationId xmlns:a16="http://schemas.microsoft.com/office/drawing/2014/main" id="{FCD33B44-C604-4DC7-8D83-64F99EDC193D}"/>
              </a:ext>
            </a:extLst>
          </p:cNvPr>
          <p:cNvSpPr>
            <a:spLocks xmlns:a="http://schemas.openxmlformats.org/drawingml/2006/main" noGrp="1"/>
          </p:cNvSpPr>
          <p:nvPr/>
        </p:nvSpPr>
        <p:spPr>
          <a:xfrm xmlns:a="http://schemas.openxmlformats.org/drawingml/2006/main">
            <a:off x="781050" y="4143375"/>
            <a:ext cx="4572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19" name="text-0864">
            <a:extLst xmlns:a="http://schemas.openxmlformats.org/drawingml/2006/main">
              <a:ext uri="{FF2B5EF4-FFF2-40B4-BE49-F238E27FC236}">
                <a16:creationId xmlns:a16="http://schemas.microsoft.com/office/drawing/2014/main" id="{A01EC911-7AD8-4F57-BC83-ECB11B208B7E}"/>
              </a:ext>
            </a:extLst>
          </p:cNvPr>
          <p:cNvSpPr>
            <a:spLocks xmlns:a="http://schemas.openxmlformats.org/drawingml/2006/main" noGrp="1"/>
          </p:cNvSpPr>
          <p:nvPr/>
        </p:nvSpPr>
        <p:spPr>
          <a:xfrm xmlns:a="http://schemas.openxmlformats.org/drawingml/2006/main">
            <a:off x="781050" y="4352925"/>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14項目の表＋矛盾・追加確認・判断不可の別表</a:t>
            </a:r>
          </a:p>
        </p:txBody>
      </p:sp>
      <p:sp>
        <p:nvSpPr>
          <p:cNvPr id="20" name="box-0865">
            <a:extLst xmlns:a="http://schemas.openxmlformats.org/drawingml/2006/main">
              <a:ext uri="{FF2B5EF4-FFF2-40B4-BE49-F238E27FC236}">
                <a16:creationId xmlns:a16="http://schemas.microsoft.com/office/drawing/2014/main" id="{8F32C84B-D181-43BD-90DB-59A3483E0559}"/>
              </a:ext>
            </a:extLst>
          </p:cNvPr>
          <p:cNvSpPr>
            <a:spLocks xmlns:a="http://schemas.openxmlformats.org/drawingml/2006/main" noGrp="1"/>
          </p:cNvSpPr>
          <p:nvPr/>
        </p:nvSpPr>
        <p:spPr>
          <a:xfrm xmlns:a="http://schemas.openxmlformats.org/drawingml/2006/main">
            <a:off x="6162675" y="3476625"/>
            <a:ext cx="5438775" cy="1857375"/>
          </a:xfrm>
          <a:prstGeom xmlns:a="http://schemas.openxmlformats.org/drawingml/2006/main" prst="roundRect">
            <a:avLst>
              <a:gd name="adj" fmla="val 6154"/>
            </a:avLst>
          </a:prstGeom>
          <a:solidFill xmlns:a="http://schemas.openxmlformats.org/drawingml/2006/main">
            <a:srgbClr val="0B6F6B"/>
          </a:solidFill>
          <a:ln xmlns:a="http://schemas.openxmlformats.org/drawingml/2006/main" w="0">
            <a:noFill/>
            <a:prstDash val="solid"/>
          </a:ln>
        </p:spPr>
      </p:sp>
      <p:sp>
        <p:nvSpPr>
          <p:cNvPr id="21" name="text-0866">
            <a:extLst xmlns:a="http://schemas.openxmlformats.org/drawingml/2006/main">
              <a:ext uri="{FF2B5EF4-FFF2-40B4-BE49-F238E27FC236}">
                <a16:creationId xmlns:a16="http://schemas.microsoft.com/office/drawing/2014/main" id="{0CDA3345-10BE-4145-B5FE-A570EAA05E29}"/>
              </a:ext>
            </a:extLst>
          </p:cNvPr>
          <p:cNvSpPr>
            <a:spLocks xmlns:a="http://schemas.openxmlformats.org/drawingml/2006/main" noGrp="1"/>
          </p:cNvSpPr>
          <p:nvPr/>
        </p:nvSpPr>
        <p:spPr>
          <a:xfrm xmlns:a="http://schemas.openxmlformats.org/drawingml/2006/main">
            <a:off x="6391275" y="3686175"/>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ルール</a:t>
            </a:r>
          </a:p>
        </p:txBody>
      </p:sp>
      <p:sp>
        <p:nvSpPr>
          <p:cNvPr id="22" name="box-0867">
            <a:extLst xmlns:a="http://schemas.openxmlformats.org/drawingml/2006/main">
              <a:ext uri="{FF2B5EF4-FFF2-40B4-BE49-F238E27FC236}">
                <a16:creationId xmlns:a16="http://schemas.microsoft.com/office/drawing/2014/main" id="{B09C6961-96D3-4095-B095-49EB7B59937C}"/>
              </a:ext>
            </a:extLst>
          </p:cNvPr>
          <p:cNvSpPr>
            <a:spLocks xmlns:a="http://schemas.openxmlformats.org/drawingml/2006/main" noGrp="1"/>
          </p:cNvSpPr>
          <p:nvPr/>
        </p:nvSpPr>
        <p:spPr>
          <a:xfrm xmlns:a="http://schemas.openxmlformats.org/drawingml/2006/main">
            <a:off x="6391275" y="4143375"/>
            <a:ext cx="457200" cy="38100"/>
          </a:xfrm>
          <a:prstGeom xmlns:a="http://schemas.openxmlformats.org/drawingml/2006/main" prst="rect">
            <a:avLst/>
          </a:prstGeom>
          <a:solidFill xmlns:a="http://schemas.openxmlformats.org/drawingml/2006/main">
            <a:srgbClr val="E6A92E"/>
          </a:solidFill>
          <a:ln xmlns:a="http://schemas.openxmlformats.org/drawingml/2006/main" w="0">
            <a:noFill/>
            <a:prstDash val="solid"/>
          </a:ln>
        </p:spPr>
      </p:sp>
      <p:sp>
        <p:nvSpPr>
          <p:cNvPr id="23" name="text-0868">
            <a:extLst xmlns:a="http://schemas.openxmlformats.org/drawingml/2006/main">
              <a:ext uri="{FF2B5EF4-FFF2-40B4-BE49-F238E27FC236}">
                <a16:creationId xmlns:a16="http://schemas.microsoft.com/office/drawing/2014/main" id="{A88C4814-094F-463A-834A-331782FD041F}"/>
              </a:ext>
            </a:extLst>
          </p:cNvPr>
          <p:cNvSpPr>
            <a:spLocks xmlns:a="http://schemas.openxmlformats.org/drawingml/2006/main" noGrp="1"/>
          </p:cNvSpPr>
          <p:nvPr/>
        </p:nvSpPr>
        <p:spPr>
          <a:xfrm xmlns:a="http://schemas.openxmlformats.org/drawingml/2006/main">
            <a:off x="6391275" y="4352925"/>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補完禁止、未確認表示、原資料ID保持</a:t>
            </a:r>
          </a:p>
        </p:txBody>
      </p:sp>
    </p:spTree>
    <p:extLst>
      <p:ext uri="{BB962C8B-B14F-4D97-AF65-F5344CB8AC3E}">
        <p14:creationId xmlns:p14="http://schemas.microsoft.com/office/powerpoint/2010/main" val="2126742181"/>
      </p:ext>
    </p:extLst>
  </p:cSld>
</p:sld>
</file>

<file path=ppt/slides/slide3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869">
            <a:extLst xmlns:a="http://schemas.openxmlformats.org/drawingml/2006/main">
              <a:ext uri="{FF2B5EF4-FFF2-40B4-BE49-F238E27FC236}">
                <a16:creationId xmlns:a16="http://schemas.microsoft.com/office/drawing/2014/main" id="{257825F9-BCA7-4D05-8D74-F90F6A6066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870">
            <a:extLst xmlns:a="http://schemas.openxmlformats.org/drawingml/2006/main">
              <a:ext uri="{FF2B5EF4-FFF2-40B4-BE49-F238E27FC236}">
                <a16:creationId xmlns:a16="http://schemas.microsoft.com/office/drawing/2014/main" id="{362A133A-FB37-4EE9-931D-F54D13F6388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4  /  整理の仕事を正確に渡す</a:t>
            </a:r>
          </a:p>
        </p:txBody>
      </p:sp>
      <p:sp>
        <p:nvSpPr>
          <p:cNvPr id="3" name="text-0871">
            <a:extLst xmlns:a="http://schemas.openxmlformats.org/drawingml/2006/main">
              <a:ext uri="{FF2B5EF4-FFF2-40B4-BE49-F238E27FC236}">
                <a16:creationId xmlns:a16="http://schemas.microsoft.com/office/drawing/2014/main" id="{7A2F07E1-8E8C-46F7-AD10-D1DAC6236969}"/>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再利用前に、四つの置換箇所を確認します</a:t>
            </a:r>
          </a:p>
        </p:txBody>
      </p:sp>
      <p:sp>
        <p:nvSpPr>
          <p:cNvPr id="4" name="box-0872">
            <a:extLst xmlns:a="http://schemas.openxmlformats.org/drawingml/2006/main">
              <a:ext uri="{FF2B5EF4-FFF2-40B4-BE49-F238E27FC236}">
                <a16:creationId xmlns:a16="http://schemas.microsoft.com/office/drawing/2014/main" id="{7C439129-3BA0-4BAF-935E-B372002398D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873">
            <a:extLst xmlns:a="http://schemas.openxmlformats.org/drawingml/2006/main">
              <a:ext uri="{FF2B5EF4-FFF2-40B4-BE49-F238E27FC236}">
                <a16:creationId xmlns:a16="http://schemas.microsoft.com/office/drawing/2014/main" id="{AF426278-3326-4F54-9DB3-68313C921EF5}"/>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874">
            <a:extLst xmlns:a="http://schemas.openxmlformats.org/drawingml/2006/main">
              <a:ext uri="{FF2B5EF4-FFF2-40B4-BE49-F238E27FC236}">
                <a16:creationId xmlns:a16="http://schemas.microsoft.com/office/drawing/2014/main" id="{F65604F2-2C23-4A3B-A1A7-B847BDDCF51F}"/>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要点｜テンプレートを貼るだけでなく、案件条件へ合わせる</a:t>
            </a:r>
          </a:p>
        </p:txBody>
      </p:sp>
      <p:sp>
        <p:nvSpPr>
          <p:cNvPr id="7" name="text-0875">
            <a:extLst xmlns:a="http://schemas.openxmlformats.org/drawingml/2006/main">
              <a:ext uri="{FF2B5EF4-FFF2-40B4-BE49-F238E27FC236}">
                <a16:creationId xmlns:a16="http://schemas.microsoft.com/office/drawing/2014/main" id="{A35ABC14-73D0-4D9A-B1E8-B0945A1FA36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30</a:t>
            </a:r>
          </a:p>
        </p:txBody>
      </p:sp>
      <p:sp>
        <p:nvSpPr>
          <p:cNvPr id="8" name="box-0876">
            <a:extLst xmlns:a="http://schemas.openxmlformats.org/drawingml/2006/main">
              <a:ext uri="{FF2B5EF4-FFF2-40B4-BE49-F238E27FC236}">
                <a16:creationId xmlns:a16="http://schemas.microsoft.com/office/drawing/2014/main" id="{ECC26239-0B92-422C-B655-5C0351C1ECCA}"/>
              </a:ext>
            </a:extLst>
          </p:cNvPr>
          <p:cNvSpPr>
            <a:spLocks xmlns:a="http://schemas.openxmlformats.org/drawingml/2006/main" noGrp="1"/>
          </p:cNvSpPr>
          <p:nvPr/>
        </p:nvSpPr>
        <p:spPr>
          <a:xfrm xmlns:a="http://schemas.openxmlformats.org/drawingml/2006/main">
            <a:off x="552450" y="1466850"/>
            <a:ext cx="54483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D6E1E8"/>
            </a:solidFill>
            <a:prstDash val="solid"/>
          </a:ln>
        </p:spPr>
      </p:sp>
      <p:sp>
        <p:nvSpPr>
          <p:cNvPr id="9" name="box-0877">
            <a:extLst xmlns:a="http://schemas.openxmlformats.org/drawingml/2006/main">
              <a:ext uri="{FF2B5EF4-FFF2-40B4-BE49-F238E27FC236}">
                <a16:creationId xmlns:a16="http://schemas.microsoft.com/office/drawing/2014/main" id="{52BC47FE-51CC-45D6-AABB-3117961E22C8}"/>
              </a:ext>
            </a:extLst>
          </p:cNvPr>
          <p:cNvSpPr>
            <a:spLocks xmlns:a="http://schemas.openxmlformats.org/drawingml/2006/main" noGrp="1"/>
          </p:cNvSpPr>
          <p:nvPr/>
        </p:nvSpPr>
        <p:spPr>
          <a:xfrm xmlns:a="http://schemas.openxmlformats.org/drawingml/2006/main">
            <a:off x="742950" y="2405063"/>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0878">
            <a:extLst xmlns:a="http://schemas.openxmlformats.org/drawingml/2006/main">
              <a:ext uri="{FF2B5EF4-FFF2-40B4-BE49-F238E27FC236}">
                <a16:creationId xmlns:a16="http://schemas.microsoft.com/office/drawing/2014/main" id="{9C9E2FB4-5B3C-4A17-A80F-DEC209D63BEC}"/>
              </a:ext>
            </a:extLst>
          </p:cNvPr>
          <p:cNvSpPr>
            <a:spLocks xmlns:a="http://schemas.openxmlformats.org/drawingml/2006/main" noGrp="1"/>
          </p:cNvSpPr>
          <p:nvPr/>
        </p:nvSpPr>
        <p:spPr>
          <a:xfrm xmlns:a="http://schemas.openxmlformats.org/drawingml/2006/main">
            <a:off x="742950" y="2443163"/>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0879">
            <a:extLst xmlns:a="http://schemas.openxmlformats.org/drawingml/2006/main">
              <a:ext uri="{FF2B5EF4-FFF2-40B4-BE49-F238E27FC236}">
                <a16:creationId xmlns:a16="http://schemas.microsoft.com/office/drawing/2014/main" id="{6CA4BE72-7D7B-49E8-A386-81D46CAC2572}"/>
              </a:ext>
            </a:extLst>
          </p:cNvPr>
          <p:cNvSpPr>
            <a:spLocks xmlns:a="http://schemas.openxmlformats.org/drawingml/2006/main" noGrp="1"/>
          </p:cNvSpPr>
          <p:nvPr/>
        </p:nvSpPr>
        <p:spPr>
          <a:xfrm xmlns:a="http://schemas.openxmlformats.org/drawingml/2006/main">
            <a:off x="1200150" y="1600200"/>
            <a:ext cx="461010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記録の目的と利用先</a:t>
            </a:r>
          </a:p>
        </p:txBody>
      </p:sp>
      <p:sp>
        <p:nvSpPr>
          <p:cNvPr id="12" name="box-0880">
            <a:extLst xmlns:a="http://schemas.openxmlformats.org/drawingml/2006/main">
              <a:ext uri="{FF2B5EF4-FFF2-40B4-BE49-F238E27FC236}">
                <a16:creationId xmlns:a16="http://schemas.microsoft.com/office/drawing/2014/main" id="{A165A6CC-C734-4226-9750-6455E16E56A3}"/>
              </a:ext>
            </a:extLst>
          </p:cNvPr>
          <p:cNvSpPr>
            <a:spLocks xmlns:a="http://schemas.openxmlformats.org/drawingml/2006/main" noGrp="1"/>
          </p:cNvSpPr>
          <p:nvPr/>
        </p:nvSpPr>
        <p:spPr>
          <a:xfrm xmlns:a="http://schemas.openxmlformats.org/drawingml/2006/main">
            <a:off x="6153150" y="1466850"/>
            <a:ext cx="54483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D6E1E8"/>
            </a:solidFill>
            <a:prstDash val="solid"/>
          </a:ln>
        </p:spPr>
      </p:sp>
      <p:sp>
        <p:nvSpPr>
          <p:cNvPr id="13" name="box-0881">
            <a:extLst xmlns:a="http://schemas.openxmlformats.org/drawingml/2006/main">
              <a:ext uri="{FF2B5EF4-FFF2-40B4-BE49-F238E27FC236}">
                <a16:creationId xmlns:a16="http://schemas.microsoft.com/office/drawing/2014/main" id="{F0D5F3F9-2C0D-40CB-A83C-D359CE388903}"/>
              </a:ext>
            </a:extLst>
          </p:cNvPr>
          <p:cNvSpPr>
            <a:spLocks xmlns:a="http://schemas.openxmlformats.org/drawingml/2006/main" noGrp="1"/>
          </p:cNvSpPr>
          <p:nvPr/>
        </p:nvSpPr>
        <p:spPr>
          <a:xfrm xmlns:a="http://schemas.openxmlformats.org/drawingml/2006/main">
            <a:off x="6343650" y="2405063"/>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0882">
            <a:extLst xmlns:a="http://schemas.openxmlformats.org/drawingml/2006/main">
              <a:ext uri="{FF2B5EF4-FFF2-40B4-BE49-F238E27FC236}">
                <a16:creationId xmlns:a16="http://schemas.microsoft.com/office/drawing/2014/main" id="{B6B241B7-E3F5-4348-AF72-78913A80FA32}"/>
              </a:ext>
            </a:extLst>
          </p:cNvPr>
          <p:cNvSpPr>
            <a:spLocks xmlns:a="http://schemas.openxmlformats.org/drawingml/2006/main" noGrp="1"/>
          </p:cNvSpPr>
          <p:nvPr/>
        </p:nvSpPr>
        <p:spPr>
          <a:xfrm xmlns:a="http://schemas.openxmlformats.org/drawingml/2006/main">
            <a:off x="6343650" y="2443163"/>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0883">
            <a:extLst xmlns:a="http://schemas.openxmlformats.org/drawingml/2006/main">
              <a:ext uri="{FF2B5EF4-FFF2-40B4-BE49-F238E27FC236}">
                <a16:creationId xmlns:a16="http://schemas.microsoft.com/office/drawing/2014/main" id="{9F7A8087-72F3-48D0-A68C-6C48D6F4550B}"/>
              </a:ext>
            </a:extLst>
          </p:cNvPr>
          <p:cNvSpPr>
            <a:spLocks xmlns:a="http://schemas.openxmlformats.org/drawingml/2006/main" noGrp="1"/>
          </p:cNvSpPr>
          <p:nvPr/>
        </p:nvSpPr>
        <p:spPr>
          <a:xfrm xmlns:a="http://schemas.openxmlformats.org/drawingml/2006/main">
            <a:off x="6800850" y="1600200"/>
            <a:ext cx="461010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使用する原資料IDと範囲</a:t>
            </a:r>
          </a:p>
        </p:txBody>
      </p:sp>
      <p:sp>
        <p:nvSpPr>
          <p:cNvPr id="16" name="box-0884">
            <a:extLst xmlns:a="http://schemas.openxmlformats.org/drawingml/2006/main">
              <a:ext uri="{FF2B5EF4-FFF2-40B4-BE49-F238E27FC236}">
                <a16:creationId xmlns:a16="http://schemas.microsoft.com/office/drawing/2014/main" id="{C98AFCAB-6A91-4585-B373-80C8A6E0B947}"/>
              </a:ext>
            </a:extLst>
          </p:cNvPr>
          <p:cNvSpPr>
            <a:spLocks xmlns:a="http://schemas.openxmlformats.org/drawingml/2006/main" noGrp="1"/>
          </p:cNvSpPr>
          <p:nvPr/>
        </p:nvSpPr>
        <p:spPr>
          <a:xfrm xmlns:a="http://schemas.openxmlformats.org/drawingml/2006/main">
            <a:off x="552450" y="3781425"/>
            <a:ext cx="54483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D6E1E8"/>
            </a:solidFill>
            <a:prstDash val="solid"/>
          </a:ln>
        </p:spPr>
      </p:sp>
      <p:sp>
        <p:nvSpPr>
          <p:cNvPr id="17" name="box-0885">
            <a:extLst xmlns:a="http://schemas.openxmlformats.org/drawingml/2006/main">
              <a:ext uri="{FF2B5EF4-FFF2-40B4-BE49-F238E27FC236}">
                <a16:creationId xmlns:a16="http://schemas.microsoft.com/office/drawing/2014/main" id="{158598B7-00E4-4C17-A1E1-18B0C461EEEC}"/>
              </a:ext>
            </a:extLst>
          </p:cNvPr>
          <p:cNvSpPr>
            <a:spLocks xmlns:a="http://schemas.openxmlformats.org/drawingml/2006/main" noGrp="1"/>
          </p:cNvSpPr>
          <p:nvPr/>
        </p:nvSpPr>
        <p:spPr>
          <a:xfrm xmlns:a="http://schemas.openxmlformats.org/drawingml/2006/main">
            <a:off x="742950" y="4719638"/>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0886">
            <a:extLst xmlns:a="http://schemas.openxmlformats.org/drawingml/2006/main">
              <a:ext uri="{FF2B5EF4-FFF2-40B4-BE49-F238E27FC236}">
                <a16:creationId xmlns:a16="http://schemas.microsoft.com/office/drawing/2014/main" id="{9A0BA27E-A57F-4B19-9A72-69A00AC552C1}"/>
              </a:ext>
            </a:extLst>
          </p:cNvPr>
          <p:cNvSpPr>
            <a:spLocks xmlns:a="http://schemas.openxmlformats.org/drawingml/2006/main" noGrp="1"/>
          </p:cNvSpPr>
          <p:nvPr/>
        </p:nvSpPr>
        <p:spPr>
          <a:xfrm xmlns:a="http://schemas.openxmlformats.org/drawingml/2006/main">
            <a:off x="742950" y="4757738"/>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0887">
            <a:extLst xmlns:a="http://schemas.openxmlformats.org/drawingml/2006/main">
              <a:ext uri="{FF2B5EF4-FFF2-40B4-BE49-F238E27FC236}">
                <a16:creationId xmlns:a16="http://schemas.microsoft.com/office/drawing/2014/main" id="{76952983-7B83-4988-B247-D45B9A7BC2EC}"/>
              </a:ext>
            </a:extLst>
          </p:cNvPr>
          <p:cNvSpPr>
            <a:spLocks xmlns:a="http://schemas.openxmlformats.org/drawingml/2006/main" noGrp="1"/>
          </p:cNvSpPr>
          <p:nvPr/>
        </p:nvSpPr>
        <p:spPr>
          <a:xfrm xmlns:a="http://schemas.openxmlformats.org/drawingml/2006/main">
            <a:off x="1200150" y="3914775"/>
            <a:ext cx="461010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必要な出力項目・形式</a:t>
            </a:r>
          </a:p>
        </p:txBody>
      </p:sp>
      <p:sp>
        <p:nvSpPr>
          <p:cNvPr id="20" name="box-0888">
            <a:extLst xmlns:a="http://schemas.openxmlformats.org/drawingml/2006/main">
              <a:ext uri="{FF2B5EF4-FFF2-40B4-BE49-F238E27FC236}">
                <a16:creationId xmlns:a16="http://schemas.microsoft.com/office/drawing/2014/main" id="{D39E45FB-15FC-4BAF-B597-4556D4E83B5D}"/>
              </a:ext>
            </a:extLst>
          </p:cNvPr>
          <p:cNvSpPr>
            <a:spLocks xmlns:a="http://schemas.openxmlformats.org/drawingml/2006/main" noGrp="1"/>
          </p:cNvSpPr>
          <p:nvPr/>
        </p:nvSpPr>
        <p:spPr>
          <a:xfrm xmlns:a="http://schemas.openxmlformats.org/drawingml/2006/main">
            <a:off x="6153150" y="3781425"/>
            <a:ext cx="5448300" cy="2162175"/>
          </a:xfrm>
          <a:prstGeom xmlns:a="http://schemas.openxmlformats.org/drawingml/2006/main" prst="roundRect">
            <a:avLst>
              <a:gd name="adj" fmla="val 5286"/>
            </a:avLst>
          </a:prstGeom>
          <a:solidFill xmlns:a="http://schemas.openxmlformats.org/drawingml/2006/main">
            <a:srgbClr val="FFFFFF"/>
          </a:solidFill>
          <a:ln xmlns:a="http://schemas.openxmlformats.org/drawingml/2006/main" w="9525">
            <a:solidFill>
              <a:srgbClr val="D6E1E8"/>
            </a:solidFill>
            <a:prstDash val="solid"/>
          </a:ln>
        </p:spPr>
      </p:sp>
      <p:sp>
        <p:nvSpPr>
          <p:cNvPr id="21" name="box-0889">
            <a:extLst xmlns:a="http://schemas.openxmlformats.org/drawingml/2006/main">
              <a:ext uri="{FF2B5EF4-FFF2-40B4-BE49-F238E27FC236}">
                <a16:creationId xmlns:a16="http://schemas.microsoft.com/office/drawing/2014/main" id="{3D3D8DF4-2906-46A1-AABA-D4471988BCBB}"/>
              </a:ext>
            </a:extLst>
          </p:cNvPr>
          <p:cNvSpPr>
            <a:spLocks xmlns:a="http://schemas.openxmlformats.org/drawingml/2006/main" noGrp="1"/>
          </p:cNvSpPr>
          <p:nvPr/>
        </p:nvSpPr>
        <p:spPr>
          <a:xfrm xmlns:a="http://schemas.openxmlformats.org/drawingml/2006/main">
            <a:off x="6343650" y="4719638"/>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0890">
            <a:extLst xmlns:a="http://schemas.openxmlformats.org/drawingml/2006/main">
              <a:ext uri="{FF2B5EF4-FFF2-40B4-BE49-F238E27FC236}">
                <a16:creationId xmlns:a16="http://schemas.microsoft.com/office/drawing/2014/main" id="{C6D1C125-6CB7-4E15-8C21-DED5FBAB5BF8}"/>
              </a:ext>
            </a:extLst>
          </p:cNvPr>
          <p:cNvSpPr>
            <a:spLocks xmlns:a="http://schemas.openxmlformats.org/drawingml/2006/main" noGrp="1"/>
          </p:cNvSpPr>
          <p:nvPr/>
        </p:nvSpPr>
        <p:spPr>
          <a:xfrm xmlns:a="http://schemas.openxmlformats.org/drawingml/2006/main">
            <a:off x="6343650" y="4757738"/>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0891">
            <a:extLst xmlns:a="http://schemas.openxmlformats.org/drawingml/2006/main">
              <a:ext uri="{FF2B5EF4-FFF2-40B4-BE49-F238E27FC236}">
                <a16:creationId xmlns:a16="http://schemas.microsoft.com/office/drawing/2014/main" id="{B0B692B6-2CD3-486B-A0E6-B5546F38A854}"/>
              </a:ext>
            </a:extLst>
          </p:cNvPr>
          <p:cNvSpPr>
            <a:spLocks xmlns:a="http://schemas.openxmlformats.org/drawingml/2006/main" noGrp="1"/>
          </p:cNvSpPr>
          <p:nvPr/>
        </p:nvSpPr>
        <p:spPr>
          <a:xfrm xmlns:a="http://schemas.openxmlformats.org/drawingml/2006/main">
            <a:off x="6800850" y="3914775"/>
            <a:ext cx="4610100" cy="1895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専門判断・対外約束など人が決める範囲</a:t>
            </a:r>
          </a:p>
        </p:txBody>
      </p:sp>
    </p:spTree>
    <p:extLst>
      <p:ext uri="{BB962C8B-B14F-4D97-AF65-F5344CB8AC3E}">
        <p14:creationId xmlns:p14="http://schemas.microsoft.com/office/powerpoint/2010/main" val="462120880"/>
      </p:ext>
    </p:extLst>
  </p:cSld>
</p:sld>
</file>

<file path=ppt/slides/slide31.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0892">
            <a:extLst xmlns:a="http://schemas.openxmlformats.org/drawingml/2006/main">
              <a:ext uri="{FF2B5EF4-FFF2-40B4-BE49-F238E27FC236}">
                <a16:creationId xmlns:a16="http://schemas.microsoft.com/office/drawing/2014/main" id="{D1AA96B7-33D9-46F3-951B-6CEF4E9F06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893">
            <a:extLst xmlns:a="http://schemas.openxmlformats.org/drawingml/2006/main">
              <a:ext uri="{FF2B5EF4-FFF2-40B4-BE49-F238E27FC236}">
                <a16:creationId xmlns:a16="http://schemas.microsoft.com/office/drawing/2014/main" id="{A0C1DFBF-B785-4573-AD36-E3B2D7773655}"/>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0894">
            <a:extLst xmlns:a="http://schemas.openxmlformats.org/drawingml/2006/main">
              <a:ext uri="{FF2B5EF4-FFF2-40B4-BE49-F238E27FC236}">
                <a16:creationId xmlns:a16="http://schemas.microsoft.com/office/drawing/2014/main" id="{04CEFF67-EBEA-4922-9A43-53C245023B2F}"/>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5｜代表ケースで一連の流れを確認する</a:t>
            </a:r>
          </a:p>
        </p:txBody>
      </p:sp>
      <p:sp>
        <p:nvSpPr>
          <p:cNvPr id="4" name="box-0895">
            <a:extLst xmlns:a="http://schemas.openxmlformats.org/drawingml/2006/main">
              <a:ext uri="{FF2B5EF4-FFF2-40B4-BE49-F238E27FC236}">
                <a16:creationId xmlns:a16="http://schemas.microsoft.com/office/drawing/2014/main" id="{82CCC575-B49A-43DC-8544-6CE71619A7F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896">
            <a:extLst xmlns:a="http://schemas.openxmlformats.org/drawingml/2006/main">
              <a:ext uri="{FF2B5EF4-FFF2-40B4-BE49-F238E27FC236}">
                <a16:creationId xmlns:a16="http://schemas.microsoft.com/office/drawing/2014/main" id="{3A75D270-DE58-4C0F-B890-1770938C9138}"/>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897">
            <a:extLst xmlns:a="http://schemas.openxmlformats.org/drawingml/2006/main">
              <a:ext uri="{FF2B5EF4-FFF2-40B4-BE49-F238E27FC236}">
                <a16:creationId xmlns:a16="http://schemas.microsoft.com/office/drawing/2014/main" id="{DB134F39-26B0-4EBC-B0A3-1891FAF7F8B7}"/>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要点｜三つの原資料を整理し、AIの飛躍を修正して完成版へ進む</a:t>
            </a:r>
          </a:p>
        </p:txBody>
      </p:sp>
      <p:sp>
        <p:nvSpPr>
          <p:cNvPr id="7" name="text-0898">
            <a:extLst xmlns:a="http://schemas.openxmlformats.org/drawingml/2006/main">
              <a:ext uri="{FF2B5EF4-FFF2-40B4-BE49-F238E27FC236}">
                <a16:creationId xmlns:a16="http://schemas.microsoft.com/office/drawing/2014/main" id="{8AE8395D-2BA5-4F6C-BE26-5FACD486CA1C}"/>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31</a:t>
            </a:r>
          </a:p>
        </p:txBody>
      </p:sp>
      <p:sp>
        <p:nvSpPr>
          <p:cNvPr id="8" name="text-0899">
            <a:extLst xmlns:a="http://schemas.openxmlformats.org/drawingml/2006/main">
              <a:ext uri="{FF2B5EF4-FFF2-40B4-BE49-F238E27FC236}">
                <a16:creationId xmlns:a16="http://schemas.microsoft.com/office/drawing/2014/main" id="{67323F6D-7A0F-4BC8-8ECB-717B537FC0DC}"/>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05</a:t>
            </a:r>
          </a:p>
        </p:txBody>
      </p:sp>
      <p:sp>
        <p:nvSpPr>
          <p:cNvPr id="9" name="text-0900">
            <a:extLst xmlns:a="http://schemas.openxmlformats.org/drawingml/2006/main">
              <a:ext uri="{FF2B5EF4-FFF2-40B4-BE49-F238E27FC236}">
                <a16:creationId xmlns:a16="http://schemas.microsoft.com/office/drawing/2014/main" id="{7FF7672C-8380-4EDA-B71A-FDF103D4702C}"/>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5</a:t>
            </a:r>
          </a:p>
        </p:txBody>
      </p:sp>
      <p:sp>
        <p:nvSpPr>
          <p:cNvPr id="10" name="box-0901">
            <a:extLst xmlns:a="http://schemas.openxmlformats.org/drawingml/2006/main">
              <a:ext uri="{FF2B5EF4-FFF2-40B4-BE49-F238E27FC236}">
                <a16:creationId xmlns:a16="http://schemas.microsoft.com/office/drawing/2014/main" id="{C76AE76E-422E-4207-A198-3A4FE1E3665D}"/>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0902">
            <a:extLst xmlns:a="http://schemas.openxmlformats.org/drawingml/2006/main">
              <a:ext uri="{FF2B5EF4-FFF2-40B4-BE49-F238E27FC236}">
                <a16:creationId xmlns:a16="http://schemas.microsoft.com/office/drawing/2014/main" id="{B5C47877-CB72-4A5F-AE63-BBAEF2F22779}"/>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0903">
            <a:extLst xmlns:a="http://schemas.openxmlformats.org/drawingml/2006/main">
              <a:ext uri="{FF2B5EF4-FFF2-40B4-BE49-F238E27FC236}">
                <a16:creationId xmlns:a16="http://schemas.microsoft.com/office/drawing/2014/main" id="{1E8EAB42-437C-4336-A9EC-AB1492D1501C}"/>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架空A社の構造化商談記録</a:t>
            </a:r>
          </a:p>
        </p:txBody>
      </p:sp>
      <p:sp>
        <p:nvSpPr>
          <p:cNvPr id="13" name="box-0904">
            <a:extLst xmlns:a="http://schemas.openxmlformats.org/drawingml/2006/main">
              <a:ext uri="{FF2B5EF4-FFF2-40B4-BE49-F238E27FC236}">
                <a16:creationId xmlns:a16="http://schemas.microsoft.com/office/drawing/2014/main" id="{85A467CC-14BD-4FE7-A879-AB38CF333E66}"/>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0905">
            <a:extLst xmlns:a="http://schemas.openxmlformats.org/drawingml/2006/main">
              <a:ext uri="{FF2B5EF4-FFF2-40B4-BE49-F238E27FC236}">
                <a16:creationId xmlns:a16="http://schemas.microsoft.com/office/drawing/2014/main" id="{9896669B-ACA4-4A52-A885-2A125544F190}"/>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0906">
            <a:extLst xmlns:a="http://schemas.openxmlformats.org/drawingml/2006/main">
              <a:ext uri="{FF2B5EF4-FFF2-40B4-BE49-F238E27FC236}">
                <a16:creationId xmlns:a16="http://schemas.microsoft.com/office/drawing/2014/main" id="{C0DAA2C4-7244-4FC6-9D9E-BE617E5ED45B}"/>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原資料ID</a:t>
            </a:r>
          </a:p>
        </p:txBody>
      </p:sp>
      <p:sp>
        <p:nvSpPr>
          <p:cNvPr id="16" name="box-0907">
            <a:extLst xmlns:a="http://schemas.openxmlformats.org/drawingml/2006/main">
              <a:ext uri="{FF2B5EF4-FFF2-40B4-BE49-F238E27FC236}">
                <a16:creationId xmlns:a16="http://schemas.microsoft.com/office/drawing/2014/main" id="{3513789F-490F-479B-BE29-30D6938513D9}"/>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0908">
            <a:extLst xmlns:a="http://schemas.openxmlformats.org/drawingml/2006/main">
              <a:ext uri="{FF2B5EF4-FFF2-40B4-BE49-F238E27FC236}">
                <a16:creationId xmlns:a16="http://schemas.microsoft.com/office/drawing/2014/main" id="{86F159C7-AB97-4D02-B9D3-CB4E294C25C8}"/>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0909">
            <a:extLst xmlns:a="http://schemas.openxmlformats.org/drawingml/2006/main">
              <a:ext uri="{FF2B5EF4-FFF2-40B4-BE49-F238E27FC236}">
                <a16:creationId xmlns:a16="http://schemas.microsoft.com/office/drawing/2014/main" id="{0673B958-5D86-418E-9FE0-1CC7AF821D04}"/>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AI生出力</a:t>
            </a:r>
          </a:p>
        </p:txBody>
      </p:sp>
      <p:sp>
        <p:nvSpPr>
          <p:cNvPr id="19" name="box-0910">
            <a:extLst xmlns:a="http://schemas.openxmlformats.org/drawingml/2006/main">
              <a:ext uri="{FF2B5EF4-FFF2-40B4-BE49-F238E27FC236}">
                <a16:creationId xmlns:a16="http://schemas.microsoft.com/office/drawing/2014/main" id="{BB99AABE-B112-41F8-98A6-1F3DBF52A330}"/>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0911">
            <a:extLst xmlns:a="http://schemas.openxmlformats.org/drawingml/2006/main">
              <a:ext uri="{FF2B5EF4-FFF2-40B4-BE49-F238E27FC236}">
                <a16:creationId xmlns:a16="http://schemas.microsoft.com/office/drawing/2014/main" id="{53A356F4-F569-4DBD-A7A5-13704DB27935}"/>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0912">
            <a:extLst xmlns:a="http://schemas.openxmlformats.org/drawingml/2006/main">
              <a:ext uri="{FF2B5EF4-FFF2-40B4-BE49-F238E27FC236}">
                <a16:creationId xmlns:a16="http://schemas.microsoft.com/office/drawing/2014/main" id="{FF844F7B-3336-4CAD-A9B2-0B76D02465C3}"/>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人の修正</a:t>
            </a:r>
          </a:p>
        </p:txBody>
      </p:sp>
      <p:sp>
        <p:nvSpPr>
          <p:cNvPr id="22" name="box-0913">
            <a:extLst xmlns:a="http://schemas.openxmlformats.org/drawingml/2006/main">
              <a:ext uri="{FF2B5EF4-FFF2-40B4-BE49-F238E27FC236}">
                <a16:creationId xmlns:a16="http://schemas.microsoft.com/office/drawing/2014/main" id="{9571FD95-2DF1-489C-AEA9-61704B4CCE38}"/>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0914">
            <a:extLst xmlns:a="http://schemas.openxmlformats.org/drawingml/2006/main">
              <a:ext uri="{FF2B5EF4-FFF2-40B4-BE49-F238E27FC236}">
                <a16:creationId xmlns:a16="http://schemas.microsoft.com/office/drawing/2014/main" id="{6ABAF268-C17B-49D4-8ED2-BE193D39C5F0}"/>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三つの原資料を整理し、AIの飛躍を修正して完成版へ進む</a:t>
            </a:r>
          </a:p>
        </p:txBody>
      </p:sp>
    </p:spTree>
    <p:extLst>
      <p:ext uri="{BB962C8B-B14F-4D97-AF65-F5344CB8AC3E}">
        <p14:creationId xmlns:p14="http://schemas.microsoft.com/office/powerpoint/2010/main" val="1594064499"/>
      </p:ext>
    </p:extLst>
  </p:cSld>
</p:sld>
</file>

<file path=ppt/slides/slide3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0915">
            <a:extLst xmlns:a="http://schemas.openxmlformats.org/drawingml/2006/main">
              <a:ext uri="{FF2B5EF4-FFF2-40B4-BE49-F238E27FC236}">
                <a16:creationId xmlns:a16="http://schemas.microsoft.com/office/drawing/2014/main" id="{CC651CCC-4D28-4A17-9E54-B9DDDA78862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916">
            <a:extLst xmlns:a="http://schemas.openxmlformats.org/drawingml/2006/main">
              <a:ext uri="{FF2B5EF4-FFF2-40B4-BE49-F238E27FC236}">
                <a16:creationId xmlns:a16="http://schemas.microsoft.com/office/drawing/2014/main" id="{3111AC55-4130-4AB2-A86D-5E9054DA4584}"/>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0917">
            <a:extLst xmlns:a="http://schemas.openxmlformats.org/drawingml/2006/main">
              <a:ext uri="{FF2B5EF4-FFF2-40B4-BE49-F238E27FC236}">
                <a16:creationId xmlns:a16="http://schemas.microsoft.com/office/drawing/2014/main" id="{81DC13EC-0451-4C77-8DF6-C4640163791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代表ケース｜A社の業務記録整理相談</a:t>
            </a:r>
          </a:p>
        </p:txBody>
      </p:sp>
      <p:sp>
        <p:nvSpPr>
          <p:cNvPr id="4" name="box-0918">
            <a:extLst xmlns:a="http://schemas.openxmlformats.org/drawingml/2006/main">
              <a:ext uri="{FF2B5EF4-FFF2-40B4-BE49-F238E27FC236}">
                <a16:creationId xmlns:a16="http://schemas.microsoft.com/office/drawing/2014/main" id="{FE2D5210-5D91-4DF7-A0EF-1E259CEE2766}"/>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919">
            <a:extLst xmlns:a="http://schemas.openxmlformats.org/drawingml/2006/main">
              <a:ext uri="{FF2B5EF4-FFF2-40B4-BE49-F238E27FC236}">
                <a16:creationId xmlns:a16="http://schemas.microsoft.com/office/drawing/2014/main" id="{9CC1ADD7-16DC-4188-8876-F1C43DA1DB1E}"/>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920">
            <a:extLst xmlns:a="http://schemas.openxmlformats.org/drawingml/2006/main">
              <a:ext uri="{FF2B5EF4-FFF2-40B4-BE49-F238E27FC236}">
                <a16:creationId xmlns:a16="http://schemas.microsoft.com/office/drawing/2014/main" id="{8502982E-F837-40C1-B4DA-E6698E423B2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要点｜会話・メール・担当者メモには、異なる種類の情報が混ざる</a:t>
            </a:r>
          </a:p>
        </p:txBody>
      </p:sp>
      <p:sp>
        <p:nvSpPr>
          <p:cNvPr id="7" name="text-0921">
            <a:extLst xmlns:a="http://schemas.openxmlformats.org/drawingml/2006/main">
              <a:ext uri="{FF2B5EF4-FFF2-40B4-BE49-F238E27FC236}">
                <a16:creationId xmlns:a16="http://schemas.microsoft.com/office/drawing/2014/main" id="{A4063DBE-904C-4990-ACD7-F60587163E2C}"/>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32</a:t>
            </a:r>
          </a:p>
        </p:txBody>
      </p:sp>
      <p:sp>
        <p:nvSpPr>
          <p:cNvPr id="8" name="box-0922">
            <a:extLst xmlns:a="http://schemas.openxmlformats.org/drawingml/2006/main">
              <a:ext uri="{FF2B5EF4-FFF2-40B4-BE49-F238E27FC236}">
                <a16:creationId xmlns:a16="http://schemas.microsoft.com/office/drawing/2014/main" id="{488375F9-3FCC-4C3A-9B45-C0462157DD4B}"/>
              </a:ext>
            </a:extLst>
          </p:cNvPr>
          <p:cNvSpPr>
            <a:spLocks xmlns:a="http://schemas.openxmlformats.org/drawingml/2006/main" noGrp="1"/>
          </p:cNvSpPr>
          <p:nvPr/>
        </p:nvSpPr>
        <p:spPr>
          <a:xfrm xmlns:a="http://schemas.openxmlformats.org/drawingml/2006/main">
            <a:off x="552450" y="1428750"/>
            <a:ext cx="4810125" cy="4572000"/>
          </a:xfrm>
          <a:prstGeom xmlns:a="http://schemas.openxmlformats.org/drawingml/2006/main" prst="roundRect">
            <a:avLst>
              <a:gd name="adj" fmla="val 2500"/>
            </a:avLst>
          </a:prstGeom>
          <a:solidFill xmlns:a="http://schemas.openxmlformats.org/drawingml/2006/main">
            <a:srgbClr val="14364F"/>
          </a:solidFill>
          <a:ln xmlns:a="http://schemas.openxmlformats.org/drawingml/2006/main" w="0">
            <a:noFill/>
            <a:prstDash val="solid"/>
          </a:ln>
        </p:spPr>
      </p:sp>
      <p:sp>
        <p:nvSpPr>
          <p:cNvPr id="9" name="text-0923">
            <a:extLst xmlns:a="http://schemas.openxmlformats.org/drawingml/2006/main">
              <a:ext uri="{FF2B5EF4-FFF2-40B4-BE49-F238E27FC236}">
                <a16:creationId xmlns:a16="http://schemas.microsoft.com/office/drawing/2014/main" id="{1169A6F2-A002-4B83-A5CE-46008021A991}"/>
              </a:ext>
            </a:extLst>
          </p:cNvPr>
          <p:cNvSpPr>
            <a:spLocks xmlns:a="http://schemas.openxmlformats.org/drawingml/2006/main" noGrp="1"/>
          </p:cNvSpPr>
          <p:nvPr/>
        </p:nvSpPr>
        <p:spPr>
          <a:xfrm xmlns:a="http://schemas.openxmlformats.org/drawingml/2006/main">
            <a:off x="83820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D4EFEC"/>
                </a:solidFill>
                <a:latin typeface="Hiragino Sans"/>
                <a:ea typeface="Hiragino Sans"/>
                <a:cs typeface="Hiragino Sans"/>
              </a:defRPr>
            </a:pPr>
            <a:r>
              <a:rPr sz="1050" b="1">
                <a:solidFill>
                  <a:srgbClr val="D4EFEC"/>
                </a:solidFill>
                <a:latin typeface="Hiragino Sans"/>
                <a:ea typeface="Hiragino Sans"/>
                <a:cs typeface="Hiragino Sans"/>
              </a:rPr>
              <a:t>実務での見方</a:t>
            </a:r>
          </a:p>
        </p:txBody>
      </p:sp>
      <p:sp>
        <p:nvSpPr>
          <p:cNvPr id="10" name="box-0924">
            <a:extLst xmlns:a="http://schemas.openxmlformats.org/drawingml/2006/main">
              <a:ext uri="{FF2B5EF4-FFF2-40B4-BE49-F238E27FC236}">
                <a16:creationId xmlns:a16="http://schemas.microsoft.com/office/drawing/2014/main" id="{22B8B3E4-8320-41C0-BE95-D370AB2198EE}"/>
              </a:ext>
            </a:extLst>
          </p:cNvPr>
          <p:cNvSpPr>
            <a:spLocks xmlns:a="http://schemas.openxmlformats.org/drawingml/2006/main" noGrp="1"/>
          </p:cNvSpPr>
          <p:nvPr/>
        </p:nvSpPr>
        <p:spPr>
          <a:xfrm xmlns:a="http://schemas.openxmlformats.org/drawingml/2006/main">
            <a:off x="838200" y="22669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1" name="box-0925">
            <a:extLst xmlns:a="http://schemas.openxmlformats.org/drawingml/2006/main">
              <a:ext uri="{FF2B5EF4-FFF2-40B4-BE49-F238E27FC236}">
                <a16:creationId xmlns:a16="http://schemas.microsoft.com/office/drawing/2014/main" id="{8BACA38B-082B-47B6-980C-36A7A209E9CE}"/>
              </a:ext>
            </a:extLst>
          </p:cNvPr>
          <p:cNvSpPr>
            <a:spLocks xmlns:a="http://schemas.openxmlformats.org/drawingml/2006/main" noGrp="1"/>
          </p:cNvSpPr>
          <p:nvPr/>
        </p:nvSpPr>
        <p:spPr>
          <a:xfrm xmlns:a="http://schemas.openxmlformats.org/drawingml/2006/main">
            <a:off x="990600" y="25622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2" name="text-0926">
            <a:extLst xmlns:a="http://schemas.openxmlformats.org/drawingml/2006/main">
              <a:ext uri="{FF2B5EF4-FFF2-40B4-BE49-F238E27FC236}">
                <a16:creationId xmlns:a16="http://schemas.microsoft.com/office/drawing/2014/main" id="{BFD8AD9E-FA66-4572-8F79-F807F819F274}"/>
              </a:ext>
            </a:extLst>
          </p:cNvPr>
          <p:cNvSpPr>
            <a:spLocks xmlns:a="http://schemas.openxmlformats.org/drawingml/2006/main" noGrp="1"/>
          </p:cNvSpPr>
          <p:nvPr/>
        </p:nvSpPr>
        <p:spPr>
          <a:xfrm xmlns:a="http://schemas.openxmlformats.org/drawingml/2006/main">
            <a:off x="1200150" y="23336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架空企業A社・3拠点</a:t>
            </a:r>
          </a:p>
        </p:txBody>
      </p:sp>
      <p:sp>
        <p:nvSpPr>
          <p:cNvPr id="13" name="box-0927">
            <a:extLst xmlns:a="http://schemas.openxmlformats.org/drawingml/2006/main">
              <a:ext uri="{FF2B5EF4-FFF2-40B4-BE49-F238E27FC236}">
                <a16:creationId xmlns:a16="http://schemas.microsoft.com/office/drawing/2014/main" id="{D666C15D-E247-4549-8EF5-4D6353EA32A3}"/>
              </a:ext>
            </a:extLst>
          </p:cNvPr>
          <p:cNvSpPr>
            <a:spLocks xmlns:a="http://schemas.openxmlformats.org/drawingml/2006/main" noGrp="1"/>
          </p:cNvSpPr>
          <p:nvPr/>
        </p:nvSpPr>
        <p:spPr>
          <a:xfrm xmlns:a="http://schemas.openxmlformats.org/drawingml/2006/main">
            <a:off x="838200" y="30480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4" name="box-0928">
            <a:extLst xmlns:a="http://schemas.openxmlformats.org/drawingml/2006/main">
              <a:ext uri="{FF2B5EF4-FFF2-40B4-BE49-F238E27FC236}">
                <a16:creationId xmlns:a16="http://schemas.microsoft.com/office/drawing/2014/main" id="{D2225F00-D812-4C8B-8557-F9EC38038654}"/>
              </a:ext>
            </a:extLst>
          </p:cNvPr>
          <p:cNvSpPr>
            <a:spLocks xmlns:a="http://schemas.openxmlformats.org/drawingml/2006/main" noGrp="1"/>
          </p:cNvSpPr>
          <p:nvPr/>
        </p:nvSpPr>
        <p:spPr>
          <a:xfrm xmlns:a="http://schemas.openxmlformats.org/drawingml/2006/main">
            <a:off x="990600" y="33432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5" name="text-0929">
            <a:extLst xmlns:a="http://schemas.openxmlformats.org/drawingml/2006/main">
              <a:ext uri="{FF2B5EF4-FFF2-40B4-BE49-F238E27FC236}">
                <a16:creationId xmlns:a16="http://schemas.microsoft.com/office/drawing/2014/main" id="{300C0DDB-99B7-415F-9D7E-E0CABD61E5EE}"/>
              </a:ext>
            </a:extLst>
          </p:cNvPr>
          <p:cNvSpPr>
            <a:spLocks xmlns:a="http://schemas.openxmlformats.org/drawingml/2006/main" noGrp="1"/>
          </p:cNvSpPr>
          <p:nvPr/>
        </p:nvSpPr>
        <p:spPr>
          <a:xfrm xmlns:a="http://schemas.openxmlformats.org/drawingml/2006/main">
            <a:off x="1200150" y="31146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現行は紙と表計算へ二重入力</a:t>
            </a:r>
          </a:p>
        </p:txBody>
      </p:sp>
      <p:sp>
        <p:nvSpPr>
          <p:cNvPr id="16" name="box-0930">
            <a:extLst xmlns:a="http://schemas.openxmlformats.org/drawingml/2006/main">
              <a:ext uri="{FF2B5EF4-FFF2-40B4-BE49-F238E27FC236}">
                <a16:creationId xmlns:a16="http://schemas.microsoft.com/office/drawing/2014/main" id="{AC44E58A-01E2-4C71-9221-ADB9D7CEF6D2}"/>
              </a:ext>
            </a:extLst>
          </p:cNvPr>
          <p:cNvSpPr>
            <a:spLocks xmlns:a="http://schemas.openxmlformats.org/drawingml/2006/main" noGrp="1"/>
          </p:cNvSpPr>
          <p:nvPr/>
        </p:nvSpPr>
        <p:spPr>
          <a:xfrm xmlns:a="http://schemas.openxmlformats.org/drawingml/2006/main">
            <a:off x="838200" y="38290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7" name="box-0931">
            <a:extLst xmlns:a="http://schemas.openxmlformats.org/drawingml/2006/main">
              <a:ext uri="{FF2B5EF4-FFF2-40B4-BE49-F238E27FC236}">
                <a16:creationId xmlns:a16="http://schemas.microsoft.com/office/drawing/2014/main" id="{870D7F82-83CA-41EB-896A-79CFBC940851}"/>
              </a:ext>
            </a:extLst>
          </p:cNvPr>
          <p:cNvSpPr>
            <a:spLocks xmlns:a="http://schemas.openxmlformats.org/drawingml/2006/main" noGrp="1"/>
          </p:cNvSpPr>
          <p:nvPr/>
        </p:nvSpPr>
        <p:spPr>
          <a:xfrm xmlns:a="http://schemas.openxmlformats.org/drawingml/2006/main">
            <a:off x="990600" y="41243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8" name="text-0932">
            <a:extLst xmlns:a="http://schemas.openxmlformats.org/drawingml/2006/main">
              <a:ext uri="{FF2B5EF4-FFF2-40B4-BE49-F238E27FC236}">
                <a16:creationId xmlns:a16="http://schemas.microsoft.com/office/drawing/2014/main" id="{5AE7CF25-E88E-47C5-9037-1C2373382FEB}"/>
              </a:ext>
            </a:extLst>
          </p:cNvPr>
          <p:cNvSpPr>
            <a:spLocks xmlns:a="http://schemas.openxmlformats.org/drawingml/2006/main" noGrp="1"/>
          </p:cNvSpPr>
          <p:nvPr/>
        </p:nvSpPr>
        <p:spPr>
          <a:xfrm xmlns:a="http://schemas.openxmlformats.org/drawingml/2006/main">
            <a:off x="1200150" y="38957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一拠点での試行を検討</a:t>
            </a:r>
          </a:p>
        </p:txBody>
      </p:sp>
      <p:sp>
        <p:nvSpPr>
          <p:cNvPr id="19" name="box-0933">
            <a:extLst xmlns:a="http://schemas.openxmlformats.org/drawingml/2006/main">
              <a:ext uri="{FF2B5EF4-FFF2-40B4-BE49-F238E27FC236}">
                <a16:creationId xmlns:a16="http://schemas.microsoft.com/office/drawing/2014/main" id="{CE2D2F98-F23D-4CB3-86DC-533DDC7BB7ED}"/>
              </a:ext>
            </a:extLst>
          </p:cNvPr>
          <p:cNvSpPr>
            <a:spLocks xmlns:a="http://schemas.openxmlformats.org/drawingml/2006/main" noGrp="1"/>
          </p:cNvSpPr>
          <p:nvPr/>
        </p:nvSpPr>
        <p:spPr>
          <a:xfrm xmlns:a="http://schemas.openxmlformats.org/drawingml/2006/main">
            <a:off x="838200" y="46101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20" name="box-0934">
            <a:extLst xmlns:a="http://schemas.openxmlformats.org/drawingml/2006/main">
              <a:ext uri="{FF2B5EF4-FFF2-40B4-BE49-F238E27FC236}">
                <a16:creationId xmlns:a16="http://schemas.microsoft.com/office/drawing/2014/main" id="{2C92562C-FF59-4EB5-9731-F9B8BD715D12}"/>
              </a:ext>
            </a:extLst>
          </p:cNvPr>
          <p:cNvSpPr>
            <a:spLocks xmlns:a="http://schemas.openxmlformats.org/drawingml/2006/main" noGrp="1"/>
          </p:cNvSpPr>
          <p:nvPr/>
        </p:nvSpPr>
        <p:spPr>
          <a:xfrm xmlns:a="http://schemas.openxmlformats.org/drawingml/2006/main">
            <a:off x="990600" y="49053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21" name="text-0935">
            <a:extLst xmlns:a="http://schemas.openxmlformats.org/drawingml/2006/main">
              <a:ext uri="{FF2B5EF4-FFF2-40B4-BE49-F238E27FC236}">
                <a16:creationId xmlns:a16="http://schemas.microsoft.com/office/drawing/2014/main" id="{5119653B-6393-4BC4-9507-AB0B252B2723}"/>
              </a:ext>
            </a:extLst>
          </p:cNvPr>
          <p:cNvSpPr>
            <a:spLocks xmlns:a="http://schemas.openxmlformats.org/drawingml/2006/main" noGrp="1"/>
          </p:cNvSpPr>
          <p:nvPr/>
        </p:nvSpPr>
        <p:spPr>
          <a:xfrm xmlns:a="http://schemas.openxmlformats.org/drawingml/2006/main">
            <a:off x="1200150" y="46767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予算・正式期限は未確認</a:t>
            </a:r>
          </a:p>
        </p:txBody>
      </p:sp>
      <p:sp>
        <p:nvSpPr>
          <p:cNvPr id="22" name="text-0936">
            <a:extLst xmlns:a="http://schemas.openxmlformats.org/drawingml/2006/main">
              <a:ext uri="{FF2B5EF4-FFF2-40B4-BE49-F238E27FC236}">
                <a16:creationId xmlns:a16="http://schemas.microsoft.com/office/drawing/2014/main" id="{8B4B440B-DAB9-4736-82AD-C90CED290FE4}"/>
              </a:ext>
            </a:extLst>
          </p:cNvPr>
          <p:cNvSpPr>
            <a:spLocks xmlns:a="http://schemas.openxmlformats.org/drawingml/2006/main" noGrp="1"/>
          </p:cNvSpPr>
          <p:nvPr/>
        </p:nvSpPr>
        <p:spPr>
          <a:xfrm xmlns:a="http://schemas.openxmlformats.org/drawingml/2006/main">
            <a:off x="838200" y="56388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0">
                <a:solidFill>
                  <a:srgbClr val="D4EFEC"/>
                </a:solidFill>
                <a:latin typeface="Hiragino Sans"/>
                <a:ea typeface="Hiragino Sans"/>
                <a:cs typeface="Hiragino Sans"/>
              </a:defRPr>
            </a:pPr>
            <a:r>
              <a:rPr sz="825" b="0">
                <a:solidFill>
                  <a:srgbClr val="D4EFEC"/>
                </a:solidFill>
                <a:latin typeface="Hiragino Sans"/>
                <a:ea typeface="Hiragino Sans"/>
                <a:cs typeface="Hiragino Sans"/>
              </a:rPr>
              <a:t>※ 画像内の人物・記録は教材用イメージ</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137dffa5a6a4928"/>
          <a:srcRect xmlns:a="http://schemas.openxmlformats.org/drawingml/2006/main" l="12890" t="0" r="12890" b="0"/>
          <a:stretch xmlns:a="http://schemas.openxmlformats.org/drawingml/2006/main">
            <a:fillRect l="0" t="0" r="0" b="0"/>
          </a:stretch>
        </p:blipFill>
        <p:spPr>
          <a:xfrm xmlns:a="http://schemas.openxmlformats.org/drawingml/2006/main">
            <a:off x="5572125" y="1428750"/>
            <a:ext cx="60293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1000404477"/>
      </p:ext>
    </p:extLst>
  </p:cSld>
</p:sld>
</file>

<file path=ppt/slides/slide3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0937">
            <a:extLst xmlns:a="http://schemas.openxmlformats.org/drawingml/2006/main">
              <a:ext uri="{FF2B5EF4-FFF2-40B4-BE49-F238E27FC236}">
                <a16:creationId xmlns:a16="http://schemas.microsoft.com/office/drawing/2014/main" id="{4613C2AE-83A7-45DB-8074-5C6BFAF7D34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938">
            <a:extLst xmlns:a="http://schemas.openxmlformats.org/drawingml/2006/main">
              <a:ext uri="{FF2B5EF4-FFF2-40B4-BE49-F238E27FC236}">
                <a16:creationId xmlns:a16="http://schemas.microsoft.com/office/drawing/2014/main" id="{62C41A00-D3DD-4C5A-9CB2-EAFF6C10EA2F}"/>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0939">
            <a:extLst xmlns:a="http://schemas.openxmlformats.org/drawingml/2006/main">
              <a:ext uri="{FF2B5EF4-FFF2-40B4-BE49-F238E27FC236}">
                <a16:creationId xmlns:a16="http://schemas.microsoft.com/office/drawing/2014/main" id="{D48F17D3-B5CC-447D-A946-854318487499}"/>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三つの原資料には、事実と見立てが混在します</a:t>
            </a:r>
          </a:p>
        </p:txBody>
      </p:sp>
      <p:sp>
        <p:nvSpPr>
          <p:cNvPr id="4" name="box-0940">
            <a:extLst xmlns:a="http://schemas.openxmlformats.org/drawingml/2006/main">
              <a:ext uri="{FF2B5EF4-FFF2-40B4-BE49-F238E27FC236}">
                <a16:creationId xmlns:a16="http://schemas.microsoft.com/office/drawing/2014/main" id="{E16B9D83-F28B-4B22-9B1C-045F575BD64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941">
            <a:extLst xmlns:a="http://schemas.openxmlformats.org/drawingml/2006/main">
              <a:ext uri="{FF2B5EF4-FFF2-40B4-BE49-F238E27FC236}">
                <a16:creationId xmlns:a16="http://schemas.microsoft.com/office/drawing/2014/main" id="{E854C715-ED9A-4EA8-8300-04BE9A7D7A5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942">
            <a:extLst xmlns:a="http://schemas.openxmlformats.org/drawingml/2006/main">
              <a:ext uri="{FF2B5EF4-FFF2-40B4-BE49-F238E27FC236}">
                <a16:creationId xmlns:a16="http://schemas.microsoft.com/office/drawing/2014/main" id="{F84CE608-8C55-44D8-BD61-CC65617AA6D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要点｜同じ案件でも、資料ごとに役割と信頼できる範囲が違う</a:t>
            </a:r>
          </a:p>
        </p:txBody>
      </p:sp>
      <p:sp>
        <p:nvSpPr>
          <p:cNvPr id="7" name="text-0943">
            <a:extLst xmlns:a="http://schemas.openxmlformats.org/drawingml/2006/main">
              <a:ext uri="{FF2B5EF4-FFF2-40B4-BE49-F238E27FC236}">
                <a16:creationId xmlns:a16="http://schemas.microsoft.com/office/drawing/2014/main" id="{F692ECDC-E47C-44D7-8707-16F83B6E2B40}"/>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33</a:t>
            </a:r>
          </a:p>
        </p:txBody>
      </p:sp>
      <p:sp>
        <p:nvSpPr>
          <p:cNvPr id="8" name="box-0944">
            <a:extLst xmlns:a="http://schemas.openxmlformats.org/drawingml/2006/main">
              <a:ext uri="{FF2B5EF4-FFF2-40B4-BE49-F238E27FC236}">
                <a16:creationId xmlns:a16="http://schemas.microsoft.com/office/drawing/2014/main" id="{DAB60C40-0C5F-4113-A2ED-D368A7B39F92}"/>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0945">
            <a:extLst xmlns:a="http://schemas.openxmlformats.org/drawingml/2006/main">
              <a:ext uri="{FF2B5EF4-FFF2-40B4-BE49-F238E27FC236}">
                <a16:creationId xmlns:a16="http://schemas.microsoft.com/office/drawing/2014/main" id="{6040F294-2C4D-4B8B-A1B9-71F9558C61EA}"/>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ID</a:t>
            </a:r>
          </a:p>
        </p:txBody>
      </p:sp>
      <p:sp>
        <p:nvSpPr>
          <p:cNvPr id="10" name="box-0946">
            <a:extLst xmlns:a="http://schemas.openxmlformats.org/drawingml/2006/main">
              <a:ext uri="{FF2B5EF4-FFF2-40B4-BE49-F238E27FC236}">
                <a16:creationId xmlns:a16="http://schemas.microsoft.com/office/drawing/2014/main" id="{C257212E-257F-4181-9485-1222D7A89C52}"/>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0947">
            <a:extLst xmlns:a="http://schemas.openxmlformats.org/drawingml/2006/main">
              <a:ext uri="{FF2B5EF4-FFF2-40B4-BE49-F238E27FC236}">
                <a16:creationId xmlns:a16="http://schemas.microsoft.com/office/drawing/2014/main" id="{2808C002-A1FF-4DC5-9AB4-BC536047ABEA}"/>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原資料</a:t>
            </a:r>
          </a:p>
        </p:txBody>
      </p:sp>
      <p:sp>
        <p:nvSpPr>
          <p:cNvPr id="12" name="box-0948">
            <a:extLst xmlns:a="http://schemas.openxmlformats.org/drawingml/2006/main">
              <a:ext uri="{FF2B5EF4-FFF2-40B4-BE49-F238E27FC236}">
                <a16:creationId xmlns:a16="http://schemas.microsoft.com/office/drawing/2014/main" id="{151E8AF6-B084-41AB-851D-663C6C54DF40}"/>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0949">
            <a:extLst xmlns:a="http://schemas.openxmlformats.org/drawingml/2006/main">
              <a:ext uri="{FF2B5EF4-FFF2-40B4-BE49-F238E27FC236}">
                <a16:creationId xmlns:a16="http://schemas.microsoft.com/office/drawing/2014/main" id="{BB1175B7-D580-4201-9DB2-984085232C72}"/>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主に分かること</a:t>
            </a:r>
          </a:p>
        </p:txBody>
      </p:sp>
      <p:sp>
        <p:nvSpPr>
          <p:cNvPr id="14" name="box-0950">
            <a:extLst xmlns:a="http://schemas.openxmlformats.org/drawingml/2006/main">
              <a:ext uri="{FF2B5EF4-FFF2-40B4-BE49-F238E27FC236}">
                <a16:creationId xmlns:a16="http://schemas.microsoft.com/office/drawing/2014/main" id="{C1C70E5E-204C-4105-AF32-825AA667ED6D}"/>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0951">
            <a:extLst xmlns:a="http://schemas.openxmlformats.org/drawingml/2006/main">
              <a:ext uri="{FF2B5EF4-FFF2-40B4-BE49-F238E27FC236}">
                <a16:creationId xmlns:a16="http://schemas.microsoft.com/office/drawing/2014/main" id="{2F022FA0-961A-44B2-AD97-01ECDF49A72B}"/>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SRC-01</a:t>
            </a:r>
          </a:p>
        </p:txBody>
      </p:sp>
      <p:sp>
        <p:nvSpPr>
          <p:cNvPr id="16" name="box-0952">
            <a:extLst xmlns:a="http://schemas.openxmlformats.org/drawingml/2006/main">
              <a:ext uri="{FF2B5EF4-FFF2-40B4-BE49-F238E27FC236}">
                <a16:creationId xmlns:a16="http://schemas.microsoft.com/office/drawing/2014/main" id="{01FA5FCB-A9DE-4260-BB46-7865BE97F563}"/>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0953">
            <a:extLst xmlns:a="http://schemas.openxmlformats.org/drawingml/2006/main">
              <a:ext uri="{FF2B5EF4-FFF2-40B4-BE49-F238E27FC236}">
                <a16:creationId xmlns:a16="http://schemas.microsoft.com/office/drawing/2014/main" id="{030AAB68-A8B7-4A07-9C2C-AD7A0AC1CEED}"/>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商談文字起こし</a:t>
            </a:r>
          </a:p>
        </p:txBody>
      </p:sp>
      <p:sp>
        <p:nvSpPr>
          <p:cNvPr id="18" name="box-0954">
            <a:extLst xmlns:a="http://schemas.openxmlformats.org/drawingml/2006/main">
              <a:ext uri="{FF2B5EF4-FFF2-40B4-BE49-F238E27FC236}">
                <a16:creationId xmlns:a16="http://schemas.microsoft.com/office/drawing/2014/main" id="{B434E5D6-42E6-45F7-9389-FB8C913F1A21}"/>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0955">
            <a:extLst xmlns:a="http://schemas.openxmlformats.org/drawingml/2006/main">
              <a:ext uri="{FF2B5EF4-FFF2-40B4-BE49-F238E27FC236}">
                <a16:creationId xmlns:a16="http://schemas.microsoft.com/office/drawing/2014/main" id="{0428C41E-3138-444F-AA50-23F78E19045D}"/>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顧客の発言・質問</a:t>
            </a:r>
          </a:p>
        </p:txBody>
      </p:sp>
      <p:sp>
        <p:nvSpPr>
          <p:cNvPr id="20" name="box-0956">
            <a:extLst xmlns:a="http://schemas.openxmlformats.org/drawingml/2006/main">
              <a:ext uri="{FF2B5EF4-FFF2-40B4-BE49-F238E27FC236}">
                <a16:creationId xmlns:a16="http://schemas.microsoft.com/office/drawing/2014/main" id="{9EB8DE22-0829-4E5A-8A97-4F4EB30CA50B}"/>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0957">
            <a:extLst xmlns:a="http://schemas.openxmlformats.org/drawingml/2006/main">
              <a:ext uri="{FF2B5EF4-FFF2-40B4-BE49-F238E27FC236}">
                <a16:creationId xmlns:a16="http://schemas.microsoft.com/office/drawing/2014/main" id="{B8AA0791-F8F2-4CB1-88CA-E448E0F0C403}"/>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SRC-02</a:t>
            </a:r>
          </a:p>
        </p:txBody>
      </p:sp>
      <p:sp>
        <p:nvSpPr>
          <p:cNvPr id="22" name="box-0958">
            <a:extLst xmlns:a="http://schemas.openxmlformats.org/drawingml/2006/main">
              <a:ext uri="{FF2B5EF4-FFF2-40B4-BE49-F238E27FC236}">
                <a16:creationId xmlns:a16="http://schemas.microsoft.com/office/drawing/2014/main" id="{0CA56F3B-A281-4408-969C-A5D1CE6842AC}"/>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0959">
            <a:extLst xmlns:a="http://schemas.openxmlformats.org/drawingml/2006/main">
              <a:ext uri="{FF2B5EF4-FFF2-40B4-BE49-F238E27FC236}">
                <a16:creationId xmlns:a16="http://schemas.microsoft.com/office/drawing/2014/main" id="{94DED41D-2BC4-4CFB-BEAD-3761F91632FB}"/>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営業メモ</a:t>
            </a:r>
          </a:p>
        </p:txBody>
      </p:sp>
      <p:sp>
        <p:nvSpPr>
          <p:cNvPr id="24" name="box-0960">
            <a:extLst xmlns:a="http://schemas.openxmlformats.org/drawingml/2006/main">
              <a:ext uri="{FF2B5EF4-FFF2-40B4-BE49-F238E27FC236}">
                <a16:creationId xmlns:a16="http://schemas.microsoft.com/office/drawing/2014/main" id="{38180D4B-4001-4D3B-9A32-4A3577E8B716}"/>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0961">
            <a:extLst xmlns:a="http://schemas.openxmlformats.org/drawingml/2006/main">
              <a:ext uri="{FF2B5EF4-FFF2-40B4-BE49-F238E27FC236}">
                <a16:creationId xmlns:a16="http://schemas.microsoft.com/office/drawing/2014/main" id="{310C4B21-6F9F-47BD-B2DF-50301706D619}"/>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観察・担当者の解釈</a:t>
            </a:r>
          </a:p>
        </p:txBody>
      </p:sp>
      <p:sp>
        <p:nvSpPr>
          <p:cNvPr id="26" name="box-0962">
            <a:extLst xmlns:a="http://schemas.openxmlformats.org/drawingml/2006/main">
              <a:ext uri="{FF2B5EF4-FFF2-40B4-BE49-F238E27FC236}">
                <a16:creationId xmlns:a16="http://schemas.microsoft.com/office/drawing/2014/main" id="{F5BB1BDD-8AC7-4454-BD2D-79D3FCF54633}"/>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0963">
            <a:extLst xmlns:a="http://schemas.openxmlformats.org/drawingml/2006/main">
              <a:ext uri="{FF2B5EF4-FFF2-40B4-BE49-F238E27FC236}">
                <a16:creationId xmlns:a16="http://schemas.microsoft.com/office/drawing/2014/main" id="{F0ACE0CC-C9E7-4EC3-8265-7DDE107848F7}"/>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SRC-03</a:t>
            </a:r>
          </a:p>
        </p:txBody>
      </p:sp>
      <p:sp>
        <p:nvSpPr>
          <p:cNvPr id="28" name="box-0964">
            <a:extLst xmlns:a="http://schemas.openxmlformats.org/drawingml/2006/main">
              <a:ext uri="{FF2B5EF4-FFF2-40B4-BE49-F238E27FC236}">
                <a16:creationId xmlns:a16="http://schemas.microsoft.com/office/drawing/2014/main" id="{79837A31-68EC-47CC-AF6A-30BD5F1AB406}"/>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0965">
            <a:extLst xmlns:a="http://schemas.openxmlformats.org/drawingml/2006/main">
              <a:ext uri="{FF2B5EF4-FFF2-40B4-BE49-F238E27FC236}">
                <a16:creationId xmlns:a16="http://schemas.microsoft.com/office/drawing/2014/main" id="{6D1BEC5C-5751-44FA-9451-656C14383D92}"/>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顧客メール</a:t>
            </a:r>
          </a:p>
        </p:txBody>
      </p:sp>
      <p:sp>
        <p:nvSpPr>
          <p:cNvPr id="30" name="box-0966">
            <a:extLst xmlns:a="http://schemas.openxmlformats.org/drawingml/2006/main">
              <a:ext uri="{FF2B5EF4-FFF2-40B4-BE49-F238E27FC236}">
                <a16:creationId xmlns:a16="http://schemas.microsoft.com/office/drawing/2014/main" id="{378BB490-13ED-4DED-8BA0-A9378A200E02}"/>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0967">
            <a:extLst xmlns:a="http://schemas.openxmlformats.org/drawingml/2006/main">
              <a:ext uri="{FF2B5EF4-FFF2-40B4-BE49-F238E27FC236}">
                <a16:creationId xmlns:a16="http://schemas.microsoft.com/office/drawing/2014/main" id="{415033EF-39D5-447F-9EF8-0AD93D1E6F3D}"/>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確認済み要望・日付</a:t>
            </a:r>
          </a:p>
        </p:txBody>
      </p:sp>
    </p:spTree>
    <p:extLst>
      <p:ext uri="{BB962C8B-B14F-4D97-AF65-F5344CB8AC3E}">
        <p14:creationId xmlns:p14="http://schemas.microsoft.com/office/powerpoint/2010/main" val="998176191"/>
      </p:ext>
    </p:extLst>
  </p:cSld>
</p:sld>
</file>

<file path=ppt/slides/slide3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43" name="box-0968">
            <a:extLst xmlns:a="http://schemas.openxmlformats.org/drawingml/2006/main">
              <a:ext uri="{FF2B5EF4-FFF2-40B4-BE49-F238E27FC236}">
                <a16:creationId xmlns:a16="http://schemas.microsoft.com/office/drawing/2014/main" id="{7FBD9F30-6B8A-4C0B-8D7A-CB355CA98E7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0969">
            <a:extLst xmlns:a="http://schemas.openxmlformats.org/drawingml/2006/main">
              <a:ext uri="{FF2B5EF4-FFF2-40B4-BE49-F238E27FC236}">
                <a16:creationId xmlns:a16="http://schemas.microsoft.com/office/drawing/2014/main" id="{7042CA1A-49C1-456C-843A-A51192BCC27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0970">
            <a:extLst xmlns:a="http://schemas.openxmlformats.org/drawingml/2006/main">
              <a:ext uri="{FF2B5EF4-FFF2-40B4-BE49-F238E27FC236}">
                <a16:creationId xmlns:a16="http://schemas.microsoft.com/office/drawing/2014/main" id="{52823E5A-FFB4-4D16-9E5A-C2BA52E1B2D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入力から完成まで、六段階で進めます</a:t>
            </a:r>
          </a:p>
        </p:txBody>
      </p:sp>
      <p:sp>
        <p:nvSpPr>
          <p:cNvPr id="4" name="box-0971">
            <a:extLst xmlns:a="http://schemas.openxmlformats.org/drawingml/2006/main">
              <a:ext uri="{FF2B5EF4-FFF2-40B4-BE49-F238E27FC236}">
                <a16:creationId xmlns:a16="http://schemas.microsoft.com/office/drawing/2014/main" id="{4B72C7F9-2FD1-45C8-8DB8-4F2A917705A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0972">
            <a:extLst xmlns:a="http://schemas.openxmlformats.org/drawingml/2006/main">
              <a:ext uri="{FF2B5EF4-FFF2-40B4-BE49-F238E27FC236}">
                <a16:creationId xmlns:a16="http://schemas.microsoft.com/office/drawing/2014/main" id="{AC65D55B-DF0A-4C2F-98BF-C0B6716D2465}"/>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0973">
            <a:extLst xmlns:a="http://schemas.openxmlformats.org/drawingml/2006/main">
              <a:ext uri="{FF2B5EF4-FFF2-40B4-BE49-F238E27FC236}">
                <a16:creationId xmlns:a16="http://schemas.microsoft.com/office/drawing/2014/main" id="{B805D922-ECF5-4FB0-9105-BF18A5ABF85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要点｜一度で正解を出させず、照合と修正を工程に入れる</a:t>
            </a:r>
          </a:p>
        </p:txBody>
      </p:sp>
      <p:sp>
        <p:nvSpPr>
          <p:cNvPr id="7" name="text-0974">
            <a:extLst xmlns:a="http://schemas.openxmlformats.org/drawingml/2006/main">
              <a:ext uri="{FF2B5EF4-FFF2-40B4-BE49-F238E27FC236}">
                <a16:creationId xmlns:a16="http://schemas.microsoft.com/office/drawing/2014/main" id="{2B8A98EC-E775-4142-85BC-F49D354A969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34</a:t>
            </a:r>
          </a:p>
        </p:txBody>
      </p:sp>
      <p:sp>
        <p:nvSpPr>
          <p:cNvPr id="8" name="box-0975">
            <a:extLst xmlns:a="http://schemas.openxmlformats.org/drawingml/2006/main">
              <a:ext uri="{FF2B5EF4-FFF2-40B4-BE49-F238E27FC236}">
                <a16:creationId xmlns:a16="http://schemas.microsoft.com/office/drawing/2014/main" id="{C8B9F350-0440-437A-A824-FC46E47D2030}"/>
              </a:ext>
            </a:extLst>
          </p:cNvPr>
          <p:cNvSpPr>
            <a:spLocks xmlns:a="http://schemas.openxmlformats.org/drawingml/2006/main" noGrp="1"/>
          </p:cNvSpPr>
          <p:nvPr/>
        </p:nvSpPr>
        <p:spPr>
          <a:xfrm xmlns:a="http://schemas.openxmlformats.org/drawingml/2006/main">
            <a:off x="552450" y="2000250"/>
            <a:ext cx="1619250" cy="29527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6E1E8"/>
            </a:solidFill>
            <a:prstDash val="solid"/>
          </a:ln>
        </p:spPr>
      </p:sp>
      <p:sp>
        <p:nvSpPr>
          <p:cNvPr id="9" name="box-0976">
            <a:extLst xmlns:a="http://schemas.openxmlformats.org/drawingml/2006/main">
              <a:ext uri="{FF2B5EF4-FFF2-40B4-BE49-F238E27FC236}">
                <a16:creationId xmlns:a16="http://schemas.microsoft.com/office/drawing/2014/main" id="{9E9D0744-076D-404A-9013-A17478AE1D7D}"/>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0977">
            <a:extLst xmlns:a="http://schemas.openxmlformats.org/drawingml/2006/main">
              <a:ext uri="{FF2B5EF4-FFF2-40B4-BE49-F238E27FC236}">
                <a16:creationId xmlns:a16="http://schemas.microsoft.com/office/drawing/2014/main" id="{961C56EC-7DEC-44FC-A98F-9D926052394E}"/>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0978">
            <a:extLst xmlns:a="http://schemas.openxmlformats.org/drawingml/2006/main">
              <a:ext uri="{FF2B5EF4-FFF2-40B4-BE49-F238E27FC236}">
                <a16:creationId xmlns:a16="http://schemas.microsoft.com/office/drawing/2014/main" id="{E0631934-A081-4F95-AD7D-C7005A1E40B1}"/>
              </a:ext>
            </a:extLst>
          </p:cNvPr>
          <p:cNvSpPr>
            <a:spLocks xmlns:a="http://schemas.openxmlformats.org/drawingml/2006/main" noGrp="1"/>
          </p:cNvSpPr>
          <p:nvPr/>
        </p:nvSpPr>
        <p:spPr>
          <a:xfrm xmlns:a="http://schemas.openxmlformats.org/drawingml/2006/main">
            <a:off x="72390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入力</a:t>
            </a:r>
          </a:p>
        </p:txBody>
      </p:sp>
      <p:sp>
        <p:nvSpPr>
          <p:cNvPr id="12" name="text-0979">
            <a:extLst xmlns:a="http://schemas.openxmlformats.org/drawingml/2006/main">
              <a:ext uri="{FF2B5EF4-FFF2-40B4-BE49-F238E27FC236}">
                <a16:creationId xmlns:a16="http://schemas.microsoft.com/office/drawing/2014/main" id="{7F4E4AF8-F0A3-4EFB-96AA-55C269AAA1F4}"/>
              </a:ext>
            </a:extLst>
          </p:cNvPr>
          <p:cNvSpPr>
            <a:spLocks xmlns:a="http://schemas.openxmlformats.org/drawingml/2006/main" noGrp="1"/>
          </p:cNvSpPr>
          <p:nvPr/>
        </p:nvSpPr>
        <p:spPr>
          <a:xfrm xmlns:a="http://schemas.openxmlformats.org/drawingml/2006/main">
            <a:off x="72390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ID付き原資料</a:t>
            </a:r>
          </a:p>
        </p:txBody>
      </p:sp>
      <p:sp>
        <p:nvSpPr>
          <p:cNvPr id="13" name="text-0980">
            <a:extLst xmlns:a="http://schemas.openxmlformats.org/drawingml/2006/main">
              <a:ext uri="{FF2B5EF4-FFF2-40B4-BE49-F238E27FC236}">
                <a16:creationId xmlns:a16="http://schemas.microsoft.com/office/drawing/2014/main" id="{50AF24E5-0EBC-4519-B623-A13E9F8A0B40}"/>
              </a:ext>
            </a:extLst>
          </p:cNvPr>
          <p:cNvSpPr>
            <a:spLocks xmlns:a="http://schemas.openxmlformats.org/drawingml/2006/main" noGrp="1"/>
          </p:cNvSpPr>
          <p:nvPr/>
        </p:nvSpPr>
        <p:spPr>
          <a:xfrm xmlns:a="http://schemas.openxmlformats.org/drawingml/2006/main">
            <a:off x="21812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0981">
            <a:extLst xmlns:a="http://schemas.openxmlformats.org/drawingml/2006/main">
              <a:ext uri="{FF2B5EF4-FFF2-40B4-BE49-F238E27FC236}">
                <a16:creationId xmlns:a16="http://schemas.microsoft.com/office/drawing/2014/main" id="{1F4EF4FF-53D6-451B-A323-98BEA40E33E2}"/>
              </a:ext>
            </a:extLst>
          </p:cNvPr>
          <p:cNvSpPr>
            <a:spLocks xmlns:a="http://schemas.openxmlformats.org/drawingml/2006/main" noGrp="1"/>
          </p:cNvSpPr>
          <p:nvPr/>
        </p:nvSpPr>
        <p:spPr>
          <a:xfrm xmlns:a="http://schemas.openxmlformats.org/drawingml/2006/main">
            <a:off x="2438400" y="2000250"/>
            <a:ext cx="1619250" cy="29527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6E1E8"/>
            </a:solidFill>
            <a:prstDash val="solid"/>
          </a:ln>
        </p:spPr>
      </p:sp>
      <p:sp>
        <p:nvSpPr>
          <p:cNvPr id="15" name="box-0982">
            <a:extLst xmlns:a="http://schemas.openxmlformats.org/drawingml/2006/main">
              <a:ext uri="{FF2B5EF4-FFF2-40B4-BE49-F238E27FC236}">
                <a16:creationId xmlns:a16="http://schemas.microsoft.com/office/drawing/2014/main" id="{7F548C26-54DB-4CEB-AF02-8F369BDDD048}"/>
              </a:ext>
            </a:extLst>
          </p:cNvPr>
          <p:cNvSpPr>
            <a:spLocks xmlns:a="http://schemas.openxmlformats.org/drawingml/2006/main" noGrp="1"/>
          </p:cNvSpPr>
          <p:nvPr/>
        </p:nvSpPr>
        <p:spPr>
          <a:xfrm xmlns:a="http://schemas.openxmlformats.org/drawingml/2006/main">
            <a:off x="26098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0983">
            <a:extLst xmlns:a="http://schemas.openxmlformats.org/drawingml/2006/main">
              <a:ext uri="{FF2B5EF4-FFF2-40B4-BE49-F238E27FC236}">
                <a16:creationId xmlns:a16="http://schemas.microsoft.com/office/drawing/2014/main" id="{BBB69A76-BF67-44D5-B8C1-5B25953E2463}"/>
              </a:ext>
            </a:extLst>
          </p:cNvPr>
          <p:cNvSpPr>
            <a:spLocks xmlns:a="http://schemas.openxmlformats.org/drawingml/2006/main" noGrp="1"/>
          </p:cNvSpPr>
          <p:nvPr/>
        </p:nvSpPr>
        <p:spPr>
          <a:xfrm xmlns:a="http://schemas.openxmlformats.org/drawingml/2006/main">
            <a:off x="26098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0984">
            <a:extLst xmlns:a="http://schemas.openxmlformats.org/drawingml/2006/main">
              <a:ext uri="{FF2B5EF4-FFF2-40B4-BE49-F238E27FC236}">
                <a16:creationId xmlns:a16="http://schemas.microsoft.com/office/drawing/2014/main" id="{0443A411-DA70-4BC8-BE1F-9159280A204B}"/>
              </a:ext>
            </a:extLst>
          </p:cNvPr>
          <p:cNvSpPr>
            <a:spLocks xmlns:a="http://schemas.openxmlformats.org/drawingml/2006/main" noGrp="1"/>
          </p:cNvSpPr>
          <p:nvPr/>
        </p:nvSpPr>
        <p:spPr>
          <a:xfrm xmlns:a="http://schemas.openxmlformats.org/drawingml/2006/main">
            <a:off x="260985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分類</a:t>
            </a:r>
          </a:p>
        </p:txBody>
      </p:sp>
      <p:sp>
        <p:nvSpPr>
          <p:cNvPr id="18" name="text-0985">
            <a:extLst xmlns:a="http://schemas.openxmlformats.org/drawingml/2006/main">
              <a:ext uri="{FF2B5EF4-FFF2-40B4-BE49-F238E27FC236}">
                <a16:creationId xmlns:a16="http://schemas.microsoft.com/office/drawing/2014/main" id="{EBCCDF14-AE60-4996-95B3-36ACFBB5EBD1}"/>
              </a:ext>
            </a:extLst>
          </p:cNvPr>
          <p:cNvSpPr>
            <a:spLocks xmlns:a="http://schemas.openxmlformats.org/drawingml/2006/main" noGrp="1"/>
          </p:cNvSpPr>
          <p:nvPr/>
        </p:nvSpPr>
        <p:spPr>
          <a:xfrm xmlns:a="http://schemas.openxmlformats.org/drawingml/2006/main">
            <a:off x="260985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人が仮分類</a:t>
            </a:r>
          </a:p>
        </p:txBody>
      </p:sp>
      <p:sp>
        <p:nvSpPr>
          <p:cNvPr id="19" name="text-0986">
            <a:extLst xmlns:a="http://schemas.openxmlformats.org/drawingml/2006/main">
              <a:ext uri="{FF2B5EF4-FFF2-40B4-BE49-F238E27FC236}">
                <a16:creationId xmlns:a16="http://schemas.microsoft.com/office/drawing/2014/main" id="{AB0B28EC-18EA-486B-B26B-AFC49153FDCD}"/>
              </a:ext>
            </a:extLst>
          </p:cNvPr>
          <p:cNvSpPr>
            <a:spLocks xmlns:a="http://schemas.openxmlformats.org/drawingml/2006/main" noGrp="1"/>
          </p:cNvSpPr>
          <p:nvPr/>
        </p:nvSpPr>
        <p:spPr>
          <a:xfrm xmlns:a="http://schemas.openxmlformats.org/drawingml/2006/main">
            <a:off x="406717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0987">
            <a:extLst xmlns:a="http://schemas.openxmlformats.org/drawingml/2006/main">
              <a:ext uri="{FF2B5EF4-FFF2-40B4-BE49-F238E27FC236}">
                <a16:creationId xmlns:a16="http://schemas.microsoft.com/office/drawing/2014/main" id="{B63B79FF-BDAA-4B33-B1D5-522177E5EF0E}"/>
              </a:ext>
            </a:extLst>
          </p:cNvPr>
          <p:cNvSpPr>
            <a:spLocks xmlns:a="http://schemas.openxmlformats.org/drawingml/2006/main" noGrp="1"/>
          </p:cNvSpPr>
          <p:nvPr/>
        </p:nvSpPr>
        <p:spPr>
          <a:xfrm xmlns:a="http://schemas.openxmlformats.org/drawingml/2006/main">
            <a:off x="4324350" y="2000250"/>
            <a:ext cx="1619250" cy="29527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6E1E8"/>
            </a:solidFill>
            <a:prstDash val="solid"/>
          </a:ln>
        </p:spPr>
      </p:sp>
      <p:sp>
        <p:nvSpPr>
          <p:cNvPr id="21" name="box-0988">
            <a:extLst xmlns:a="http://schemas.openxmlformats.org/drawingml/2006/main">
              <a:ext uri="{FF2B5EF4-FFF2-40B4-BE49-F238E27FC236}">
                <a16:creationId xmlns:a16="http://schemas.microsoft.com/office/drawing/2014/main" id="{1F7E1991-4F13-4910-A4FB-2D2AC4BE295B}"/>
              </a:ext>
            </a:extLst>
          </p:cNvPr>
          <p:cNvSpPr>
            <a:spLocks xmlns:a="http://schemas.openxmlformats.org/drawingml/2006/main" noGrp="1"/>
          </p:cNvSpPr>
          <p:nvPr/>
        </p:nvSpPr>
        <p:spPr>
          <a:xfrm xmlns:a="http://schemas.openxmlformats.org/drawingml/2006/main">
            <a:off x="44958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0989">
            <a:extLst xmlns:a="http://schemas.openxmlformats.org/drawingml/2006/main">
              <a:ext uri="{FF2B5EF4-FFF2-40B4-BE49-F238E27FC236}">
                <a16:creationId xmlns:a16="http://schemas.microsoft.com/office/drawing/2014/main" id="{665B444A-DFB3-41F5-A64F-9A5049CBBD2A}"/>
              </a:ext>
            </a:extLst>
          </p:cNvPr>
          <p:cNvSpPr>
            <a:spLocks xmlns:a="http://schemas.openxmlformats.org/drawingml/2006/main" noGrp="1"/>
          </p:cNvSpPr>
          <p:nvPr/>
        </p:nvSpPr>
        <p:spPr>
          <a:xfrm xmlns:a="http://schemas.openxmlformats.org/drawingml/2006/main">
            <a:off x="44958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0990">
            <a:extLst xmlns:a="http://schemas.openxmlformats.org/drawingml/2006/main">
              <a:ext uri="{FF2B5EF4-FFF2-40B4-BE49-F238E27FC236}">
                <a16:creationId xmlns:a16="http://schemas.microsoft.com/office/drawing/2014/main" id="{E731FC9E-7B7A-4A38-BE35-19026B9B0FF4}"/>
              </a:ext>
            </a:extLst>
          </p:cNvPr>
          <p:cNvSpPr>
            <a:spLocks xmlns:a="http://schemas.openxmlformats.org/drawingml/2006/main" noGrp="1"/>
          </p:cNvSpPr>
          <p:nvPr/>
        </p:nvSpPr>
        <p:spPr>
          <a:xfrm xmlns:a="http://schemas.openxmlformats.org/drawingml/2006/main">
            <a:off x="449580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指示</a:t>
            </a:r>
          </a:p>
        </p:txBody>
      </p:sp>
      <p:sp>
        <p:nvSpPr>
          <p:cNvPr id="24" name="text-0991">
            <a:extLst xmlns:a="http://schemas.openxmlformats.org/drawingml/2006/main">
              <a:ext uri="{FF2B5EF4-FFF2-40B4-BE49-F238E27FC236}">
                <a16:creationId xmlns:a16="http://schemas.microsoft.com/office/drawing/2014/main" id="{4113C7FC-8D78-425F-93F1-3FC07150F218}"/>
              </a:ext>
            </a:extLst>
          </p:cNvPr>
          <p:cNvSpPr>
            <a:spLocks xmlns:a="http://schemas.openxmlformats.org/drawingml/2006/main" noGrp="1"/>
          </p:cNvSpPr>
          <p:nvPr/>
        </p:nvSpPr>
        <p:spPr>
          <a:xfrm xmlns:a="http://schemas.openxmlformats.org/drawingml/2006/main">
            <a:off x="449580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補完禁止</a:t>
            </a:r>
          </a:p>
        </p:txBody>
      </p:sp>
      <p:sp>
        <p:nvSpPr>
          <p:cNvPr id="25" name="text-0992">
            <a:extLst xmlns:a="http://schemas.openxmlformats.org/drawingml/2006/main">
              <a:ext uri="{FF2B5EF4-FFF2-40B4-BE49-F238E27FC236}">
                <a16:creationId xmlns:a16="http://schemas.microsoft.com/office/drawing/2014/main" id="{EDD8DB82-120C-44FB-8E8D-AE6713D7D20C}"/>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0993">
            <a:extLst xmlns:a="http://schemas.openxmlformats.org/drawingml/2006/main">
              <a:ext uri="{FF2B5EF4-FFF2-40B4-BE49-F238E27FC236}">
                <a16:creationId xmlns:a16="http://schemas.microsoft.com/office/drawing/2014/main" id="{03FC2560-CF41-47DB-8BBC-020F13430806}"/>
              </a:ext>
            </a:extLst>
          </p:cNvPr>
          <p:cNvSpPr>
            <a:spLocks xmlns:a="http://schemas.openxmlformats.org/drawingml/2006/main" noGrp="1"/>
          </p:cNvSpPr>
          <p:nvPr/>
        </p:nvSpPr>
        <p:spPr>
          <a:xfrm xmlns:a="http://schemas.openxmlformats.org/drawingml/2006/main">
            <a:off x="6210300" y="2000250"/>
            <a:ext cx="1619250" cy="29527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6E1E8"/>
            </a:solidFill>
            <a:prstDash val="solid"/>
          </a:ln>
        </p:spPr>
      </p:sp>
      <p:sp>
        <p:nvSpPr>
          <p:cNvPr id="27" name="box-0994">
            <a:extLst xmlns:a="http://schemas.openxmlformats.org/drawingml/2006/main">
              <a:ext uri="{FF2B5EF4-FFF2-40B4-BE49-F238E27FC236}">
                <a16:creationId xmlns:a16="http://schemas.microsoft.com/office/drawing/2014/main" id="{C1E967A6-7048-4B0D-9C6E-B80C49912B70}"/>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8" name="text-0995">
            <a:extLst xmlns:a="http://schemas.openxmlformats.org/drawingml/2006/main">
              <a:ext uri="{FF2B5EF4-FFF2-40B4-BE49-F238E27FC236}">
                <a16:creationId xmlns:a16="http://schemas.microsoft.com/office/drawing/2014/main" id="{5E14FFE0-FC5E-4835-8F5B-AD5EDB7D94D5}"/>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0996">
            <a:extLst xmlns:a="http://schemas.openxmlformats.org/drawingml/2006/main">
              <a:ext uri="{FF2B5EF4-FFF2-40B4-BE49-F238E27FC236}">
                <a16:creationId xmlns:a16="http://schemas.microsoft.com/office/drawing/2014/main" id="{2A52BA60-B210-4900-A287-42D33DCD391C}"/>
              </a:ext>
            </a:extLst>
          </p:cNvPr>
          <p:cNvSpPr>
            <a:spLocks xmlns:a="http://schemas.openxmlformats.org/drawingml/2006/main" noGrp="1"/>
          </p:cNvSpPr>
          <p:nvPr/>
        </p:nvSpPr>
        <p:spPr>
          <a:xfrm xmlns:a="http://schemas.openxmlformats.org/drawingml/2006/main">
            <a:off x="638175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AI生出力</a:t>
            </a:r>
          </a:p>
        </p:txBody>
      </p:sp>
      <p:sp>
        <p:nvSpPr>
          <p:cNvPr id="30" name="text-0997">
            <a:extLst xmlns:a="http://schemas.openxmlformats.org/drawingml/2006/main">
              <a:ext uri="{FF2B5EF4-FFF2-40B4-BE49-F238E27FC236}">
                <a16:creationId xmlns:a16="http://schemas.microsoft.com/office/drawing/2014/main" id="{996E6FFF-FBC2-45DB-B17D-BBB42650A1CC}"/>
              </a:ext>
            </a:extLst>
          </p:cNvPr>
          <p:cNvSpPr>
            <a:spLocks xmlns:a="http://schemas.openxmlformats.org/drawingml/2006/main" noGrp="1"/>
          </p:cNvSpPr>
          <p:nvPr/>
        </p:nvSpPr>
        <p:spPr>
          <a:xfrm xmlns:a="http://schemas.openxmlformats.org/drawingml/2006/main">
            <a:off x="638175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未承認</a:t>
            </a:r>
          </a:p>
        </p:txBody>
      </p:sp>
      <p:sp>
        <p:nvSpPr>
          <p:cNvPr id="31" name="text-0998">
            <a:extLst xmlns:a="http://schemas.openxmlformats.org/drawingml/2006/main">
              <a:ext uri="{FF2B5EF4-FFF2-40B4-BE49-F238E27FC236}">
                <a16:creationId xmlns:a16="http://schemas.microsoft.com/office/drawing/2014/main" id="{E8E4C6EA-98B7-4C41-B675-14688E0978BF}"/>
              </a:ext>
            </a:extLst>
          </p:cNvPr>
          <p:cNvSpPr>
            <a:spLocks xmlns:a="http://schemas.openxmlformats.org/drawingml/2006/main" noGrp="1"/>
          </p:cNvSpPr>
          <p:nvPr/>
        </p:nvSpPr>
        <p:spPr>
          <a:xfrm xmlns:a="http://schemas.openxmlformats.org/drawingml/2006/main">
            <a:off x="783907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32" name="box-0999">
            <a:extLst xmlns:a="http://schemas.openxmlformats.org/drawingml/2006/main">
              <a:ext uri="{FF2B5EF4-FFF2-40B4-BE49-F238E27FC236}">
                <a16:creationId xmlns:a16="http://schemas.microsoft.com/office/drawing/2014/main" id="{83D5AAB5-C665-433B-B6E7-B4F7C0B4392C}"/>
              </a:ext>
            </a:extLst>
          </p:cNvPr>
          <p:cNvSpPr>
            <a:spLocks xmlns:a="http://schemas.openxmlformats.org/drawingml/2006/main" noGrp="1"/>
          </p:cNvSpPr>
          <p:nvPr/>
        </p:nvSpPr>
        <p:spPr>
          <a:xfrm xmlns:a="http://schemas.openxmlformats.org/drawingml/2006/main">
            <a:off x="8096250" y="2000250"/>
            <a:ext cx="1619250" cy="29527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6E1E8"/>
            </a:solidFill>
            <a:prstDash val="solid"/>
          </a:ln>
        </p:spPr>
      </p:sp>
      <p:sp>
        <p:nvSpPr>
          <p:cNvPr id="33" name="box-1000">
            <a:extLst xmlns:a="http://schemas.openxmlformats.org/drawingml/2006/main">
              <a:ext uri="{FF2B5EF4-FFF2-40B4-BE49-F238E27FC236}">
                <a16:creationId xmlns:a16="http://schemas.microsoft.com/office/drawing/2014/main" id="{AFD1ED22-1E1B-486F-A762-5D9F50AC89A5}"/>
              </a:ext>
            </a:extLst>
          </p:cNvPr>
          <p:cNvSpPr>
            <a:spLocks xmlns:a="http://schemas.openxmlformats.org/drawingml/2006/main" noGrp="1"/>
          </p:cNvSpPr>
          <p:nvPr/>
        </p:nvSpPr>
        <p:spPr>
          <a:xfrm xmlns:a="http://schemas.openxmlformats.org/drawingml/2006/main">
            <a:off x="82677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34" name="text-1001">
            <a:extLst xmlns:a="http://schemas.openxmlformats.org/drawingml/2006/main">
              <a:ext uri="{FF2B5EF4-FFF2-40B4-BE49-F238E27FC236}">
                <a16:creationId xmlns:a16="http://schemas.microsoft.com/office/drawing/2014/main" id="{77920233-3778-455A-87A2-37110B7F06DC}"/>
              </a:ext>
            </a:extLst>
          </p:cNvPr>
          <p:cNvSpPr>
            <a:spLocks xmlns:a="http://schemas.openxmlformats.org/drawingml/2006/main" noGrp="1"/>
          </p:cNvSpPr>
          <p:nvPr/>
        </p:nvSpPr>
        <p:spPr>
          <a:xfrm xmlns:a="http://schemas.openxmlformats.org/drawingml/2006/main">
            <a:off x="82677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5</a:t>
            </a:r>
          </a:p>
        </p:txBody>
      </p:sp>
      <p:sp>
        <p:nvSpPr>
          <p:cNvPr id="35" name="text-1002">
            <a:extLst xmlns:a="http://schemas.openxmlformats.org/drawingml/2006/main">
              <a:ext uri="{FF2B5EF4-FFF2-40B4-BE49-F238E27FC236}">
                <a16:creationId xmlns:a16="http://schemas.microsoft.com/office/drawing/2014/main" id="{CD1BDD0D-8EB4-41C5-BD78-01F960110247}"/>
              </a:ext>
            </a:extLst>
          </p:cNvPr>
          <p:cNvSpPr>
            <a:spLocks xmlns:a="http://schemas.openxmlformats.org/drawingml/2006/main" noGrp="1"/>
          </p:cNvSpPr>
          <p:nvPr/>
        </p:nvSpPr>
        <p:spPr>
          <a:xfrm xmlns:a="http://schemas.openxmlformats.org/drawingml/2006/main">
            <a:off x="826770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照合・修正</a:t>
            </a:r>
          </a:p>
        </p:txBody>
      </p:sp>
      <p:sp>
        <p:nvSpPr>
          <p:cNvPr id="36" name="text-1003">
            <a:extLst xmlns:a="http://schemas.openxmlformats.org/drawingml/2006/main">
              <a:ext uri="{FF2B5EF4-FFF2-40B4-BE49-F238E27FC236}">
                <a16:creationId xmlns:a16="http://schemas.microsoft.com/office/drawing/2014/main" id="{8AA474A7-00D2-4893-9A72-558ACE1E8CA1}"/>
              </a:ext>
            </a:extLst>
          </p:cNvPr>
          <p:cNvSpPr>
            <a:spLocks xmlns:a="http://schemas.openxmlformats.org/drawingml/2006/main" noGrp="1"/>
          </p:cNvSpPr>
          <p:nvPr/>
        </p:nvSpPr>
        <p:spPr>
          <a:xfrm xmlns:a="http://schemas.openxmlformats.org/drawingml/2006/main">
            <a:off x="826770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根拠を確認</a:t>
            </a:r>
          </a:p>
        </p:txBody>
      </p:sp>
      <p:sp>
        <p:nvSpPr>
          <p:cNvPr id="37" name="text-1004">
            <a:extLst xmlns:a="http://schemas.openxmlformats.org/drawingml/2006/main">
              <a:ext uri="{FF2B5EF4-FFF2-40B4-BE49-F238E27FC236}">
                <a16:creationId xmlns:a16="http://schemas.microsoft.com/office/drawing/2014/main" id="{73CA1E75-7552-47CB-BE4A-A98942402B01}"/>
              </a:ext>
            </a:extLst>
          </p:cNvPr>
          <p:cNvSpPr>
            <a:spLocks xmlns:a="http://schemas.openxmlformats.org/drawingml/2006/main" noGrp="1"/>
          </p:cNvSpPr>
          <p:nvPr/>
        </p:nvSpPr>
        <p:spPr>
          <a:xfrm xmlns:a="http://schemas.openxmlformats.org/drawingml/2006/main">
            <a:off x="97250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38" name="box-1005">
            <a:extLst xmlns:a="http://schemas.openxmlformats.org/drawingml/2006/main">
              <a:ext uri="{FF2B5EF4-FFF2-40B4-BE49-F238E27FC236}">
                <a16:creationId xmlns:a16="http://schemas.microsoft.com/office/drawing/2014/main" id="{0FCD9914-9C64-4CF6-8488-48106CBE5885}"/>
              </a:ext>
            </a:extLst>
          </p:cNvPr>
          <p:cNvSpPr>
            <a:spLocks xmlns:a="http://schemas.openxmlformats.org/drawingml/2006/main" noGrp="1"/>
          </p:cNvSpPr>
          <p:nvPr/>
        </p:nvSpPr>
        <p:spPr>
          <a:xfrm xmlns:a="http://schemas.openxmlformats.org/drawingml/2006/main">
            <a:off x="9982200" y="2000250"/>
            <a:ext cx="1619250" cy="2952750"/>
          </a:xfrm>
          <a:prstGeom xmlns:a="http://schemas.openxmlformats.org/drawingml/2006/main" prst="roundRect">
            <a:avLst>
              <a:gd name="adj" fmla="val 7059"/>
            </a:avLst>
          </a:prstGeom>
          <a:solidFill xmlns:a="http://schemas.openxmlformats.org/drawingml/2006/main">
            <a:srgbClr val="E7F5F3"/>
          </a:solidFill>
          <a:ln xmlns:a="http://schemas.openxmlformats.org/drawingml/2006/main" w="9525">
            <a:solidFill>
              <a:srgbClr val="D6E1E8"/>
            </a:solidFill>
            <a:prstDash val="solid"/>
          </a:ln>
        </p:spPr>
      </p:sp>
      <p:sp>
        <p:nvSpPr>
          <p:cNvPr id="39" name="box-1006">
            <a:extLst xmlns:a="http://schemas.openxmlformats.org/drawingml/2006/main">
              <a:ext uri="{FF2B5EF4-FFF2-40B4-BE49-F238E27FC236}">
                <a16:creationId xmlns:a16="http://schemas.microsoft.com/office/drawing/2014/main" id="{CF6FBE1A-6B08-409C-B66C-FBEC077BB780}"/>
              </a:ext>
            </a:extLst>
          </p:cNvPr>
          <p:cNvSpPr>
            <a:spLocks xmlns:a="http://schemas.openxmlformats.org/drawingml/2006/main" noGrp="1"/>
          </p:cNvSpPr>
          <p:nvPr/>
        </p:nvSpPr>
        <p:spPr>
          <a:xfrm xmlns:a="http://schemas.openxmlformats.org/drawingml/2006/main">
            <a:off x="10153650"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40" name="text-1007">
            <a:extLst xmlns:a="http://schemas.openxmlformats.org/drawingml/2006/main">
              <a:ext uri="{FF2B5EF4-FFF2-40B4-BE49-F238E27FC236}">
                <a16:creationId xmlns:a16="http://schemas.microsoft.com/office/drawing/2014/main" id="{33105A36-7EBE-4EC8-A608-15DA9966D0CA}"/>
              </a:ext>
            </a:extLst>
          </p:cNvPr>
          <p:cNvSpPr>
            <a:spLocks xmlns:a="http://schemas.openxmlformats.org/drawingml/2006/main" noGrp="1"/>
          </p:cNvSpPr>
          <p:nvPr/>
        </p:nvSpPr>
        <p:spPr>
          <a:xfrm xmlns:a="http://schemas.openxmlformats.org/drawingml/2006/main">
            <a:off x="101536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6</a:t>
            </a:r>
          </a:p>
        </p:txBody>
      </p:sp>
      <p:sp>
        <p:nvSpPr>
          <p:cNvPr id="41" name="text-1008">
            <a:extLst xmlns:a="http://schemas.openxmlformats.org/drawingml/2006/main">
              <a:ext uri="{FF2B5EF4-FFF2-40B4-BE49-F238E27FC236}">
                <a16:creationId xmlns:a16="http://schemas.microsoft.com/office/drawing/2014/main" id="{70CE11FE-CF3A-4BCA-BFD6-7C16B362584E}"/>
              </a:ext>
            </a:extLst>
          </p:cNvPr>
          <p:cNvSpPr>
            <a:spLocks xmlns:a="http://schemas.openxmlformats.org/drawingml/2006/main" noGrp="1"/>
          </p:cNvSpPr>
          <p:nvPr/>
        </p:nvSpPr>
        <p:spPr>
          <a:xfrm xmlns:a="http://schemas.openxmlformats.org/drawingml/2006/main">
            <a:off x="10153650" y="28003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完成</a:t>
            </a:r>
          </a:p>
        </p:txBody>
      </p:sp>
      <p:sp>
        <p:nvSpPr>
          <p:cNvPr id="42" name="text-1009">
            <a:extLst xmlns:a="http://schemas.openxmlformats.org/drawingml/2006/main">
              <a:ext uri="{FF2B5EF4-FFF2-40B4-BE49-F238E27FC236}">
                <a16:creationId xmlns:a16="http://schemas.microsoft.com/office/drawing/2014/main" id="{9E2F0D36-8A37-450C-94FC-7D9638F1DADC}"/>
              </a:ext>
            </a:extLst>
          </p:cNvPr>
          <p:cNvSpPr>
            <a:spLocks xmlns:a="http://schemas.openxmlformats.org/drawingml/2006/main" noGrp="1"/>
          </p:cNvSpPr>
          <p:nvPr/>
        </p:nvSpPr>
        <p:spPr>
          <a:xfrm xmlns:a="http://schemas.openxmlformats.org/drawingml/2006/main">
            <a:off x="10153650" y="3619500"/>
            <a:ext cx="12763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承認者を明記</a:t>
            </a:r>
          </a:p>
        </p:txBody>
      </p:sp>
    </p:spTree>
    <p:extLst>
      <p:ext uri="{BB962C8B-B14F-4D97-AF65-F5344CB8AC3E}">
        <p14:creationId xmlns:p14="http://schemas.microsoft.com/office/powerpoint/2010/main" val="1281217688"/>
      </p:ext>
    </p:extLst>
  </p:cSld>
</p:sld>
</file>

<file path=ppt/slides/slide3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40" name="box-1010">
            <a:extLst xmlns:a="http://schemas.openxmlformats.org/drawingml/2006/main">
              <a:ext uri="{FF2B5EF4-FFF2-40B4-BE49-F238E27FC236}">
                <a16:creationId xmlns:a16="http://schemas.microsoft.com/office/drawing/2014/main" id="{B3CAF177-8359-4638-92FE-3F2D4A4593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011">
            <a:extLst xmlns:a="http://schemas.openxmlformats.org/drawingml/2006/main">
              <a:ext uri="{FF2B5EF4-FFF2-40B4-BE49-F238E27FC236}">
                <a16:creationId xmlns:a16="http://schemas.microsoft.com/office/drawing/2014/main" id="{AA2000E5-6FFF-480D-AC3F-029B97B839C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012">
            <a:extLst xmlns:a="http://schemas.openxmlformats.org/drawingml/2006/main">
              <a:ext uri="{FF2B5EF4-FFF2-40B4-BE49-F238E27FC236}">
                <a16:creationId xmlns:a16="http://schemas.microsoft.com/office/drawing/2014/main" id="{127C9369-9B7B-4226-8F1F-635DA3DA5FE5}"/>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Step 1｜原資料をID付きで並べます</a:t>
            </a:r>
          </a:p>
        </p:txBody>
      </p:sp>
      <p:sp>
        <p:nvSpPr>
          <p:cNvPr id="4" name="box-1013">
            <a:extLst xmlns:a="http://schemas.openxmlformats.org/drawingml/2006/main">
              <a:ext uri="{FF2B5EF4-FFF2-40B4-BE49-F238E27FC236}">
                <a16:creationId xmlns:a16="http://schemas.microsoft.com/office/drawing/2014/main" id="{5FAF895E-DC46-4811-9354-C1E24484A7E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014">
            <a:extLst xmlns:a="http://schemas.openxmlformats.org/drawingml/2006/main">
              <a:ext uri="{FF2B5EF4-FFF2-40B4-BE49-F238E27FC236}">
                <a16:creationId xmlns:a16="http://schemas.microsoft.com/office/drawing/2014/main" id="{9946AD29-7672-4E40-8AFB-269B8F35466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015">
            <a:extLst xmlns:a="http://schemas.openxmlformats.org/drawingml/2006/main">
              <a:ext uri="{FF2B5EF4-FFF2-40B4-BE49-F238E27FC236}">
                <a16:creationId xmlns:a16="http://schemas.microsoft.com/office/drawing/2014/main" id="{5E7B77B8-4A5E-4E3A-B1E8-43BD4A6D280E}"/>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要点｜資料名・作成日・作成者区分を付けてから入力する</a:t>
            </a:r>
          </a:p>
        </p:txBody>
      </p:sp>
      <p:sp>
        <p:nvSpPr>
          <p:cNvPr id="7" name="text-1016">
            <a:extLst xmlns:a="http://schemas.openxmlformats.org/drawingml/2006/main">
              <a:ext uri="{FF2B5EF4-FFF2-40B4-BE49-F238E27FC236}">
                <a16:creationId xmlns:a16="http://schemas.microsoft.com/office/drawing/2014/main" id="{84B8C70D-A2D8-4A34-A4BA-77F72C4B4C72}"/>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35</a:t>
            </a:r>
          </a:p>
        </p:txBody>
      </p:sp>
      <p:sp>
        <p:nvSpPr>
          <p:cNvPr id="8" name="box-1017">
            <a:extLst xmlns:a="http://schemas.openxmlformats.org/drawingml/2006/main">
              <a:ext uri="{FF2B5EF4-FFF2-40B4-BE49-F238E27FC236}">
                <a16:creationId xmlns:a16="http://schemas.microsoft.com/office/drawing/2014/main" id="{72B783A4-8DBD-4507-997F-8B13FD60F84A}"/>
              </a:ext>
            </a:extLst>
          </p:cNvPr>
          <p:cNvSpPr>
            <a:spLocks xmlns:a="http://schemas.openxmlformats.org/drawingml/2006/main" noGrp="1"/>
          </p:cNvSpPr>
          <p:nvPr/>
        </p:nvSpPr>
        <p:spPr>
          <a:xfrm xmlns:a="http://schemas.openxmlformats.org/drawingml/2006/main">
            <a:off x="552450" y="1495425"/>
            <a:ext cx="22098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018">
            <a:extLst xmlns:a="http://schemas.openxmlformats.org/drawingml/2006/main">
              <a:ext uri="{FF2B5EF4-FFF2-40B4-BE49-F238E27FC236}">
                <a16:creationId xmlns:a16="http://schemas.microsoft.com/office/drawing/2014/main" id="{308B2791-3EBC-45CE-AEFD-E623069FB8C1}"/>
              </a:ext>
            </a:extLst>
          </p:cNvPr>
          <p:cNvSpPr>
            <a:spLocks xmlns:a="http://schemas.openxmlformats.org/drawingml/2006/main" noGrp="1"/>
          </p:cNvSpPr>
          <p:nvPr/>
        </p:nvSpPr>
        <p:spPr>
          <a:xfrm xmlns:a="http://schemas.openxmlformats.org/drawingml/2006/main">
            <a:off x="647700" y="1562100"/>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ID</a:t>
            </a:r>
          </a:p>
        </p:txBody>
      </p:sp>
      <p:sp>
        <p:nvSpPr>
          <p:cNvPr id="10" name="box-1019">
            <a:extLst xmlns:a="http://schemas.openxmlformats.org/drawingml/2006/main">
              <a:ext uri="{FF2B5EF4-FFF2-40B4-BE49-F238E27FC236}">
                <a16:creationId xmlns:a16="http://schemas.microsoft.com/office/drawing/2014/main" id="{3A01FE47-8206-417E-A175-E9C76FC6EB5A}"/>
              </a:ext>
            </a:extLst>
          </p:cNvPr>
          <p:cNvSpPr>
            <a:spLocks xmlns:a="http://schemas.openxmlformats.org/drawingml/2006/main" noGrp="1"/>
          </p:cNvSpPr>
          <p:nvPr/>
        </p:nvSpPr>
        <p:spPr>
          <a:xfrm xmlns:a="http://schemas.openxmlformats.org/drawingml/2006/main">
            <a:off x="2762250" y="1495425"/>
            <a:ext cx="29464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020">
            <a:extLst xmlns:a="http://schemas.openxmlformats.org/drawingml/2006/main">
              <a:ext uri="{FF2B5EF4-FFF2-40B4-BE49-F238E27FC236}">
                <a16:creationId xmlns:a16="http://schemas.microsoft.com/office/drawing/2014/main" id="{B7D78C29-E1BC-4067-8CFC-D282C6073BDD}"/>
              </a:ext>
            </a:extLst>
          </p:cNvPr>
          <p:cNvSpPr>
            <a:spLocks xmlns:a="http://schemas.openxmlformats.org/drawingml/2006/main" noGrp="1"/>
          </p:cNvSpPr>
          <p:nvPr/>
        </p:nvSpPr>
        <p:spPr>
          <a:xfrm xmlns:a="http://schemas.openxmlformats.org/drawingml/2006/main">
            <a:off x="2857500" y="1562100"/>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日付</a:t>
            </a:r>
          </a:p>
        </p:txBody>
      </p:sp>
      <p:sp>
        <p:nvSpPr>
          <p:cNvPr id="12" name="box-1021">
            <a:extLst xmlns:a="http://schemas.openxmlformats.org/drawingml/2006/main">
              <a:ext uri="{FF2B5EF4-FFF2-40B4-BE49-F238E27FC236}">
                <a16:creationId xmlns:a16="http://schemas.microsoft.com/office/drawing/2014/main" id="{157D86C0-4206-4A90-AAB8-23C0F3C6A57C}"/>
              </a:ext>
            </a:extLst>
          </p:cNvPr>
          <p:cNvSpPr>
            <a:spLocks xmlns:a="http://schemas.openxmlformats.org/drawingml/2006/main" noGrp="1"/>
          </p:cNvSpPr>
          <p:nvPr/>
        </p:nvSpPr>
        <p:spPr>
          <a:xfrm xmlns:a="http://schemas.openxmlformats.org/drawingml/2006/main">
            <a:off x="5708650" y="1495425"/>
            <a:ext cx="29464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022">
            <a:extLst xmlns:a="http://schemas.openxmlformats.org/drawingml/2006/main">
              <a:ext uri="{FF2B5EF4-FFF2-40B4-BE49-F238E27FC236}">
                <a16:creationId xmlns:a16="http://schemas.microsoft.com/office/drawing/2014/main" id="{9CCF2424-A296-4683-AF4D-0CDA7B6A4E8E}"/>
              </a:ext>
            </a:extLst>
          </p:cNvPr>
          <p:cNvSpPr>
            <a:spLocks xmlns:a="http://schemas.openxmlformats.org/drawingml/2006/main" noGrp="1"/>
          </p:cNvSpPr>
          <p:nvPr/>
        </p:nvSpPr>
        <p:spPr>
          <a:xfrm xmlns:a="http://schemas.openxmlformats.org/drawingml/2006/main">
            <a:off x="5803900" y="1562100"/>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作成者区分</a:t>
            </a:r>
          </a:p>
        </p:txBody>
      </p:sp>
      <p:sp>
        <p:nvSpPr>
          <p:cNvPr id="14" name="box-1023">
            <a:extLst xmlns:a="http://schemas.openxmlformats.org/drawingml/2006/main">
              <a:ext uri="{FF2B5EF4-FFF2-40B4-BE49-F238E27FC236}">
                <a16:creationId xmlns:a16="http://schemas.microsoft.com/office/drawing/2014/main" id="{1B6360CA-19E3-45C6-A028-9DB6147D8964}"/>
              </a:ext>
            </a:extLst>
          </p:cNvPr>
          <p:cNvSpPr>
            <a:spLocks xmlns:a="http://schemas.openxmlformats.org/drawingml/2006/main" noGrp="1"/>
          </p:cNvSpPr>
          <p:nvPr/>
        </p:nvSpPr>
        <p:spPr>
          <a:xfrm xmlns:a="http://schemas.openxmlformats.org/drawingml/2006/main">
            <a:off x="8655050" y="1495425"/>
            <a:ext cx="29464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5" name="text-1024">
            <a:extLst xmlns:a="http://schemas.openxmlformats.org/drawingml/2006/main">
              <a:ext uri="{FF2B5EF4-FFF2-40B4-BE49-F238E27FC236}">
                <a16:creationId xmlns:a16="http://schemas.microsoft.com/office/drawing/2014/main" id="{D227FB6B-DBF5-4332-9984-194C9AFB37BD}"/>
              </a:ext>
            </a:extLst>
          </p:cNvPr>
          <p:cNvSpPr>
            <a:spLocks xmlns:a="http://schemas.openxmlformats.org/drawingml/2006/main" noGrp="1"/>
          </p:cNvSpPr>
          <p:nvPr/>
        </p:nvSpPr>
        <p:spPr>
          <a:xfrm xmlns:a="http://schemas.openxmlformats.org/drawingml/2006/main">
            <a:off x="8750300" y="1562100"/>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状態</a:t>
            </a:r>
          </a:p>
        </p:txBody>
      </p:sp>
      <p:sp>
        <p:nvSpPr>
          <p:cNvPr id="16" name="box-1025">
            <a:extLst xmlns:a="http://schemas.openxmlformats.org/drawingml/2006/main">
              <a:ext uri="{FF2B5EF4-FFF2-40B4-BE49-F238E27FC236}">
                <a16:creationId xmlns:a16="http://schemas.microsoft.com/office/drawing/2014/main" id="{370F402B-0B37-46C3-9EF8-4CD3A946E71D}"/>
              </a:ext>
            </a:extLst>
          </p:cNvPr>
          <p:cNvSpPr>
            <a:spLocks xmlns:a="http://schemas.openxmlformats.org/drawingml/2006/main" noGrp="1"/>
          </p:cNvSpPr>
          <p:nvPr/>
        </p:nvSpPr>
        <p:spPr>
          <a:xfrm xmlns:a="http://schemas.openxmlformats.org/drawingml/2006/main">
            <a:off x="552450" y="2595563"/>
            <a:ext cx="22098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026">
            <a:extLst xmlns:a="http://schemas.openxmlformats.org/drawingml/2006/main">
              <a:ext uri="{FF2B5EF4-FFF2-40B4-BE49-F238E27FC236}">
                <a16:creationId xmlns:a16="http://schemas.microsoft.com/office/drawing/2014/main" id="{E9B46498-6814-4C43-9F2A-DD5933D9F93A}"/>
              </a:ext>
            </a:extLst>
          </p:cNvPr>
          <p:cNvSpPr>
            <a:spLocks xmlns:a="http://schemas.openxmlformats.org/drawingml/2006/main" noGrp="1"/>
          </p:cNvSpPr>
          <p:nvPr/>
        </p:nvSpPr>
        <p:spPr>
          <a:xfrm xmlns:a="http://schemas.openxmlformats.org/drawingml/2006/main">
            <a:off x="647700" y="2662238"/>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SRC-01</a:t>
            </a:r>
          </a:p>
        </p:txBody>
      </p:sp>
      <p:sp>
        <p:nvSpPr>
          <p:cNvPr id="18" name="box-1027">
            <a:extLst xmlns:a="http://schemas.openxmlformats.org/drawingml/2006/main">
              <a:ext uri="{FF2B5EF4-FFF2-40B4-BE49-F238E27FC236}">
                <a16:creationId xmlns:a16="http://schemas.microsoft.com/office/drawing/2014/main" id="{F96CFBF3-4492-411C-A18C-3FB6F3FDA0DC}"/>
              </a:ext>
            </a:extLst>
          </p:cNvPr>
          <p:cNvSpPr>
            <a:spLocks xmlns:a="http://schemas.openxmlformats.org/drawingml/2006/main" noGrp="1"/>
          </p:cNvSpPr>
          <p:nvPr/>
        </p:nvSpPr>
        <p:spPr>
          <a:xfrm xmlns:a="http://schemas.openxmlformats.org/drawingml/2006/main">
            <a:off x="2762250" y="2595563"/>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028">
            <a:extLst xmlns:a="http://schemas.openxmlformats.org/drawingml/2006/main">
              <a:ext uri="{FF2B5EF4-FFF2-40B4-BE49-F238E27FC236}">
                <a16:creationId xmlns:a16="http://schemas.microsoft.com/office/drawing/2014/main" id="{5C9F0D98-9EA4-4D61-B7DF-66C7238FDE45}"/>
              </a:ext>
            </a:extLst>
          </p:cNvPr>
          <p:cNvSpPr>
            <a:spLocks xmlns:a="http://schemas.openxmlformats.org/drawingml/2006/main" noGrp="1"/>
          </p:cNvSpPr>
          <p:nvPr/>
        </p:nvSpPr>
        <p:spPr>
          <a:xfrm xmlns:a="http://schemas.openxmlformats.org/drawingml/2006/main">
            <a:off x="2857500" y="2662238"/>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2026-08-18</a:t>
            </a:r>
          </a:p>
        </p:txBody>
      </p:sp>
      <p:sp>
        <p:nvSpPr>
          <p:cNvPr id="20" name="box-1029">
            <a:extLst xmlns:a="http://schemas.openxmlformats.org/drawingml/2006/main">
              <a:ext uri="{FF2B5EF4-FFF2-40B4-BE49-F238E27FC236}">
                <a16:creationId xmlns:a16="http://schemas.microsoft.com/office/drawing/2014/main" id="{9138095C-2012-45EA-9284-0F5B33DCAB15}"/>
              </a:ext>
            </a:extLst>
          </p:cNvPr>
          <p:cNvSpPr>
            <a:spLocks xmlns:a="http://schemas.openxmlformats.org/drawingml/2006/main" noGrp="1"/>
          </p:cNvSpPr>
          <p:nvPr/>
        </p:nvSpPr>
        <p:spPr>
          <a:xfrm xmlns:a="http://schemas.openxmlformats.org/drawingml/2006/main">
            <a:off x="5708650" y="2595563"/>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1" name="text-1030">
            <a:extLst xmlns:a="http://schemas.openxmlformats.org/drawingml/2006/main">
              <a:ext uri="{FF2B5EF4-FFF2-40B4-BE49-F238E27FC236}">
                <a16:creationId xmlns:a16="http://schemas.microsoft.com/office/drawing/2014/main" id="{2C422037-F030-415D-B37F-AA48AA56BC42}"/>
              </a:ext>
            </a:extLst>
          </p:cNvPr>
          <p:cNvSpPr>
            <a:spLocks xmlns:a="http://schemas.openxmlformats.org/drawingml/2006/main" noGrp="1"/>
          </p:cNvSpPr>
          <p:nvPr/>
        </p:nvSpPr>
        <p:spPr>
          <a:xfrm xmlns:a="http://schemas.openxmlformats.org/drawingml/2006/main">
            <a:off x="5803900" y="2662238"/>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顧客＋営業</a:t>
            </a:r>
          </a:p>
        </p:txBody>
      </p:sp>
      <p:sp>
        <p:nvSpPr>
          <p:cNvPr id="22" name="box-1031">
            <a:extLst xmlns:a="http://schemas.openxmlformats.org/drawingml/2006/main">
              <a:ext uri="{FF2B5EF4-FFF2-40B4-BE49-F238E27FC236}">
                <a16:creationId xmlns:a16="http://schemas.microsoft.com/office/drawing/2014/main" id="{B3019DD4-38F6-43E0-9F47-5BE9547765CF}"/>
              </a:ext>
            </a:extLst>
          </p:cNvPr>
          <p:cNvSpPr>
            <a:spLocks xmlns:a="http://schemas.openxmlformats.org/drawingml/2006/main" noGrp="1"/>
          </p:cNvSpPr>
          <p:nvPr/>
        </p:nvSpPr>
        <p:spPr>
          <a:xfrm xmlns:a="http://schemas.openxmlformats.org/drawingml/2006/main">
            <a:off x="8655050" y="2595563"/>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3" name="text-1032">
            <a:extLst xmlns:a="http://schemas.openxmlformats.org/drawingml/2006/main">
              <a:ext uri="{FF2B5EF4-FFF2-40B4-BE49-F238E27FC236}">
                <a16:creationId xmlns:a16="http://schemas.microsoft.com/office/drawing/2014/main" id="{DF7C6307-D616-4C61-B7A9-15003F07A1EE}"/>
              </a:ext>
            </a:extLst>
          </p:cNvPr>
          <p:cNvSpPr>
            <a:spLocks xmlns:a="http://schemas.openxmlformats.org/drawingml/2006/main" noGrp="1"/>
          </p:cNvSpPr>
          <p:nvPr/>
        </p:nvSpPr>
        <p:spPr>
          <a:xfrm xmlns:a="http://schemas.openxmlformats.org/drawingml/2006/main">
            <a:off x="8750300" y="2662238"/>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文字起こし</a:t>
            </a:r>
          </a:p>
        </p:txBody>
      </p:sp>
      <p:sp>
        <p:nvSpPr>
          <p:cNvPr id="24" name="box-1033">
            <a:extLst xmlns:a="http://schemas.openxmlformats.org/drawingml/2006/main">
              <a:ext uri="{FF2B5EF4-FFF2-40B4-BE49-F238E27FC236}">
                <a16:creationId xmlns:a16="http://schemas.microsoft.com/office/drawing/2014/main" id="{BDCEF24D-40B4-4FCA-8706-8A439F7B3339}"/>
              </a:ext>
            </a:extLst>
          </p:cNvPr>
          <p:cNvSpPr>
            <a:spLocks xmlns:a="http://schemas.openxmlformats.org/drawingml/2006/main" noGrp="1"/>
          </p:cNvSpPr>
          <p:nvPr/>
        </p:nvSpPr>
        <p:spPr>
          <a:xfrm xmlns:a="http://schemas.openxmlformats.org/drawingml/2006/main">
            <a:off x="552450" y="3695700"/>
            <a:ext cx="22098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034">
            <a:extLst xmlns:a="http://schemas.openxmlformats.org/drawingml/2006/main">
              <a:ext uri="{FF2B5EF4-FFF2-40B4-BE49-F238E27FC236}">
                <a16:creationId xmlns:a16="http://schemas.microsoft.com/office/drawing/2014/main" id="{597595F1-04A7-4640-B948-32CFADF0F04A}"/>
              </a:ext>
            </a:extLst>
          </p:cNvPr>
          <p:cNvSpPr>
            <a:spLocks xmlns:a="http://schemas.openxmlformats.org/drawingml/2006/main" noGrp="1"/>
          </p:cNvSpPr>
          <p:nvPr/>
        </p:nvSpPr>
        <p:spPr>
          <a:xfrm xmlns:a="http://schemas.openxmlformats.org/drawingml/2006/main">
            <a:off x="647700" y="3762375"/>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SRC-02</a:t>
            </a:r>
          </a:p>
        </p:txBody>
      </p:sp>
      <p:sp>
        <p:nvSpPr>
          <p:cNvPr id="26" name="box-1035">
            <a:extLst xmlns:a="http://schemas.openxmlformats.org/drawingml/2006/main">
              <a:ext uri="{FF2B5EF4-FFF2-40B4-BE49-F238E27FC236}">
                <a16:creationId xmlns:a16="http://schemas.microsoft.com/office/drawing/2014/main" id="{CC63F6B1-4FBF-4E40-BB12-E3F543F22D60}"/>
              </a:ext>
            </a:extLst>
          </p:cNvPr>
          <p:cNvSpPr>
            <a:spLocks xmlns:a="http://schemas.openxmlformats.org/drawingml/2006/main" noGrp="1"/>
          </p:cNvSpPr>
          <p:nvPr/>
        </p:nvSpPr>
        <p:spPr>
          <a:xfrm xmlns:a="http://schemas.openxmlformats.org/drawingml/2006/main">
            <a:off x="2762250" y="3695700"/>
            <a:ext cx="29464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7" name="text-1036">
            <a:extLst xmlns:a="http://schemas.openxmlformats.org/drawingml/2006/main">
              <a:ext uri="{FF2B5EF4-FFF2-40B4-BE49-F238E27FC236}">
                <a16:creationId xmlns:a16="http://schemas.microsoft.com/office/drawing/2014/main" id="{938D40C6-CD01-4C2D-BC4C-4CF41EE4AC85}"/>
              </a:ext>
            </a:extLst>
          </p:cNvPr>
          <p:cNvSpPr>
            <a:spLocks xmlns:a="http://schemas.openxmlformats.org/drawingml/2006/main" noGrp="1"/>
          </p:cNvSpPr>
          <p:nvPr/>
        </p:nvSpPr>
        <p:spPr>
          <a:xfrm xmlns:a="http://schemas.openxmlformats.org/drawingml/2006/main">
            <a:off x="2857500" y="3762375"/>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2026-08-18</a:t>
            </a:r>
          </a:p>
        </p:txBody>
      </p:sp>
      <p:sp>
        <p:nvSpPr>
          <p:cNvPr id="28" name="box-1037">
            <a:extLst xmlns:a="http://schemas.openxmlformats.org/drawingml/2006/main">
              <a:ext uri="{FF2B5EF4-FFF2-40B4-BE49-F238E27FC236}">
                <a16:creationId xmlns:a16="http://schemas.microsoft.com/office/drawing/2014/main" id="{6B16514B-27AB-40A8-8633-1F970BAFBBE3}"/>
              </a:ext>
            </a:extLst>
          </p:cNvPr>
          <p:cNvSpPr>
            <a:spLocks xmlns:a="http://schemas.openxmlformats.org/drawingml/2006/main" noGrp="1"/>
          </p:cNvSpPr>
          <p:nvPr/>
        </p:nvSpPr>
        <p:spPr>
          <a:xfrm xmlns:a="http://schemas.openxmlformats.org/drawingml/2006/main">
            <a:off x="5708650" y="3695700"/>
            <a:ext cx="29464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9" name="text-1038">
            <a:extLst xmlns:a="http://schemas.openxmlformats.org/drawingml/2006/main">
              <a:ext uri="{FF2B5EF4-FFF2-40B4-BE49-F238E27FC236}">
                <a16:creationId xmlns:a16="http://schemas.microsoft.com/office/drawing/2014/main" id="{597E30F6-8415-41AC-8EA0-D75512D39244}"/>
              </a:ext>
            </a:extLst>
          </p:cNvPr>
          <p:cNvSpPr>
            <a:spLocks xmlns:a="http://schemas.openxmlformats.org/drawingml/2006/main" noGrp="1"/>
          </p:cNvSpPr>
          <p:nvPr/>
        </p:nvSpPr>
        <p:spPr>
          <a:xfrm xmlns:a="http://schemas.openxmlformats.org/drawingml/2006/main">
            <a:off x="5803900" y="3762375"/>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営業担当</a:t>
            </a:r>
          </a:p>
        </p:txBody>
      </p:sp>
      <p:sp>
        <p:nvSpPr>
          <p:cNvPr id="30" name="box-1039">
            <a:extLst xmlns:a="http://schemas.openxmlformats.org/drawingml/2006/main">
              <a:ext uri="{FF2B5EF4-FFF2-40B4-BE49-F238E27FC236}">
                <a16:creationId xmlns:a16="http://schemas.microsoft.com/office/drawing/2014/main" id="{D0A00DF4-21E9-4F72-9990-F032B6DD9F62}"/>
              </a:ext>
            </a:extLst>
          </p:cNvPr>
          <p:cNvSpPr>
            <a:spLocks xmlns:a="http://schemas.openxmlformats.org/drawingml/2006/main" noGrp="1"/>
          </p:cNvSpPr>
          <p:nvPr/>
        </p:nvSpPr>
        <p:spPr>
          <a:xfrm xmlns:a="http://schemas.openxmlformats.org/drawingml/2006/main">
            <a:off x="8655050" y="3695700"/>
            <a:ext cx="29464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1" name="text-1040">
            <a:extLst xmlns:a="http://schemas.openxmlformats.org/drawingml/2006/main">
              <a:ext uri="{FF2B5EF4-FFF2-40B4-BE49-F238E27FC236}">
                <a16:creationId xmlns:a16="http://schemas.microsoft.com/office/drawing/2014/main" id="{62BEC824-378F-4BF0-A910-A242811D8397}"/>
              </a:ext>
            </a:extLst>
          </p:cNvPr>
          <p:cNvSpPr>
            <a:spLocks xmlns:a="http://schemas.openxmlformats.org/drawingml/2006/main" noGrp="1"/>
          </p:cNvSpPr>
          <p:nvPr/>
        </p:nvSpPr>
        <p:spPr>
          <a:xfrm xmlns:a="http://schemas.openxmlformats.org/drawingml/2006/main">
            <a:off x="8750300" y="3762375"/>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観察・見立て含む</a:t>
            </a:r>
          </a:p>
        </p:txBody>
      </p:sp>
      <p:sp>
        <p:nvSpPr>
          <p:cNvPr id="32" name="box-1041">
            <a:extLst xmlns:a="http://schemas.openxmlformats.org/drawingml/2006/main">
              <a:ext uri="{FF2B5EF4-FFF2-40B4-BE49-F238E27FC236}">
                <a16:creationId xmlns:a16="http://schemas.microsoft.com/office/drawing/2014/main" id="{0F552F26-C470-4CEF-A309-C41F94F525CC}"/>
              </a:ext>
            </a:extLst>
          </p:cNvPr>
          <p:cNvSpPr>
            <a:spLocks xmlns:a="http://schemas.openxmlformats.org/drawingml/2006/main" noGrp="1"/>
          </p:cNvSpPr>
          <p:nvPr/>
        </p:nvSpPr>
        <p:spPr>
          <a:xfrm xmlns:a="http://schemas.openxmlformats.org/drawingml/2006/main">
            <a:off x="552450" y="4795838"/>
            <a:ext cx="22098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3" name="text-1042">
            <a:extLst xmlns:a="http://schemas.openxmlformats.org/drawingml/2006/main">
              <a:ext uri="{FF2B5EF4-FFF2-40B4-BE49-F238E27FC236}">
                <a16:creationId xmlns:a16="http://schemas.microsoft.com/office/drawing/2014/main" id="{1A544ECE-6163-4823-882B-F2CAD820A519}"/>
              </a:ext>
            </a:extLst>
          </p:cNvPr>
          <p:cNvSpPr>
            <a:spLocks xmlns:a="http://schemas.openxmlformats.org/drawingml/2006/main" noGrp="1"/>
          </p:cNvSpPr>
          <p:nvPr/>
        </p:nvSpPr>
        <p:spPr>
          <a:xfrm xmlns:a="http://schemas.openxmlformats.org/drawingml/2006/main">
            <a:off x="647700" y="4862513"/>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SRC-03</a:t>
            </a:r>
          </a:p>
        </p:txBody>
      </p:sp>
      <p:sp>
        <p:nvSpPr>
          <p:cNvPr id="34" name="box-1043">
            <a:extLst xmlns:a="http://schemas.openxmlformats.org/drawingml/2006/main">
              <a:ext uri="{FF2B5EF4-FFF2-40B4-BE49-F238E27FC236}">
                <a16:creationId xmlns:a16="http://schemas.microsoft.com/office/drawing/2014/main" id="{0ADCFFA8-65D7-4795-947D-336FB5BE12F6}"/>
              </a:ext>
            </a:extLst>
          </p:cNvPr>
          <p:cNvSpPr>
            <a:spLocks xmlns:a="http://schemas.openxmlformats.org/drawingml/2006/main" noGrp="1"/>
          </p:cNvSpPr>
          <p:nvPr/>
        </p:nvSpPr>
        <p:spPr>
          <a:xfrm xmlns:a="http://schemas.openxmlformats.org/drawingml/2006/main">
            <a:off x="2762250" y="4795838"/>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5" name="text-1044">
            <a:extLst xmlns:a="http://schemas.openxmlformats.org/drawingml/2006/main">
              <a:ext uri="{FF2B5EF4-FFF2-40B4-BE49-F238E27FC236}">
                <a16:creationId xmlns:a16="http://schemas.microsoft.com/office/drawing/2014/main" id="{EC62778E-11A0-4B27-BA49-5E610AED2B6F}"/>
              </a:ext>
            </a:extLst>
          </p:cNvPr>
          <p:cNvSpPr>
            <a:spLocks xmlns:a="http://schemas.openxmlformats.org/drawingml/2006/main" noGrp="1"/>
          </p:cNvSpPr>
          <p:nvPr/>
        </p:nvSpPr>
        <p:spPr>
          <a:xfrm xmlns:a="http://schemas.openxmlformats.org/drawingml/2006/main">
            <a:off x="2857500" y="4862513"/>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2026-08-19</a:t>
            </a:r>
          </a:p>
        </p:txBody>
      </p:sp>
      <p:sp>
        <p:nvSpPr>
          <p:cNvPr id="36" name="box-1045">
            <a:extLst xmlns:a="http://schemas.openxmlformats.org/drawingml/2006/main">
              <a:ext uri="{FF2B5EF4-FFF2-40B4-BE49-F238E27FC236}">
                <a16:creationId xmlns:a16="http://schemas.microsoft.com/office/drawing/2014/main" id="{C936AB45-F5A8-43C7-BE2B-4AA281B3232E}"/>
              </a:ext>
            </a:extLst>
          </p:cNvPr>
          <p:cNvSpPr>
            <a:spLocks xmlns:a="http://schemas.openxmlformats.org/drawingml/2006/main" noGrp="1"/>
          </p:cNvSpPr>
          <p:nvPr/>
        </p:nvSpPr>
        <p:spPr>
          <a:xfrm xmlns:a="http://schemas.openxmlformats.org/drawingml/2006/main">
            <a:off x="5708650" y="4795838"/>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7" name="text-1046">
            <a:extLst xmlns:a="http://schemas.openxmlformats.org/drawingml/2006/main">
              <a:ext uri="{FF2B5EF4-FFF2-40B4-BE49-F238E27FC236}">
                <a16:creationId xmlns:a16="http://schemas.microsoft.com/office/drawing/2014/main" id="{24806965-5F25-406B-9D4D-5A298CC77F0D}"/>
              </a:ext>
            </a:extLst>
          </p:cNvPr>
          <p:cNvSpPr>
            <a:spLocks xmlns:a="http://schemas.openxmlformats.org/drawingml/2006/main" noGrp="1"/>
          </p:cNvSpPr>
          <p:nvPr/>
        </p:nvSpPr>
        <p:spPr>
          <a:xfrm xmlns:a="http://schemas.openxmlformats.org/drawingml/2006/main">
            <a:off x="5803900" y="4862513"/>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顧客担当</a:t>
            </a:r>
          </a:p>
        </p:txBody>
      </p:sp>
      <p:sp>
        <p:nvSpPr>
          <p:cNvPr id="38" name="box-1047">
            <a:extLst xmlns:a="http://schemas.openxmlformats.org/drawingml/2006/main">
              <a:ext uri="{FF2B5EF4-FFF2-40B4-BE49-F238E27FC236}">
                <a16:creationId xmlns:a16="http://schemas.microsoft.com/office/drawing/2014/main" id="{B8474390-89AE-48EE-A3B1-85E16D459EC4}"/>
              </a:ext>
            </a:extLst>
          </p:cNvPr>
          <p:cNvSpPr>
            <a:spLocks xmlns:a="http://schemas.openxmlformats.org/drawingml/2006/main" noGrp="1"/>
          </p:cNvSpPr>
          <p:nvPr/>
        </p:nvSpPr>
        <p:spPr>
          <a:xfrm xmlns:a="http://schemas.openxmlformats.org/drawingml/2006/main">
            <a:off x="8655050" y="4795838"/>
            <a:ext cx="29464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9" name="text-1048">
            <a:extLst xmlns:a="http://schemas.openxmlformats.org/drawingml/2006/main">
              <a:ext uri="{FF2B5EF4-FFF2-40B4-BE49-F238E27FC236}">
                <a16:creationId xmlns:a16="http://schemas.microsoft.com/office/drawing/2014/main" id="{4427403D-38BF-496C-BBFF-F1B315A288DB}"/>
              </a:ext>
            </a:extLst>
          </p:cNvPr>
          <p:cNvSpPr>
            <a:spLocks xmlns:a="http://schemas.openxmlformats.org/drawingml/2006/main" noGrp="1"/>
          </p:cNvSpPr>
          <p:nvPr/>
        </p:nvSpPr>
        <p:spPr>
          <a:xfrm xmlns:a="http://schemas.openxmlformats.org/drawingml/2006/main">
            <a:off x="8750300" y="4862513"/>
            <a:ext cx="27559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期限表現あり</a:t>
            </a:r>
          </a:p>
        </p:txBody>
      </p:sp>
    </p:spTree>
    <p:extLst>
      <p:ext uri="{BB962C8B-B14F-4D97-AF65-F5344CB8AC3E}">
        <p14:creationId xmlns:p14="http://schemas.microsoft.com/office/powerpoint/2010/main" val="33550829"/>
      </p:ext>
    </p:extLst>
  </p:cSld>
</p:sld>
</file>

<file path=ppt/slides/slide3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1049">
            <a:extLst xmlns:a="http://schemas.openxmlformats.org/drawingml/2006/main">
              <a:ext uri="{FF2B5EF4-FFF2-40B4-BE49-F238E27FC236}">
                <a16:creationId xmlns:a16="http://schemas.microsoft.com/office/drawing/2014/main" id="{7352EF90-A8B5-4BCA-844D-BB1D071D44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050">
            <a:extLst xmlns:a="http://schemas.openxmlformats.org/drawingml/2006/main">
              <a:ext uri="{FF2B5EF4-FFF2-40B4-BE49-F238E27FC236}">
                <a16:creationId xmlns:a16="http://schemas.microsoft.com/office/drawing/2014/main" id="{ACB6AB7D-36BA-4B59-AE97-7305C457A0D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051">
            <a:extLst xmlns:a="http://schemas.openxmlformats.org/drawingml/2006/main">
              <a:ext uri="{FF2B5EF4-FFF2-40B4-BE49-F238E27FC236}">
                <a16:creationId xmlns:a16="http://schemas.microsoft.com/office/drawing/2014/main" id="{BD786F4E-2C87-4CB8-B9B9-8198B8E6D5C0}"/>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Step 2｜人が先に、情報を仮分類します</a:t>
            </a:r>
          </a:p>
        </p:txBody>
      </p:sp>
      <p:sp>
        <p:nvSpPr>
          <p:cNvPr id="4" name="box-1052">
            <a:extLst xmlns:a="http://schemas.openxmlformats.org/drawingml/2006/main">
              <a:ext uri="{FF2B5EF4-FFF2-40B4-BE49-F238E27FC236}">
                <a16:creationId xmlns:a16="http://schemas.microsoft.com/office/drawing/2014/main" id="{D96411B3-735C-4B1C-BD5A-23E45BC30250}"/>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053">
            <a:extLst xmlns:a="http://schemas.openxmlformats.org/drawingml/2006/main">
              <a:ext uri="{FF2B5EF4-FFF2-40B4-BE49-F238E27FC236}">
                <a16:creationId xmlns:a16="http://schemas.microsoft.com/office/drawing/2014/main" id="{A0C3DA68-5D66-40E0-9FE5-8FB34288FED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054">
            <a:extLst xmlns:a="http://schemas.openxmlformats.org/drawingml/2006/main">
              <a:ext uri="{FF2B5EF4-FFF2-40B4-BE49-F238E27FC236}">
                <a16:creationId xmlns:a16="http://schemas.microsoft.com/office/drawing/2014/main" id="{20D67B68-C7E7-4EA4-800A-716F4914948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要点｜AIへ渡す前に、混同しやすい箇所へ印を付ける</a:t>
            </a:r>
          </a:p>
        </p:txBody>
      </p:sp>
      <p:sp>
        <p:nvSpPr>
          <p:cNvPr id="7" name="text-1055">
            <a:extLst xmlns:a="http://schemas.openxmlformats.org/drawingml/2006/main">
              <a:ext uri="{FF2B5EF4-FFF2-40B4-BE49-F238E27FC236}">
                <a16:creationId xmlns:a16="http://schemas.microsoft.com/office/drawing/2014/main" id="{8C2AA7D8-6DA7-4F57-9AC7-AAEAD1451671}"/>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36</a:t>
            </a:r>
          </a:p>
        </p:txBody>
      </p:sp>
      <p:sp>
        <p:nvSpPr>
          <p:cNvPr id="8" name="box-1056">
            <a:extLst xmlns:a="http://schemas.openxmlformats.org/drawingml/2006/main">
              <a:ext uri="{FF2B5EF4-FFF2-40B4-BE49-F238E27FC236}">
                <a16:creationId xmlns:a16="http://schemas.microsoft.com/office/drawing/2014/main" id="{412B9DC1-70D2-4C92-BAB5-ADA6B7600508}"/>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057">
            <a:extLst xmlns:a="http://schemas.openxmlformats.org/drawingml/2006/main">
              <a:ext uri="{FF2B5EF4-FFF2-40B4-BE49-F238E27FC236}">
                <a16:creationId xmlns:a16="http://schemas.microsoft.com/office/drawing/2014/main" id="{5BD2058C-8436-4565-A429-6D2892EA78CE}"/>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原文の一部</a:t>
            </a:r>
          </a:p>
        </p:txBody>
      </p:sp>
      <p:sp>
        <p:nvSpPr>
          <p:cNvPr id="10" name="box-1058">
            <a:extLst xmlns:a="http://schemas.openxmlformats.org/drawingml/2006/main">
              <a:ext uri="{FF2B5EF4-FFF2-40B4-BE49-F238E27FC236}">
                <a16:creationId xmlns:a16="http://schemas.microsoft.com/office/drawing/2014/main" id="{310A8EFA-98CC-43F0-81E2-454E2B8C412A}"/>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059">
            <a:extLst xmlns:a="http://schemas.openxmlformats.org/drawingml/2006/main">
              <a:ext uri="{FF2B5EF4-FFF2-40B4-BE49-F238E27FC236}">
                <a16:creationId xmlns:a16="http://schemas.microsoft.com/office/drawing/2014/main" id="{6472448A-2200-4410-AB9F-0EFB9A18B414}"/>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仮分類</a:t>
            </a:r>
          </a:p>
        </p:txBody>
      </p:sp>
      <p:sp>
        <p:nvSpPr>
          <p:cNvPr id="12" name="box-1060">
            <a:extLst xmlns:a="http://schemas.openxmlformats.org/drawingml/2006/main">
              <a:ext uri="{FF2B5EF4-FFF2-40B4-BE49-F238E27FC236}">
                <a16:creationId xmlns:a16="http://schemas.microsoft.com/office/drawing/2014/main" id="{0B59FE02-5ABC-4A90-830C-B7E55A89DBF1}"/>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061">
            <a:extLst xmlns:a="http://schemas.openxmlformats.org/drawingml/2006/main">
              <a:ext uri="{FF2B5EF4-FFF2-40B4-BE49-F238E27FC236}">
                <a16:creationId xmlns:a16="http://schemas.microsoft.com/office/drawing/2014/main" id="{AE840758-F797-40BE-9D65-71BE4C3F942F}"/>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注意</a:t>
            </a:r>
          </a:p>
        </p:txBody>
      </p:sp>
      <p:sp>
        <p:nvSpPr>
          <p:cNvPr id="14" name="box-1062">
            <a:extLst xmlns:a="http://schemas.openxmlformats.org/drawingml/2006/main">
              <a:ext uri="{FF2B5EF4-FFF2-40B4-BE49-F238E27FC236}">
                <a16:creationId xmlns:a16="http://schemas.microsoft.com/office/drawing/2014/main" id="{EC9A1CC2-87EA-4EBA-945B-2424A6482598}"/>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063">
            <a:extLst xmlns:a="http://schemas.openxmlformats.org/drawingml/2006/main">
              <a:ext uri="{FF2B5EF4-FFF2-40B4-BE49-F238E27FC236}">
                <a16:creationId xmlns:a16="http://schemas.microsoft.com/office/drawing/2014/main" id="{FD2C3E7E-0E7E-4D30-B64A-3F30ACDE41A0}"/>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『まず一拠点で試したい』</a:t>
            </a:r>
          </a:p>
        </p:txBody>
      </p:sp>
      <p:sp>
        <p:nvSpPr>
          <p:cNvPr id="16" name="box-1064">
            <a:extLst xmlns:a="http://schemas.openxmlformats.org/drawingml/2006/main">
              <a:ext uri="{FF2B5EF4-FFF2-40B4-BE49-F238E27FC236}">
                <a16:creationId xmlns:a16="http://schemas.microsoft.com/office/drawing/2014/main" id="{F30493AB-1A5D-4992-B781-5CF10E8607FB}"/>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065">
            <a:extLst xmlns:a="http://schemas.openxmlformats.org/drawingml/2006/main">
              <a:ext uri="{FF2B5EF4-FFF2-40B4-BE49-F238E27FC236}">
                <a16:creationId xmlns:a16="http://schemas.microsoft.com/office/drawing/2014/main" id="{8152494C-9110-4C45-8484-78E7F4768B0A}"/>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発言・要望</a:t>
            </a:r>
          </a:p>
        </p:txBody>
      </p:sp>
      <p:sp>
        <p:nvSpPr>
          <p:cNvPr id="18" name="box-1066">
            <a:extLst xmlns:a="http://schemas.openxmlformats.org/drawingml/2006/main">
              <a:ext uri="{FF2B5EF4-FFF2-40B4-BE49-F238E27FC236}">
                <a16:creationId xmlns:a16="http://schemas.microsoft.com/office/drawing/2014/main" id="{9B166010-7025-4C58-B95C-72AE226E3A48}"/>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067">
            <a:extLst xmlns:a="http://schemas.openxmlformats.org/drawingml/2006/main">
              <a:ext uri="{FF2B5EF4-FFF2-40B4-BE49-F238E27FC236}">
                <a16:creationId xmlns:a16="http://schemas.microsoft.com/office/drawing/2014/main" id="{062035A5-8CE2-4FA1-B8B4-7A769D5599D7}"/>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決定ではない</a:t>
            </a:r>
          </a:p>
        </p:txBody>
      </p:sp>
      <p:sp>
        <p:nvSpPr>
          <p:cNvPr id="20" name="box-1068">
            <a:extLst xmlns:a="http://schemas.openxmlformats.org/drawingml/2006/main">
              <a:ext uri="{FF2B5EF4-FFF2-40B4-BE49-F238E27FC236}">
                <a16:creationId xmlns:a16="http://schemas.microsoft.com/office/drawing/2014/main" id="{410F43FF-3EAC-4F26-8A6E-0DBBFDEAF651}"/>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1069">
            <a:extLst xmlns:a="http://schemas.openxmlformats.org/drawingml/2006/main">
              <a:ext uri="{FF2B5EF4-FFF2-40B4-BE49-F238E27FC236}">
                <a16:creationId xmlns:a16="http://schemas.microsoft.com/office/drawing/2014/main" id="{CF3C6362-C89F-4218-A62B-421B93993BC5}"/>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導入を急いでいる様子</a:t>
            </a:r>
          </a:p>
        </p:txBody>
      </p:sp>
      <p:sp>
        <p:nvSpPr>
          <p:cNvPr id="22" name="box-1070">
            <a:extLst xmlns:a="http://schemas.openxmlformats.org/drawingml/2006/main">
              <a:ext uri="{FF2B5EF4-FFF2-40B4-BE49-F238E27FC236}">
                <a16:creationId xmlns:a16="http://schemas.microsoft.com/office/drawing/2014/main" id="{ED2FFB66-CF27-47DC-9699-A567211F11E0}"/>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1071">
            <a:extLst xmlns:a="http://schemas.openxmlformats.org/drawingml/2006/main">
              <a:ext uri="{FF2B5EF4-FFF2-40B4-BE49-F238E27FC236}">
                <a16:creationId xmlns:a16="http://schemas.microsoft.com/office/drawing/2014/main" id="{77F2B091-2003-4FC2-9D95-8C11B167BEB5}"/>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担当者の解釈</a:t>
            </a:r>
          </a:p>
        </p:txBody>
      </p:sp>
      <p:sp>
        <p:nvSpPr>
          <p:cNvPr id="24" name="box-1072">
            <a:extLst xmlns:a="http://schemas.openxmlformats.org/drawingml/2006/main">
              <a:ext uri="{FF2B5EF4-FFF2-40B4-BE49-F238E27FC236}">
                <a16:creationId xmlns:a16="http://schemas.microsoft.com/office/drawing/2014/main" id="{F1644C1A-8E06-4FE8-8DE7-B0000A192AA0}"/>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073">
            <a:extLst xmlns:a="http://schemas.openxmlformats.org/drawingml/2006/main">
              <a:ext uri="{FF2B5EF4-FFF2-40B4-BE49-F238E27FC236}">
                <a16:creationId xmlns:a16="http://schemas.microsoft.com/office/drawing/2014/main" id="{8BB71026-77D4-442E-881D-1C8C604033BC}"/>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本人未確認</a:t>
            </a:r>
          </a:p>
        </p:txBody>
      </p:sp>
      <p:sp>
        <p:nvSpPr>
          <p:cNvPr id="26" name="box-1074">
            <a:extLst xmlns:a="http://schemas.openxmlformats.org/drawingml/2006/main">
              <a:ext uri="{FF2B5EF4-FFF2-40B4-BE49-F238E27FC236}">
                <a16:creationId xmlns:a16="http://schemas.microsoft.com/office/drawing/2014/main" id="{34D663C2-4F41-4686-8C55-5BBD9E765790}"/>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1075">
            <a:extLst xmlns:a="http://schemas.openxmlformats.org/drawingml/2006/main">
              <a:ext uri="{FF2B5EF4-FFF2-40B4-BE49-F238E27FC236}">
                <a16:creationId xmlns:a16="http://schemas.microsoft.com/office/drawing/2014/main" id="{368328C6-A820-4255-B6AD-BE5185707395}"/>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9月10日／9月12日</a:t>
            </a:r>
          </a:p>
        </p:txBody>
      </p:sp>
      <p:sp>
        <p:nvSpPr>
          <p:cNvPr id="28" name="box-1076">
            <a:extLst xmlns:a="http://schemas.openxmlformats.org/drawingml/2006/main">
              <a:ext uri="{FF2B5EF4-FFF2-40B4-BE49-F238E27FC236}">
                <a16:creationId xmlns:a16="http://schemas.microsoft.com/office/drawing/2014/main" id="{976C4072-C2C6-4EE9-8E68-B983C3FB37B7}"/>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1077">
            <a:extLst xmlns:a="http://schemas.openxmlformats.org/drawingml/2006/main">
              <a:ext uri="{FF2B5EF4-FFF2-40B4-BE49-F238E27FC236}">
                <a16:creationId xmlns:a16="http://schemas.microsoft.com/office/drawing/2014/main" id="{CDF52E17-A651-46B5-8979-8BAF75D7567B}"/>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矛盾・未確認</a:t>
            </a:r>
          </a:p>
        </p:txBody>
      </p:sp>
      <p:sp>
        <p:nvSpPr>
          <p:cNvPr id="30" name="box-1078">
            <a:extLst xmlns:a="http://schemas.openxmlformats.org/drawingml/2006/main">
              <a:ext uri="{FF2B5EF4-FFF2-40B4-BE49-F238E27FC236}">
                <a16:creationId xmlns:a16="http://schemas.microsoft.com/office/drawing/2014/main" id="{1CB66A59-7A5A-4E91-B271-A42CE313FB52}"/>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1079">
            <a:extLst xmlns:a="http://schemas.openxmlformats.org/drawingml/2006/main">
              <a:ext uri="{FF2B5EF4-FFF2-40B4-BE49-F238E27FC236}">
                <a16:creationId xmlns:a16="http://schemas.microsoft.com/office/drawing/2014/main" id="{5AA959D2-0109-4F8D-A9C6-88A2C19D7F0B}"/>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両方を残す</a:t>
            </a:r>
          </a:p>
        </p:txBody>
      </p:sp>
    </p:spTree>
    <p:extLst>
      <p:ext uri="{BB962C8B-B14F-4D97-AF65-F5344CB8AC3E}">
        <p14:creationId xmlns:p14="http://schemas.microsoft.com/office/powerpoint/2010/main" val="1103457048"/>
      </p:ext>
    </p:extLst>
  </p:cSld>
</p:sld>
</file>

<file path=ppt/slides/slide3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1080">
            <a:extLst xmlns:a="http://schemas.openxmlformats.org/drawingml/2006/main">
              <a:ext uri="{FF2B5EF4-FFF2-40B4-BE49-F238E27FC236}">
                <a16:creationId xmlns:a16="http://schemas.microsoft.com/office/drawing/2014/main" id="{3F200D4C-F9B2-471B-A4CA-FE201D4027D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081">
            <a:extLst xmlns:a="http://schemas.openxmlformats.org/drawingml/2006/main">
              <a:ext uri="{FF2B5EF4-FFF2-40B4-BE49-F238E27FC236}">
                <a16:creationId xmlns:a16="http://schemas.microsoft.com/office/drawing/2014/main" id="{1CD65BC3-5F04-4E59-905A-6EAF17FE96E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082">
            <a:extLst xmlns:a="http://schemas.openxmlformats.org/drawingml/2006/main">
              <a:ext uri="{FF2B5EF4-FFF2-40B4-BE49-F238E27FC236}">
                <a16:creationId xmlns:a16="http://schemas.microsoft.com/office/drawing/2014/main" id="{77891CC0-E92D-4884-910F-1F54ACB50982}"/>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Step 3｜補完禁止の指示を渡します</a:t>
            </a:r>
          </a:p>
        </p:txBody>
      </p:sp>
      <p:sp>
        <p:nvSpPr>
          <p:cNvPr id="4" name="box-1083">
            <a:extLst xmlns:a="http://schemas.openxmlformats.org/drawingml/2006/main">
              <a:ext uri="{FF2B5EF4-FFF2-40B4-BE49-F238E27FC236}">
                <a16:creationId xmlns:a16="http://schemas.microsoft.com/office/drawing/2014/main" id="{D58C71F2-6150-46D6-8035-2E3B4F6AF82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084">
            <a:extLst xmlns:a="http://schemas.openxmlformats.org/drawingml/2006/main">
              <a:ext uri="{FF2B5EF4-FFF2-40B4-BE49-F238E27FC236}">
                <a16:creationId xmlns:a16="http://schemas.microsoft.com/office/drawing/2014/main" id="{52902A94-D8D0-474B-8083-4A371F1DEAC8}"/>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085">
            <a:extLst xmlns:a="http://schemas.openxmlformats.org/drawingml/2006/main">
              <a:ext uri="{FF2B5EF4-FFF2-40B4-BE49-F238E27FC236}">
                <a16:creationId xmlns:a16="http://schemas.microsoft.com/office/drawing/2014/main" id="{DE5CEC47-0412-4545-A038-B04FC7B2936F}"/>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要点｜原資料だけを使い、矛盾と不足を別表へ出させる</a:t>
            </a:r>
          </a:p>
        </p:txBody>
      </p:sp>
      <p:sp>
        <p:nvSpPr>
          <p:cNvPr id="7" name="text-1086">
            <a:extLst xmlns:a="http://schemas.openxmlformats.org/drawingml/2006/main">
              <a:ext uri="{FF2B5EF4-FFF2-40B4-BE49-F238E27FC236}">
                <a16:creationId xmlns:a16="http://schemas.microsoft.com/office/drawing/2014/main" id="{C0662679-856A-4AF6-87BC-8DD30553A3BD}"/>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37</a:t>
            </a:r>
          </a:p>
        </p:txBody>
      </p:sp>
      <p:sp>
        <p:nvSpPr>
          <p:cNvPr id="8" name="box-1087">
            <a:extLst xmlns:a="http://schemas.openxmlformats.org/drawingml/2006/main">
              <a:ext uri="{FF2B5EF4-FFF2-40B4-BE49-F238E27FC236}">
                <a16:creationId xmlns:a16="http://schemas.microsoft.com/office/drawing/2014/main" id="{A792B6FB-B864-4AD0-83A1-DD474F730C65}"/>
              </a:ext>
            </a:extLst>
          </p:cNvPr>
          <p:cNvSpPr>
            <a:spLocks xmlns:a="http://schemas.openxmlformats.org/drawingml/2006/main" noGrp="1"/>
          </p:cNvSpPr>
          <p:nvPr/>
        </p:nvSpPr>
        <p:spPr>
          <a:xfrm xmlns:a="http://schemas.openxmlformats.org/drawingml/2006/main">
            <a:off x="552450" y="1447800"/>
            <a:ext cx="5438775" cy="1857375"/>
          </a:xfrm>
          <a:prstGeom xmlns:a="http://schemas.openxmlformats.org/drawingml/2006/main" prst="roundRect">
            <a:avLst>
              <a:gd name="adj" fmla="val 6154"/>
            </a:avLst>
          </a:prstGeom>
          <a:solidFill xmlns:a="http://schemas.openxmlformats.org/drawingml/2006/main">
            <a:srgbClr val="14364F"/>
          </a:solidFill>
          <a:ln xmlns:a="http://schemas.openxmlformats.org/drawingml/2006/main" w="0">
            <a:noFill/>
            <a:prstDash val="solid"/>
          </a:ln>
        </p:spPr>
      </p:sp>
      <p:sp>
        <p:nvSpPr>
          <p:cNvPr id="9" name="text-1088">
            <a:extLst xmlns:a="http://schemas.openxmlformats.org/drawingml/2006/main">
              <a:ext uri="{FF2B5EF4-FFF2-40B4-BE49-F238E27FC236}">
                <a16:creationId xmlns:a16="http://schemas.microsoft.com/office/drawing/2014/main" id="{0DA441C1-DB80-4D2B-AC93-468795D6F0E7}"/>
              </a:ext>
            </a:extLst>
          </p:cNvPr>
          <p:cNvSpPr>
            <a:spLocks xmlns:a="http://schemas.openxmlformats.org/drawingml/2006/main" noGrp="1"/>
          </p:cNvSpPr>
          <p:nvPr/>
        </p:nvSpPr>
        <p:spPr>
          <a:xfrm xmlns:a="http://schemas.openxmlformats.org/drawingml/2006/main">
            <a:off x="781050" y="165735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使用情報</a:t>
            </a:r>
          </a:p>
        </p:txBody>
      </p:sp>
      <p:sp>
        <p:nvSpPr>
          <p:cNvPr id="10" name="box-1089">
            <a:extLst xmlns:a="http://schemas.openxmlformats.org/drawingml/2006/main">
              <a:ext uri="{FF2B5EF4-FFF2-40B4-BE49-F238E27FC236}">
                <a16:creationId xmlns:a16="http://schemas.microsoft.com/office/drawing/2014/main" id="{078DC156-C4CF-451F-ACB0-442B7D2C54DD}"/>
              </a:ext>
            </a:extLst>
          </p:cNvPr>
          <p:cNvSpPr>
            <a:spLocks xmlns:a="http://schemas.openxmlformats.org/drawingml/2006/main" noGrp="1"/>
          </p:cNvSpPr>
          <p:nvPr/>
        </p:nvSpPr>
        <p:spPr>
          <a:xfrm xmlns:a="http://schemas.openxmlformats.org/drawingml/2006/main">
            <a:off x="781050" y="2114550"/>
            <a:ext cx="4572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11" name="text-1090">
            <a:extLst xmlns:a="http://schemas.openxmlformats.org/drawingml/2006/main">
              <a:ext uri="{FF2B5EF4-FFF2-40B4-BE49-F238E27FC236}">
                <a16:creationId xmlns:a16="http://schemas.microsoft.com/office/drawing/2014/main" id="{3BF802A7-297F-4210-AB59-6F7A9865CBF5}"/>
              </a:ext>
            </a:extLst>
          </p:cNvPr>
          <p:cNvSpPr>
            <a:spLocks xmlns:a="http://schemas.openxmlformats.org/drawingml/2006/main" noGrp="1"/>
          </p:cNvSpPr>
          <p:nvPr/>
        </p:nvSpPr>
        <p:spPr>
          <a:xfrm xmlns:a="http://schemas.openxmlformats.org/drawingml/2006/main">
            <a:off x="781050" y="2324100"/>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SRC-01〜03のみ</a:t>
            </a:r>
          </a:p>
        </p:txBody>
      </p:sp>
      <p:sp>
        <p:nvSpPr>
          <p:cNvPr id="12" name="box-1091">
            <a:extLst xmlns:a="http://schemas.openxmlformats.org/drawingml/2006/main">
              <a:ext uri="{FF2B5EF4-FFF2-40B4-BE49-F238E27FC236}">
                <a16:creationId xmlns:a16="http://schemas.microsoft.com/office/drawing/2014/main" id="{C40AA7ED-E7A5-4C20-997A-CE286A718FC1}"/>
              </a:ext>
            </a:extLst>
          </p:cNvPr>
          <p:cNvSpPr>
            <a:spLocks xmlns:a="http://schemas.openxmlformats.org/drawingml/2006/main" noGrp="1"/>
          </p:cNvSpPr>
          <p:nvPr/>
        </p:nvSpPr>
        <p:spPr>
          <a:xfrm xmlns:a="http://schemas.openxmlformats.org/drawingml/2006/main">
            <a:off x="6162675" y="1447800"/>
            <a:ext cx="5438775" cy="1857375"/>
          </a:xfrm>
          <a:prstGeom xmlns:a="http://schemas.openxmlformats.org/drawingml/2006/main" prst="roundRect">
            <a:avLst>
              <a:gd name="adj" fmla="val 6154"/>
            </a:avLst>
          </a:prstGeom>
          <a:solidFill xmlns:a="http://schemas.openxmlformats.org/drawingml/2006/main">
            <a:srgbClr val="0B6F6B"/>
          </a:solidFill>
          <a:ln xmlns:a="http://schemas.openxmlformats.org/drawingml/2006/main" w="0">
            <a:noFill/>
            <a:prstDash val="solid"/>
          </a:ln>
        </p:spPr>
      </p:sp>
      <p:sp>
        <p:nvSpPr>
          <p:cNvPr id="13" name="text-1092">
            <a:extLst xmlns:a="http://schemas.openxmlformats.org/drawingml/2006/main">
              <a:ext uri="{FF2B5EF4-FFF2-40B4-BE49-F238E27FC236}">
                <a16:creationId xmlns:a16="http://schemas.microsoft.com/office/drawing/2014/main" id="{812DF66E-5C11-4373-BD66-EA74818EDE47}"/>
              </a:ext>
            </a:extLst>
          </p:cNvPr>
          <p:cNvSpPr>
            <a:spLocks xmlns:a="http://schemas.openxmlformats.org/drawingml/2006/main" noGrp="1"/>
          </p:cNvSpPr>
          <p:nvPr/>
        </p:nvSpPr>
        <p:spPr>
          <a:xfrm xmlns:a="http://schemas.openxmlformats.org/drawingml/2006/main">
            <a:off x="6391275" y="165735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必須項目</a:t>
            </a:r>
          </a:p>
        </p:txBody>
      </p:sp>
      <p:sp>
        <p:nvSpPr>
          <p:cNvPr id="14" name="box-1093">
            <a:extLst xmlns:a="http://schemas.openxmlformats.org/drawingml/2006/main">
              <a:ext uri="{FF2B5EF4-FFF2-40B4-BE49-F238E27FC236}">
                <a16:creationId xmlns:a16="http://schemas.microsoft.com/office/drawing/2014/main" id="{9CFA1BCE-F265-4443-BEED-5BB806D51140}"/>
              </a:ext>
            </a:extLst>
          </p:cNvPr>
          <p:cNvSpPr>
            <a:spLocks xmlns:a="http://schemas.openxmlformats.org/drawingml/2006/main" noGrp="1"/>
          </p:cNvSpPr>
          <p:nvPr/>
        </p:nvSpPr>
        <p:spPr>
          <a:xfrm xmlns:a="http://schemas.openxmlformats.org/drawingml/2006/main">
            <a:off x="6391275" y="2114550"/>
            <a:ext cx="457200" cy="38100"/>
          </a:xfrm>
          <a:prstGeom xmlns:a="http://schemas.openxmlformats.org/drawingml/2006/main" prst="rect">
            <a:avLst/>
          </a:prstGeom>
          <a:solidFill xmlns:a="http://schemas.openxmlformats.org/drawingml/2006/main">
            <a:srgbClr val="E6A92E"/>
          </a:solidFill>
          <a:ln xmlns:a="http://schemas.openxmlformats.org/drawingml/2006/main" w="0">
            <a:noFill/>
            <a:prstDash val="solid"/>
          </a:ln>
        </p:spPr>
      </p:sp>
      <p:sp>
        <p:nvSpPr>
          <p:cNvPr id="15" name="text-1094">
            <a:extLst xmlns:a="http://schemas.openxmlformats.org/drawingml/2006/main">
              <a:ext uri="{FF2B5EF4-FFF2-40B4-BE49-F238E27FC236}">
                <a16:creationId xmlns:a16="http://schemas.microsoft.com/office/drawing/2014/main" id="{7FD363E0-9537-4A5D-829F-F074873E9156}"/>
              </a:ext>
            </a:extLst>
          </p:cNvPr>
          <p:cNvSpPr>
            <a:spLocks xmlns:a="http://schemas.openxmlformats.org/drawingml/2006/main" noGrp="1"/>
          </p:cNvSpPr>
          <p:nvPr/>
        </p:nvSpPr>
        <p:spPr>
          <a:xfrm xmlns:a="http://schemas.openxmlformats.org/drawingml/2006/main">
            <a:off x="6391275" y="2324100"/>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事実・発言・要望・制約・未確認・次回質問</a:t>
            </a:r>
          </a:p>
        </p:txBody>
      </p:sp>
      <p:sp>
        <p:nvSpPr>
          <p:cNvPr id="16" name="box-1095">
            <a:extLst xmlns:a="http://schemas.openxmlformats.org/drawingml/2006/main">
              <a:ext uri="{FF2B5EF4-FFF2-40B4-BE49-F238E27FC236}">
                <a16:creationId xmlns:a16="http://schemas.microsoft.com/office/drawing/2014/main" id="{745A788E-E3EE-4F78-B367-2D39CBB9EA82}"/>
              </a:ext>
            </a:extLst>
          </p:cNvPr>
          <p:cNvSpPr>
            <a:spLocks xmlns:a="http://schemas.openxmlformats.org/drawingml/2006/main" noGrp="1"/>
          </p:cNvSpPr>
          <p:nvPr/>
        </p:nvSpPr>
        <p:spPr>
          <a:xfrm xmlns:a="http://schemas.openxmlformats.org/drawingml/2006/main">
            <a:off x="552450" y="3476625"/>
            <a:ext cx="5438775" cy="1857375"/>
          </a:xfrm>
          <a:prstGeom xmlns:a="http://schemas.openxmlformats.org/drawingml/2006/main" prst="roundRect">
            <a:avLst>
              <a:gd name="adj" fmla="val 6154"/>
            </a:avLst>
          </a:prstGeom>
          <a:solidFill xmlns:a="http://schemas.openxmlformats.org/drawingml/2006/main">
            <a:srgbClr val="14364F"/>
          </a:solidFill>
          <a:ln xmlns:a="http://schemas.openxmlformats.org/drawingml/2006/main" w="0">
            <a:noFill/>
            <a:prstDash val="solid"/>
          </a:ln>
        </p:spPr>
      </p:sp>
      <p:sp>
        <p:nvSpPr>
          <p:cNvPr id="17" name="text-1096">
            <a:extLst xmlns:a="http://schemas.openxmlformats.org/drawingml/2006/main">
              <a:ext uri="{FF2B5EF4-FFF2-40B4-BE49-F238E27FC236}">
                <a16:creationId xmlns:a16="http://schemas.microsoft.com/office/drawing/2014/main" id="{885DA16B-86F6-436F-B5C5-857F6AA7D6D7}"/>
              </a:ext>
            </a:extLst>
          </p:cNvPr>
          <p:cNvSpPr>
            <a:spLocks xmlns:a="http://schemas.openxmlformats.org/drawingml/2006/main" noGrp="1"/>
          </p:cNvSpPr>
          <p:nvPr/>
        </p:nvSpPr>
        <p:spPr>
          <a:xfrm xmlns:a="http://schemas.openxmlformats.org/drawingml/2006/main">
            <a:off x="781050" y="3686175"/>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禁止</a:t>
            </a:r>
          </a:p>
        </p:txBody>
      </p:sp>
      <p:sp>
        <p:nvSpPr>
          <p:cNvPr id="18" name="box-1097">
            <a:extLst xmlns:a="http://schemas.openxmlformats.org/drawingml/2006/main">
              <a:ext uri="{FF2B5EF4-FFF2-40B4-BE49-F238E27FC236}">
                <a16:creationId xmlns:a16="http://schemas.microsoft.com/office/drawing/2014/main" id="{B739EDAF-198F-4631-8C9C-AE7F0BBDD126}"/>
              </a:ext>
            </a:extLst>
          </p:cNvPr>
          <p:cNvSpPr>
            <a:spLocks xmlns:a="http://schemas.openxmlformats.org/drawingml/2006/main" noGrp="1"/>
          </p:cNvSpPr>
          <p:nvPr/>
        </p:nvSpPr>
        <p:spPr>
          <a:xfrm xmlns:a="http://schemas.openxmlformats.org/drawingml/2006/main">
            <a:off x="781050" y="4143375"/>
            <a:ext cx="4572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19" name="text-1098">
            <a:extLst xmlns:a="http://schemas.openxmlformats.org/drawingml/2006/main">
              <a:ext uri="{FF2B5EF4-FFF2-40B4-BE49-F238E27FC236}">
                <a16:creationId xmlns:a16="http://schemas.microsoft.com/office/drawing/2014/main" id="{AACF5A96-34BC-4172-B81C-BEC4F86D6157}"/>
              </a:ext>
            </a:extLst>
          </p:cNvPr>
          <p:cNvSpPr>
            <a:spLocks xmlns:a="http://schemas.openxmlformats.org/drawingml/2006/main" noGrp="1"/>
          </p:cNvSpPr>
          <p:nvPr/>
        </p:nvSpPr>
        <p:spPr>
          <a:xfrm xmlns:a="http://schemas.openxmlformats.org/drawingml/2006/main">
            <a:off x="781050" y="4352925"/>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原因・期限・意思決定者を補完しない</a:t>
            </a:r>
          </a:p>
        </p:txBody>
      </p:sp>
      <p:sp>
        <p:nvSpPr>
          <p:cNvPr id="20" name="box-1099">
            <a:extLst xmlns:a="http://schemas.openxmlformats.org/drawingml/2006/main">
              <a:ext uri="{FF2B5EF4-FFF2-40B4-BE49-F238E27FC236}">
                <a16:creationId xmlns:a16="http://schemas.microsoft.com/office/drawing/2014/main" id="{F328E9FB-A430-4E69-B369-3365B443D749}"/>
              </a:ext>
            </a:extLst>
          </p:cNvPr>
          <p:cNvSpPr>
            <a:spLocks xmlns:a="http://schemas.openxmlformats.org/drawingml/2006/main" noGrp="1"/>
          </p:cNvSpPr>
          <p:nvPr/>
        </p:nvSpPr>
        <p:spPr>
          <a:xfrm xmlns:a="http://schemas.openxmlformats.org/drawingml/2006/main">
            <a:off x="6162675" y="3476625"/>
            <a:ext cx="5438775" cy="1857375"/>
          </a:xfrm>
          <a:prstGeom xmlns:a="http://schemas.openxmlformats.org/drawingml/2006/main" prst="roundRect">
            <a:avLst>
              <a:gd name="adj" fmla="val 6154"/>
            </a:avLst>
          </a:prstGeom>
          <a:solidFill xmlns:a="http://schemas.openxmlformats.org/drawingml/2006/main">
            <a:srgbClr val="0B6F6B"/>
          </a:solidFill>
          <a:ln xmlns:a="http://schemas.openxmlformats.org/drawingml/2006/main" w="0">
            <a:noFill/>
            <a:prstDash val="solid"/>
          </a:ln>
        </p:spPr>
      </p:sp>
      <p:sp>
        <p:nvSpPr>
          <p:cNvPr id="21" name="text-1100">
            <a:extLst xmlns:a="http://schemas.openxmlformats.org/drawingml/2006/main">
              <a:ext uri="{FF2B5EF4-FFF2-40B4-BE49-F238E27FC236}">
                <a16:creationId xmlns:a16="http://schemas.microsoft.com/office/drawing/2014/main" id="{91B25395-A228-4B4A-9C29-BC518A1B7F04}"/>
              </a:ext>
            </a:extLst>
          </p:cNvPr>
          <p:cNvSpPr>
            <a:spLocks xmlns:a="http://schemas.openxmlformats.org/drawingml/2006/main" noGrp="1"/>
          </p:cNvSpPr>
          <p:nvPr/>
        </p:nvSpPr>
        <p:spPr>
          <a:xfrm xmlns:a="http://schemas.openxmlformats.org/drawingml/2006/main">
            <a:off x="6391275" y="3686175"/>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別表</a:t>
            </a:r>
          </a:p>
        </p:txBody>
      </p:sp>
      <p:sp>
        <p:nvSpPr>
          <p:cNvPr id="22" name="box-1101">
            <a:extLst xmlns:a="http://schemas.openxmlformats.org/drawingml/2006/main">
              <a:ext uri="{FF2B5EF4-FFF2-40B4-BE49-F238E27FC236}">
                <a16:creationId xmlns:a16="http://schemas.microsoft.com/office/drawing/2014/main" id="{10AAD1F6-5119-4EA2-B61C-0DA87A7BE92B}"/>
              </a:ext>
            </a:extLst>
          </p:cNvPr>
          <p:cNvSpPr>
            <a:spLocks xmlns:a="http://schemas.openxmlformats.org/drawingml/2006/main" noGrp="1"/>
          </p:cNvSpPr>
          <p:nvPr/>
        </p:nvSpPr>
        <p:spPr>
          <a:xfrm xmlns:a="http://schemas.openxmlformats.org/drawingml/2006/main">
            <a:off x="6391275" y="4143375"/>
            <a:ext cx="457200" cy="38100"/>
          </a:xfrm>
          <a:prstGeom xmlns:a="http://schemas.openxmlformats.org/drawingml/2006/main" prst="rect">
            <a:avLst/>
          </a:prstGeom>
          <a:solidFill xmlns:a="http://schemas.openxmlformats.org/drawingml/2006/main">
            <a:srgbClr val="E6A92E"/>
          </a:solidFill>
          <a:ln xmlns:a="http://schemas.openxmlformats.org/drawingml/2006/main" w="0">
            <a:noFill/>
            <a:prstDash val="solid"/>
          </a:ln>
        </p:spPr>
      </p:sp>
      <p:sp>
        <p:nvSpPr>
          <p:cNvPr id="23" name="text-1102">
            <a:extLst xmlns:a="http://schemas.openxmlformats.org/drawingml/2006/main">
              <a:ext uri="{FF2B5EF4-FFF2-40B4-BE49-F238E27FC236}">
                <a16:creationId xmlns:a16="http://schemas.microsoft.com/office/drawing/2014/main" id="{2B370B78-8FBA-4A72-B745-98CFBE80C0AB}"/>
              </a:ext>
            </a:extLst>
          </p:cNvPr>
          <p:cNvSpPr>
            <a:spLocks xmlns:a="http://schemas.openxmlformats.org/drawingml/2006/main" noGrp="1"/>
          </p:cNvSpPr>
          <p:nvPr/>
        </p:nvSpPr>
        <p:spPr>
          <a:xfrm xmlns:a="http://schemas.openxmlformats.org/drawingml/2006/main">
            <a:off x="6391275" y="4352925"/>
            <a:ext cx="4981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FFFFFF"/>
                </a:solidFill>
                <a:latin typeface="Hiragino Sans"/>
                <a:ea typeface="Hiragino Sans"/>
                <a:cs typeface="Hiragino Sans"/>
              </a:defRPr>
            </a:pPr>
            <a:r>
              <a:rPr sz="1350" b="0">
                <a:solidFill>
                  <a:srgbClr val="FFFFFF"/>
                </a:solidFill>
                <a:latin typeface="Hiragino Sans"/>
                <a:ea typeface="Hiragino Sans"/>
                <a:cs typeface="Hiragino Sans"/>
              </a:rPr>
              <a:t>不一致／追加確認／AIが判断できない事項</a:t>
            </a:r>
          </a:p>
        </p:txBody>
      </p:sp>
    </p:spTree>
    <p:extLst>
      <p:ext uri="{BB962C8B-B14F-4D97-AF65-F5344CB8AC3E}">
        <p14:creationId xmlns:p14="http://schemas.microsoft.com/office/powerpoint/2010/main" val="2092419704"/>
      </p:ext>
    </p:extLst>
  </p:cSld>
</p:sld>
</file>

<file path=ppt/slides/slide3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0" name="box-1103">
            <a:extLst xmlns:a="http://schemas.openxmlformats.org/drawingml/2006/main">
              <a:ext uri="{FF2B5EF4-FFF2-40B4-BE49-F238E27FC236}">
                <a16:creationId xmlns:a16="http://schemas.microsoft.com/office/drawing/2014/main" id="{2CE282F2-61CF-4019-B17E-29D6C877F4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104">
            <a:extLst xmlns:a="http://schemas.openxmlformats.org/drawingml/2006/main">
              <a:ext uri="{FF2B5EF4-FFF2-40B4-BE49-F238E27FC236}">
                <a16:creationId xmlns:a16="http://schemas.microsoft.com/office/drawing/2014/main" id="{38A2446C-D145-45DB-B92C-DDC4B51600DF}"/>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105">
            <a:extLst xmlns:a="http://schemas.openxmlformats.org/drawingml/2006/main">
              <a:ext uri="{FF2B5EF4-FFF2-40B4-BE49-F238E27FC236}">
                <a16:creationId xmlns:a16="http://schemas.microsoft.com/office/drawing/2014/main" id="{5D1D0828-1B34-48F7-A5B3-E8EF17D17EEF}"/>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AI生出力には、三つの危険な飛躍がありました</a:t>
            </a:r>
          </a:p>
        </p:txBody>
      </p:sp>
      <p:sp>
        <p:nvSpPr>
          <p:cNvPr id="4" name="box-1106">
            <a:extLst xmlns:a="http://schemas.openxmlformats.org/drawingml/2006/main">
              <a:ext uri="{FF2B5EF4-FFF2-40B4-BE49-F238E27FC236}">
                <a16:creationId xmlns:a16="http://schemas.microsoft.com/office/drawing/2014/main" id="{ED1AE355-9396-419E-9A4B-98A52B65F42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107">
            <a:extLst xmlns:a="http://schemas.openxmlformats.org/drawingml/2006/main">
              <a:ext uri="{FF2B5EF4-FFF2-40B4-BE49-F238E27FC236}">
                <a16:creationId xmlns:a16="http://schemas.microsoft.com/office/drawing/2014/main" id="{F0920D09-99A3-47F3-B6C3-E29E1698D2D8}"/>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108">
            <a:extLst xmlns:a="http://schemas.openxmlformats.org/drawingml/2006/main">
              <a:ext uri="{FF2B5EF4-FFF2-40B4-BE49-F238E27FC236}">
                <a16:creationId xmlns:a16="http://schemas.microsoft.com/office/drawing/2014/main" id="{5236D038-DAFF-447E-B921-D90DEF06158A}"/>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要点｜自然な文章でも、原文にない確定が混ざる</a:t>
            </a:r>
          </a:p>
        </p:txBody>
      </p:sp>
      <p:sp>
        <p:nvSpPr>
          <p:cNvPr id="7" name="text-1109">
            <a:extLst xmlns:a="http://schemas.openxmlformats.org/drawingml/2006/main">
              <a:ext uri="{FF2B5EF4-FFF2-40B4-BE49-F238E27FC236}">
                <a16:creationId xmlns:a16="http://schemas.microsoft.com/office/drawing/2014/main" id="{3A0D5339-E8EE-452B-9A72-DDB272E42221}"/>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38</a:t>
            </a:r>
          </a:p>
        </p:txBody>
      </p:sp>
      <p:sp>
        <p:nvSpPr>
          <p:cNvPr id="8" name="box-1110">
            <a:extLst xmlns:a="http://schemas.openxmlformats.org/drawingml/2006/main">
              <a:ext uri="{FF2B5EF4-FFF2-40B4-BE49-F238E27FC236}">
                <a16:creationId xmlns:a16="http://schemas.microsoft.com/office/drawing/2014/main" id="{9D167DC5-3053-486A-A9B3-9D424CCF589F}"/>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1111">
            <a:extLst xmlns:a="http://schemas.openxmlformats.org/drawingml/2006/main">
              <a:ext uri="{FF2B5EF4-FFF2-40B4-BE49-F238E27FC236}">
                <a16:creationId xmlns:a16="http://schemas.microsoft.com/office/drawing/2014/main" id="{1F6454FB-87AB-4F09-AC1B-61D9A518CEE8}"/>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1112">
            <a:extLst xmlns:a="http://schemas.openxmlformats.org/drawingml/2006/main">
              <a:ext uri="{FF2B5EF4-FFF2-40B4-BE49-F238E27FC236}">
                <a16:creationId xmlns:a16="http://schemas.microsoft.com/office/drawing/2014/main" id="{52F0BC3D-02C9-42D8-A674-ACF35B323043}"/>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期限を確定</a:t>
            </a:r>
          </a:p>
        </p:txBody>
      </p:sp>
      <p:sp>
        <p:nvSpPr>
          <p:cNvPr id="11" name="text-1113">
            <a:extLst xmlns:a="http://schemas.openxmlformats.org/drawingml/2006/main">
              <a:ext uri="{FF2B5EF4-FFF2-40B4-BE49-F238E27FC236}">
                <a16:creationId xmlns:a16="http://schemas.microsoft.com/office/drawing/2014/main" id="{D7FA2B4B-F08E-461C-BCE1-59AA92F6EA33}"/>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9月12日を正式締切と記載</a:t>
            </a:r>
          </a:p>
        </p:txBody>
      </p:sp>
      <p:sp>
        <p:nvSpPr>
          <p:cNvPr id="12" name="box-1114">
            <a:extLst xmlns:a="http://schemas.openxmlformats.org/drawingml/2006/main">
              <a:ext uri="{FF2B5EF4-FFF2-40B4-BE49-F238E27FC236}">
                <a16:creationId xmlns:a16="http://schemas.microsoft.com/office/drawing/2014/main" id="{88AA6209-E8DF-403C-B391-4E32A6B793E3}"/>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1115">
            <a:extLst xmlns:a="http://schemas.openxmlformats.org/drawingml/2006/main">
              <a:ext uri="{FF2B5EF4-FFF2-40B4-BE49-F238E27FC236}">
                <a16:creationId xmlns:a16="http://schemas.microsoft.com/office/drawing/2014/main" id="{4252BA24-692B-46B8-98F7-51A159771F87}"/>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1116">
            <a:extLst xmlns:a="http://schemas.openxmlformats.org/drawingml/2006/main">
              <a:ext uri="{FF2B5EF4-FFF2-40B4-BE49-F238E27FC236}">
                <a16:creationId xmlns:a16="http://schemas.microsoft.com/office/drawing/2014/main" id="{A902226A-C996-4A58-A5CB-3EC251396858}"/>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意思決定者を補完</a:t>
            </a:r>
          </a:p>
        </p:txBody>
      </p:sp>
      <p:sp>
        <p:nvSpPr>
          <p:cNvPr id="15" name="text-1117">
            <a:extLst xmlns:a="http://schemas.openxmlformats.org/drawingml/2006/main">
              <a:ext uri="{FF2B5EF4-FFF2-40B4-BE49-F238E27FC236}">
                <a16:creationId xmlns:a16="http://schemas.microsoft.com/office/drawing/2014/main" id="{8DBE4CFC-EC5A-40A3-8C21-3CE1E5CE3887}"/>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部門長が承認すると追加</a:t>
            </a:r>
          </a:p>
        </p:txBody>
      </p:sp>
      <p:sp>
        <p:nvSpPr>
          <p:cNvPr id="16" name="box-1118">
            <a:extLst xmlns:a="http://schemas.openxmlformats.org/drawingml/2006/main">
              <a:ext uri="{FF2B5EF4-FFF2-40B4-BE49-F238E27FC236}">
                <a16:creationId xmlns:a16="http://schemas.microsoft.com/office/drawing/2014/main" id="{89D9BD40-190D-4F3A-BF3F-F9A6C2A71705}"/>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119">
            <a:extLst xmlns:a="http://schemas.openxmlformats.org/drawingml/2006/main">
              <a:ext uri="{FF2B5EF4-FFF2-40B4-BE49-F238E27FC236}">
                <a16:creationId xmlns:a16="http://schemas.microsoft.com/office/drawing/2014/main" id="{86ABE050-47C9-4015-9C4F-79AFEA246AE0}"/>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1120">
            <a:extLst xmlns:a="http://schemas.openxmlformats.org/drawingml/2006/main">
              <a:ext uri="{FF2B5EF4-FFF2-40B4-BE49-F238E27FC236}">
                <a16:creationId xmlns:a16="http://schemas.microsoft.com/office/drawing/2014/main" id="{A593A6B7-21E6-4CC8-8CCA-8101E1794BB6}"/>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解釈を事実化</a:t>
            </a:r>
          </a:p>
        </p:txBody>
      </p:sp>
      <p:sp>
        <p:nvSpPr>
          <p:cNvPr id="19" name="text-1121">
            <a:extLst xmlns:a="http://schemas.openxmlformats.org/drawingml/2006/main">
              <a:ext uri="{FF2B5EF4-FFF2-40B4-BE49-F238E27FC236}">
                <a16:creationId xmlns:a16="http://schemas.microsoft.com/office/drawing/2014/main" id="{8CF25E9C-9A49-4BF8-B7A8-3B76FDF0D04F}"/>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顧客は至急導入したいと断定</a:t>
            </a:r>
          </a:p>
        </p:txBody>
      </p:sp>
    </p:spTree>
    <p:extLst>
      <p:ext uri="{BB962C8B-B14F-4D97-AF65-F5344CB8AC3E}">
        <p14:creationId xmlns:p14="http://schemas.microsoft.com/office/powerpoint/2010/main" val="332631901"/>
      </p:ext>
    </p:extLst>
  </p:cSld>
</p:sld>
</file>

<file path=ppt/slides/slide3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1122">
            <a:extLst xmlns:a="http://schemas.openxmlformats.org/drawingml/2006/main">
              <a:ext uri="{FF2B5EF4-FFF2-40B4-BE49-F238E27FC236}">
                <a16:creationId xmlns:a16="http://schemas.microsoft.com/office/drawing/2014/main" id="{FFD43C4C-D80C-4D1C-A1E6-56457653FEE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123">
            <a:extLst xmlns:a="http://schemas.openxmlformats.org/drawingml/2006/main">
              <a:ext uri="{FF2B5EF4-FFF2-40B4-BE49-F238E27FC236}">
                <a16:creationId xmlns:a16="http://schemas.microsoft.com/office/drawing/2014/main" id="{23EAD3D1-77A2-42A5-9F55-47F4DCBB3DE1}"/>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124">
            <a:extLst xmlns:a="http://schemas.openxmlformats.org/drawingml/2006/main">
              <a:ext uri="{FF2B5EF4-FFF2-40B4-BE49-F238E27FC236}">
                <a16:creationId xmlns:a16="http://schemas.microsoft.com/office/drawing/2014/main" id="{C44E2233-A34D-413A-B31E-99095687E49C}"/>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原文照合は、数値・期限・発言から始めます</a:t>
            </a:r>
          </a:p>
        </p:txBody>
      </p:sp>
      <p:sp>
        <p:nvSpPr>
          <p:cNvPr id="4" name="box-1125">
            <a:extLst xmlns:a="http://schemas.openxmlformats.org/drawingml/2006/main">
              <a:ext uri="{FF2B5EF4-FFF2-40B4-BE49-F238E27FC236}">
                <a16:creationId xmlns:a16="http://schemas.microsoft.com/office/drawing/2014/main" id="{91DBE259-70F3-447D-A989-AF559D0A7B19}"/>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126">
            <a:extLst xmlns:a="http://schemas.openxmlformats.org/drawingml/2006/main">
              <a:ext uri="{FF2B5EF4-FFF2-40B4-BE49-F238E27FC236}">
                <a16:creationId xmlns:a16="http://schemas.microsoft.com/office/drawing/2014/main" id="{346D5031-CAC5-4106-B2EB-C9FFB2939410}"/>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127">
            <a:extLst xmlns:a="http://schemas.openxmlformats.org/drawingml/2006/main">
              <a:ext uri="{FF2B5EF4-FFF2-40B4-BE49-F238E27FC236}">
                <a16:creationId xmlns:a16="http://schemas.microsoft.com/office/drawing/2014/main" id="{4EDA2E9E-043D-4277-BBAA-E4E570F7516A}"/>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要点｜間違えたときの影響が大きい項目を先に確認する</a:t>
            </a:r>
          </a:p>
        </p:txBody>
      </p:sp>
      <p:sp>
        <p:nvSpPr>
          <p:cNvPr id="7" name="text-1128">
            <a:extLst xmlns:a="http://schemas.openxmlformats.org/drawingml/2006/main">
              <a:ext uri="{FF2B5EF4-FFF2-40B4-BE49-F238E27FC236}">
                <a16:creationId xmlns:a16="http://schemas.microsoft.com/office/drawing/2014/main" id="{3C40BFCE-27A4-4DA8-B94E-35667BEE63CD}"/>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39</a:t>
            </a:r>
          </a:p>
        </p:txBody>
      </p:sp>
      <p:sp>
        <p:nvSpPr>
          <p:cNvPr id="8" name="box-1129">
            <a:extLst xmlns:a="http://schemas.openxmlformats.org/drawingml/2006/main">
              <a:ext uri="{FF2B5EF4-FFF2-40B4-BE49-F238E27FC236}">
                <a16:creationId xmlns:a16="http://schemas.microsoft.com/office/drawing/2014/main" id="{47EF012E-A048-4033-B451-5891ACD86CA9}"/>
              </a:ext>
            </a:extLst>
          </p:cNvPr>
          <p:cNvSpPr>
            <a:spLocks xmlns:a="http://schemas.openxmlformats.org/drawingml/2006/main" noGrp="1"/>
          </p:cNvSpPr>
          <p:nvPr/>
        </p:nvSpPr>
        <p:spPr>
          <a:xfrm xmlns:a="http://schemas.openxmlformats.org/drawingml/2006/main">
            <a:off x="5524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9" name="box-1130">
            <a:extLst xmlns:a="http://schemas.openxmlformats.org/drawingml/2006/main">
              <a:ext uri="{FF2B5EF4-FFF2-40B4-BE49-F238E27FC236}">
                <a16:creationId xmlns:a16="http://schemas.microsoft.com/office/drawing/2014/main" id="{60459D31-0D94-4BBA-B942-F4A1B0C96A21}"/>
              </a:ext>
            </a:extLst>
          </p:cNvPr>
          <p:cNvSpPr>
            <a:spLocks xmlns:a="http://schemas.openxmlformats.org/drawingml/2006/main" noGrp="1"/>
          </p:cNvSpPr>
          <p:nvPr/>
        </p:nvSpPr>
        <p:spPr>
          <a:xfrm xmlns:a="http://schemas.openxmlformats.org/drawingml/2006/main">
            <a:off x="7429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1131">
            <a:extLst xmlns:a="http://schemas.openxmlformats.org/drawingml/2006/main">
              <a:ext uri="{FF2B5EF4-FFF2-40B4-BE49-F238E27FC236}">
                <a16:creationId xmlns:a16="http://schemas.microsoft.com/office/drawing/2014/main" id="{5030D183-7689-4628-98C4-42B427CEFDD6}"/>
              </a:ext>
            </a:extLst>
          </p:cNvPr>
          <p:cNvSpPr>
            <a:spLocks xmlns:a="http://schemas.openxmlformats.org/drawingml/2006/main" noGrp="1"/>
          </p:cNvSpPr>
          <p:nvPr/>
        </p:nvSpPr>
        <p:spPr>
          <a:xfrm xmlns:a="http://schemas.openxmlformats.org/drawingml/2006/main">
            <a:off x="7429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1132">
            <a:extLst xmlns:a="http://schemas.openxmlformats.org/drawingml/2006/main">
              <a:ext uri="{FF2B5EF4-FFF2-40B4-BE49-F238E27FC236}">
                <a16:creationId xmlns:a16="http://schemas.microsoft.com/office/drawing/2014/main" id="{E4651E44-13CE-4E51-B5D2-623F8545C26D}"/>
              </a:ext>
            </a:extLst>
          </p:cNvPr>
          <p:cNvSpPr>
            <a:spLocks xmlns:a="http://schemas.openxmlformats.org/drawingml/2006/main" noGrp="1"/>
          </p:cNvSpPr>
          <p:nvPr/>
        </p:nvSpPr>
        <p:spPr>
          <a:xfrm xmlns:a="http://schemas.openxmlformats.org/drawingml/2006/main">
            <a:off x="12001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日付・時刻・数量・金額</a:t>
            </a:r>
          </a:p>
        </p:txBody>
      </p:sp>
      <p:sp>
        <p:nvSpPr>
          <p:cNvPr id="12" name="box-1133">
            <a:extLst xmlns:a="http://schemas.openxmlformats.org/drawingml/2006/main">
              <a:ext uri="{FF2B5EF4-FFF2-40B4-BE49-F238E27FC236}">
                <a16:creationId xmlns:a16="http://schemas.microsoft.com/office/drawing/2014/main" id="{F2324EBC-2350-4303-96F3-A53026B44CA5}"/>
              </a:ext>
            </a:extLst>
          </p:cNvPr>
          <p:cNvSpPr>
            <a:spLocks xmlns:a="http://schemas.openxmlformats.org/drawingml/2006/main" noGrp="1"/>
          </p:cNvSpPr>
          <p:nvPr/>
        </p:nvSpPr>
        <p:spPr>
          <a:xfrm xmlns:a="http://schemas.openxmlformats.org/drawingml/2006/main">
            <a:off x="61531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3" name="box-1134">
            <a:extLst xmlns:a="http://schemas.openxmlformats.org/drawingml/2006/main">
              <a:ext uri="{FF2B5EF4-FFF2-40B4-BE49-F238E27FC236}">
                <a16:creationId xmlns:a16="http://schemas.microsoft.com/office/drawing/2014/main" id="{59995AFA-30DC-4E34-B05E-C11E2EAB3648}"/>
              </a:ext>
            </a:extLst>
          </p:cNvPr>
          <p:cNvSpPr>
            <a:spLocks xmlns:a="http://schemas.openxmlformats.org/drawingml/2006/main" noGrp="1"/>
          </p:cNvSpPr>
          <p:nvPr/>
        </p:nvSpPr>
        <p:spPr>
          <a:xfrm xmlns:a="http://schemas.openxmlformats.org/drawingml/2006/main">
            <a:off x="63436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1135">
            <a:extLst xmlns:a="http://schemas.openxmlformats.org/drawingml/2006/main">
              <a:ext uri="{FF2B5EF4-FFF2-40B4-BE49-F238E27FC236}">
                <a16:creationId xmlns:a16="http://schemas.microsoft.com/office/drawing/2014/main" id="{69D9F218-6D4D-415A-A3CB-2B14B2B2EB18}"/>
              </a:ext>
            </a:extLst>
          </p:cNvPr>
          <p:cNvSpPr>
            <a:spLocks xmlns:a="http://schemas.openxmlformats.org/drawingml/2006/main" noGrp="1"/>
          </p:cNvSpPr>
          <p:nvPr/>
        </p:nvSpPr>
        <p:spPr>
          <a:xfrm xmlns:a="http://schemas.openxmlformats.org/drawingml/2006/main">
            <a:off x="63436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1136">
            <a:extLst xmlns:a="http://schemas.openxmlformats.org/drawingml/2006/main">
              <a:ext uri="{FF2B5EF4-FFF2-40B4-BE49-F238E27FC236}">
                <a16:creationId xmlns:a16="http://schemas.microsoft.com/office/drawing/2014/main" id="{66EF92D3-AC4A-41EB-850C-004FD9DF20A0}"/>
              </a:ext>
            </a:extLst>
          </p:cNvPr>
          <p:cNvSpPr>
            <a:spLocks xmlns:a="http://schemas.openxmlformats.org/drawingml/2006/main" noGrp="1"/>
          </p:cNvSpPr>
          <p:nvPr/>
        </p:nvSpPr>
        <p:spPr>
          <a:xfrm xmlns:a="http://schemas.openxmlformats.org/drawingml/2006/main">
            <a:off x="68008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固有名詞・役割・関係者</a:t>
            </a:r>
          </a:p>
        </p:txBody>
      </p:sp>
      <p:sp>
        <p:nvSpPr>
          <p:cNvPr id="16" name="box-1137">
            <a:extLst xmlns:a="http://schemas.openxmlformats.org/drawingml/2006/main">
              <a:ext uri="{FF2B5EF4-FFF2-40B4-BE49-F238E27FC236}">
                <a16:creationId xmlns:a16="http://schemas.microsoft.com/office/drawing/2014/main" id="{D04515E7-EA7E-48AC-A57A-79488E7C7095}"/>
              </a:ext>
            </a:extLst>
          </p:cNvPr>
          <p:cNvSpPr>
            <a:spLocks xmlns:a="http://schemas.openxmlformats.org/drawingml/2006/main" noGrp="1"/>
          </p:cNvSpPr>
          <p:nvPr/>
        </p:nvSpPr>
        <p:spPr>
          <a:xfrm xmlns:a="http://schemas.openxmlformats.org/drawingml/2006/main">
            <a:off x="5524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7" name="box-1138">
            <a:extLst xmlns:a="http://schemas.openxmlformats.org/drawingml/2006/main">
              <a:ext uri="{FF2B5EF4-FFF2-40B4-BE49-F238E27FC236}">
                <a16:creationId xmlns:a16="http://schemas.microsoft.com/office/drawing/2014/main" id="{628AC1C9-F7DB-4B29-95F8-D622E59319C8}"/>
              </a:ext>
            </a:extLst>
          </p:cNvPr>
          <p:cNvSpPr>
            <a:spLocks xmlns:a="http://schemas.openxmlformats.org/drawingml/2006/main" noGrp="1"/>
          </p:cNvSpPr>
          <p:nvPr/>
        </p:nvSpPr>
        <p:spPr>
          <a:xfrm xmlns:a="http://schemas.openxmlformats.org/drawingml/2006/main">
            <a:off x="7429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1139">
            <a:extLst xmlns:a="http://schemas.openxmlformats.org/drawingml/2006/main">
              <a:ext uri="{FF2B5EF4-FFF2-40B4-BE49-F238E27FC236}">
                <a16:creationId xmlns:a16="http://schemas.microsoft.com/office/drawing/2014/main" id="{9AB13592-30E6-48D8-9EF9-6930C6427F6F}"/>
              </a:ext>
            </a:extLst>
          </p:cNvPr>
          <p:cNvSpPr>
            <a:spLocks xmlns:a="http://schemas.openxmlformats.org/drawingml/2006/main" noGrp="1"/>
          </p:cNvSpPr>
          <p:nvPr/>
        </p:nvSpPr>
        <p:spPr>
          <a:xfrm xmlns:a="http://schemas.openxmlformats.org/drawingml/2006/main">
            <a:off x="7429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1140">
            <a:extLst xmlns:a="http://schemas.openxmlformats.org/drawingml/2006/main">
              <a:ext uri="{FF2B5EF4-FFF2-40B4-BE49-F238E27FC236}">
                <a16:creationId xmlns:a16="http://schemas.microsoft.com/office/drawing/2014/main" id="{60F08C87-90DC-4147-A970-E3FC356827B0}"/>
              </a:ext>
            </a:extLst>
          </p:cNvPr>
          <p:cNvSpPr>
            <a:spLocks xmlns:a="http://schemas.openxmlformats.org/drawingml/2006/main" noGrp="1"/>
          </p:cNvSpPr>
          <p:nvPr/>
        </p:nvSpPr>
        <p:spPr>
          <a:xfrm xmlns:a="http://schemas.openxmlformats.org/drawingml/2006/main">
            <a:off x="12001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引用した発言の意味</a:t>
            </a:r>
          </a:p>
        </p:txBody>
      </p:sp>
      <p:sp>
        <p:nvSpPr>
          <p:cNvPr id="20" name="box-1141">
            <a:extLst xmlns:a="http://schemas.openxmlformats.org/drawingml/2006/main">
              <a:ext uri="{FF2B5EF4-FFF2-40B4-BE49-F238E27FC236}">
                <a16:creationId xmlns:a16="http://schemas.microsoft.com/office/drawing/2014/main" id="{A830CDF7-BF5A-491D-8B38-E12BF820828D}"/>
              </a:ext>
            </a:extLst>
          </p:cNvPr>
          <p:cNvSpPr>
            <a:spLocks xmlns:a="http://schemas.openxmlformats.org/drawingml/2006/main" noGrp="1"/>
          </p:cNvSpPr>
          <p:nvPr/>
        </p:nvSpPr>
        <p:spPr>
          <a:xfrm xmlns:a="http://schemas.openxmlformats.org/drawingml/2006/main">
            <a:off x="61531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1" name="box-1142">
            <a:extLst xmlns:a="http://schemas.openxmlformats.org/drawingml/2006/main">
              <a:ext uri="{FF2B5EF4-FFF2-40B4-BE49-F238E27FC236}">
                <a16:creationId xmlns:a16="http://schemas.microsoft.com/office/drawing/2014/main" id="{8B4E0557-4140-4F38-ACB0-4A6F410620DA}"/>
              </a:ext>
            </a:extLst>
          </p:cNvPr>
          <p:cNvSpPr>
            <a:spLocks xmlns:a="http://schemas.openxmlformats.org/drawingml/2006/main" noGrp="1"/>
          </p:cNvSpPr>
          <p:nvPr/>
        </p:nvSpPr>
        <p:spPr>
          <a:xfrm xmlns:a="http://schemas.openxmlformats.org/drawingml/2006/main">
            <a:off x="63436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1143">
            <a:extLst xmlns:a="http://schemas.openxmlformats.org/drawingml/2006/main">
              <a:ext uri="{FF2B5EF4-FFF2-40B4-BE49-F238E27FC236}">
                <a16:creationId xmlns:a16="http://schemas.microsoft.com/office/drawing/2014/main" id="{F0458FA3-83A1-4C77-817A-001B1F866F1F}"/>
              </a:ext>
            </a:extLst>
          </p:cNvPr>
          <p:cNvSpPr>
            <a:spLocks xmlns:a="http://schemas.openxmlformats.org/drawingml/2006/main" noGrp="1"/>
          </p:cNvSpPr>
          <p:nvPr/>
        </p:nvSpPr>
        <p:spPr>
          <a:xfrm xmlns:a="http://schemas.openxmlformats.org/drawingml/2006/main">
            <a:off x="63436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1144">
            <a:extLst xmlns:a="http://schemas.openxmlformats.org/drawingml/2006/main">
              <a:ext uri="{FF2B5EF4-FFF2-40B4-BE49-F238E27FC236}">
                <a16:creationId xmlns:a16="http://schemas.microsoft.com/office/drawing/2014/main" id="{24D78AA5-E5AF-4253-A095-831569B446A1}"/>
              </a:ext>
            </a:extLst>
          </p:cNvPr>
          <p:cNvSpPr>
            <a:spLocks xmlns:a="http://schemas.openxmlformats.org/drawingml/2006/main" noGrp="1"/>
          </p:cNvSpPr>
          <p:nvPr/>
        </p:nvSpPr>
        <p:spPr>
          <a:xfrm xmlns:a="http://schemas.openxmlformats.org/drawingml/2006/main">
            <a:off x="68008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決定／希望／検討中の区別</a:t>
            </a:r>
          </a:p>
        </p:txBody>
      </p:sp>
      <p:sp>
        <p:nvSpPr>
          <p:cNvPr id="24" name="box-1145">
            <a:extLst xmlns:a="http://schemas.openxmlformats.org/drawingml/2006/main">
              <a:ext uri="{FF2B5EF4-FFF2-40B4-BE49-F238E27FC236}">
                <a16:creationId xmlns:a16="http://schemas.microsoft.com/office/drawing/2014/main" id="{D52DEFDA-D302-4684-9E86-821BBCDD575A}"/>
              </a:ext>
            </a:extLst>
          </p:cNvPr>
          <p:cNvSpPr>
            <a:spLocks xmlns:a="http://schemas.openxmlformats.org/drawingml/2006/main" noGrp="1"/>
          </p:cNvSpPr>
          <p:nvPr/>
        </p:nvSpPr>
        <p:spPr>
          <a:xfrm xmlns:a="http://schemas.openxmlformats.org/drawingml/2006/main">
            <a:off x="5524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5" name="box-1146">
            <a:extLst xmlns:a="http://schemas.openxmlformats.org/drawingml/2006/main">
              <a:ext uri="{FF2B5EF4-FFF2-40B4-BE49-F238E27FC236}">
                <a16:creationId xmlns:a16="http://schemas.microsoft.com/office/drawing/2014/main" id="{1281571E-67FA-43AD-8AEC-067539834C20}"/>
              </a:ext>
            </a:extLst>
          </p:cNvPr>
          <p:cNvSpPr>
            <a:spLocks xmlns:a="http://schemas.openxmlformats.org/drawingml/2006/main" noGrp="1"/>
          </p:cNvSpPr>
          <p:nvPr/>
        </p:nvSpPr>
        <p:spPr>
          <a:xfrm xmlns:a="http://schemas.openxmlformats.org/drawingml/2006/main">
            <a:off x="7429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6" name="text-1147">
            <a:extLst xmlns:a="http://schemas.openxmlformats.org/drawingml/2006/main">
              <a:ext uri="{FF2B5EF4-FFF2-40B4-BE49-F238E27FC236}">
                <a16:creationId xmlns:a16="http://schemas.microsoft.com/office/drawing/2014/main" id="{CA285872-B7EB-44B9-A28C-A268197E3027}"/>
              </a:ext>
            </a:extLst>
          </p:cNvPr>
          <p:cNvSpPr>
            <a:spLocks xmlns:a="http://schemas.openxmlformats.org/drawingml/2006/main" noGrp="1"/>
          </p:cNvSpPr>
          <p:nvPr/>
        </p:nvSpPr>
        <p:spPr>
          <a:xfrm xmlns:a="http://schemas.openxmlformats.org/drawingml/2006/main">
            <a:off x="7429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7" name="text-1148">
            <a:extLst xmlns:a="http://schemas.openxmlformats.org/drawingml/2006/main">
              <a:ext uri="{FF2B5EF4-FFF2-40B4-BE49-F238E27FC236}">
                <a16:creationId xmlns:a16="http://schemas.microsoft.com/office/drawing/2014/main" id="{9EC0DFAA-4A2E-4052-8EC1-7E5E5F8D4F45}"/>
              </a:ext>
            </a:extLst>
          </p:cNvPr>
          <p:cNvSpPr>
            <a:spLocks xmlns:a="http://schemas.openxmlformats.org/drawingml/2006/main" noGrp="1"/>
          </p:cNvSpPr>
          <p:nvPr/>
        </p:nvSpPr>
        <p:spPr>
          <a:xfrm xmlns:a="http://schemas.openxmlformats.org/drawingml/2006/main">
            <a:off x="12001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未確認が消えていないか</a:t>
            </a:r>
          </a:p>
        </p:txBody>
      </p:sp>
      <p:sp>
        <p:nvSpPr>
          <p:cNvPr id="28" name="box-1149">
            <a:extLst xmlns:a="http://schemas.openxmlformats.org/drawingml/2006/main">
              <a:ext uri="{FF2B5EF4-FFF2-40B4-BE49-F238E27FC236}">
                <a16:creationId xmlns:a16="http://schemas.microsoft.com/office/drawing/2014/main" id="{38D0E417-90A2-463F-8B09-2DD4896E1FCD}"/>
              </a:ext>
            </a:extLst>
          </p:cNvPr>
          <p:cNvSpPr>
            <a:spLocks xmlns:a="http://schemas.openxmlformats.org/drawingml/2006/main" noGrp="1"/>
          </p:cNvSpPr>
          <p:nvPr/>
        </p:nvSpPr>
        <p:spPr>
          <a:xfrm xmlns:a="http://schemas.openxmlformats.org/drawingml/2006/main">
            <a:off x="61531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9" name="box-1150">
            <a:extLst xmlns:a="http://schemas.openxmlformats.org/drawingml/2006/main">
              <a:ext uri="{FF2B5EF4-FFF2-40B4-BE49-F238E27FC236}">
                <a16:creationId xmlns:a16="http://schemas.microsoft.com/office/drawing/2014/main" id="{DC264C48-1DED-49FF-91BF-49B68EB98C49}"/>
              </a:ext>
            </a:extLst>
          </p:cNvPr>
          <p:cNvSpPr>
            <a:spLocks xmlns:a="http://schemas.openxmlformats.org/drawingml/2006/main" noGrp="1"/>
          </p:cNvSpPr>
          <p:nvPr/>
        </p:nvSpPr>
        <p:spPr>
          <a:xfrm xmlns:a="http://schemas.openxmlformats.org/drawingml/2006/main">
            <a:off x="63436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30" name="text-1151">
            <a:extLst xmlns:a="http://schemas.openxmlformats.org/drawingml/2006/main">
              <a:ext uri="{FF2B5EF4-FFF2-40B4-BE49-F238E27FC236}">
                <a16:creationId xmlns:a16="http://schemas.microsoft.com/office/drawing/2014/main" id="{A74AEA9F-DEFA-413A-875E-7AAB8F611692}"/>
              </a:ext>
            </a:extLst>
          </p:cNvPr>
          <p:cNvSpPr>
            <a:spLocks xmlns:a="http://schemas.openxmlformats.org/drawingml/2006/main" noGrp="1"/>
          </p:cNvSpPr>
          <p:nvPr/>
        </p:nvSpPr>
        <p:spPr>
          <a:xfrm xmlns:a="http://schemas.openxmlformats.org/drawingml/2006/main">
            <a:off x="63436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31" name="text-1152">
            <a:extLst xmlns:a="http://schemas.openxmlformats.org/drawingml/2006/main">
              <a:ext uri="{FF2B5EF4-FFF2-40B4-BE49-F238E27FC236}">
                <a16:creationId xmlns:a16="http://schemas.microsoft.com/office/drawing/2014/main" id="{28342FFD-D311-4070-8DD3-84B3736023E4}"/>
              </a:ext>
            </a:extLst>
          </p:cNvPr>
          <p:cNvSpPr>
            <a:spLocks xmlns:a="http://schemas.openxmlformats.org/drawingml/2006/main" noGrp="1"/>
          </p:cNvSpPr>
          <p:nvPr/>
        </p:nvSpPr>
        <p:spPr>
          <a:xfrm xmlns:a="http://schemas.openxmlformats.org/drawingml/2006/main">
            <a:off x="68008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根拠IDが一致するか</a:t>
            </a:r>
          </a:p>
        </p:txBody>
      </p:sp>
    </p:spTree>
    <p:extLst>
      <p:ext uri="{BB962C8B-B14F-4D97-AF65-F5344CB8AC3E}">
        <p14:creationId xmlns:p14="http://schemas.microsoft.com/office/powerpoint/2010/main" val="210585543"/>
      </p:ext>
    </p:extLst>
  </p:cSld>
</p:sld>
</file>

<file path=ppt/slides/slide4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1153">
            <a:extLst xmlns:a="http://schemas.openxmlformats.org/drawingml/2006/main">
              <a:ext uri="{FF2B5EF4-FFF2-40B4-BE49-F238E27FC236}">
                <a16:creationId xmlns:a16="http://schemas.microsoft.com/office/drawing/2014/main" id="{33790907-2D70-4255-91F5-1AFBB4702F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154">
            <a:extLst xmlns:a="http://schemas.openxmlformats.org/drawingml/2006/main">
              <a:ext uri="{FF2B5EF4-FFF2-40B4-BE49-F238E27FC236}">
                <a16:creationId xmlns:a16="http://schemas.microsoft.com/office/drawing/2014/main" id="{2C319091-DA81-4728-BD76-599A0A05C22B}"/>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155">
            <a:extLst xmlns:a="http://schemas.openxmlformats.org/drawingml/2006/main">
              <a:ext uri="{FF2B5EF4-FFF2-40B4-BE49-F238E27FC236}">
                <a16:creationId xmlns:a16="http://schemas.microsoft.com/office/drawing/2014/main" id="{C6B52343-140D-478E-9210-CA5B752FF25C}"/>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未確認事項を、答えられる質問へ変えます</a:t>
            </a:r>
          </a:p>
        </p:txBody>
      </p:sp>
      <p:sp>
        <p:nvSpPr>
          <p:cNvPr id="4" name="box-1156">
            <a:extLst xmlns:a="http://schemas.openxmlformats.org/drawingml/2006/main">
              <a:ext uri="{FF2B5EF4-FFF2-40B4-BE49-F238E27FC236}">
                <a16:creationId xmlns:a16="http://schemas.microsoft.com/office/drawing/2014/main" id="{744F1822-1337-43F2-AFBF-8D9B039CB65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157">
            <a:extLst xmlns:a="http://schemas.openxmlformats.org/drawingml/2006/main">
              <a:ext uri="{FF2B5EF4-FFF2-40B4-BE49-F238E27FC236}">
                <a16:creationId xmlns:a16="http://schemas.microsoft.com/office/drawing/2014/main" id="{04CE3B7E-0669-49D0-9458-A18B5ABB342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158">
            <a:extLst xmlns:a="http://schemas.openxmlformats.org/drawingml/2006/main">
              <a:ext uri="{FF2B5EF4-FFF2-40B4-BE49-F238E27FC236}">
                <a16:creationId xmlns:a16="http://schemas.microsoft.com/office/drawing/2014/main" id="{41AE7878-7964-48D0-9559-2E3ACDBA3C3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要点｜曖昧な不足を、相手と確認できる一文にする</a:t>
            </a:r>
          </a:p>
        </p:txBody>
      </p:sp>
      <p:sp>
        <p:nvSpPr>
          <p:cNvPr id="7" name="text-1159">
            <a:extLst xmlns:a="http://schemas.openxmlformats.org/drawingml/2006/main">
              <a:ext uri="{FF2B5EF4-FFF2-40B4-BE49-F238E27FC236}">
                <a16:creationId xmlns:a16="http://schemas.microsoft.com/office/drawing/2014/main" id="{E4DBCC5B-A365-41D5-BB83-FD53DDF6861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40</a:t>
            </a:r>
          </a:p>
        </p:txBody>
      </p:sp>
      <p:sp>
        <p:nvSpPr>
          <p:cNvPr id="8" name="box-1160">
            <a:extLst xmlns:a="http://schemas.openxmlformats.org/drawingml/2006/main">
              <a:ext uri="{FF2B5EF4-FFF2-40B4-BE49-F238E27FC236}">
                <a16:creationId xmlns:a16="http://schemas.microsoft.com/office/drawing/2014/main" id="{86143B15-7635-4C99-888D-49C676820240}"/>
              </a:ext>
            </a:extLst>
          </p:cNvPr>
          <p:cNvSpPr>
            <a:spLocks xmlns:a="http://schemas.openxmlformats.org/drawingml/2006/main" noGrp="1"/>
          </p:cNvSpPr>
          <p:nvPr/>
        </p:nvSpPr>
        <p:spPr>
          <a:xfrm xmlns:a="http://schemas.openxmlformats.org/drawingml/2006/main">
            <a:off x="552450" y="1495425"/>
            <a:ext cx="22098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161">
            <a:extLst xmlns:a="http://schemas.openxmlformats.org/drawingml/2006/main">
              <a:ext uri="{FF2B5EF4-FFF2-40B4-BE49-F238E27FC236}">
                <a16:creationId xmlns:a16="http://schemas.microsoft.com/office/drawing/2014/main" id="{AE03D917-F8A4-44F2-A89A-F6196681850D}"/>
              </a:ext>
            </a:extLst>
          </p:cNvPr>
          <p:cNvSpPr>
            <a:spLocks xmlns:a="http://schemas.openxmlformats.org/drawingml/2006/main" noGrp="1"/>
          </p:cNvSpPr>
          <p:nvPr/>
        </p:nvSpPr>
        <p:spPr>
          <a:xfrm xmlns:a="http://schemas.openxmlformats.org/drawingml/2006/main">
            <a:off x="647700" y="1562100"/>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未確認事項</a:t>
            </a:r>
          </a:p>
        </p:txBody>
      </p:sp>
      <p:sp>
        <p:nvSpPr>
          <p:cNvPr id="10" name="box-1162">
            <a:extLst xmlns:a="http://schemas.openxmlformats.org/drawingml/2006/main">
              <a:ext uri="{FF2B5EF4-FFF2-40B4-BE49-F238E27FC236}">
                <a16:creationId xmlns:a16="http://schemas.microsoft.com/office/drawing/2014/main" id="{EBFDF5D0-D53F-42AF-8F72-E0D1E63BE98D}"/>
              </a:ext>
            </a:extLst>
          </p:cNvPr>
          <p:cNvSpPr>
            <a:spLocks xmlns:a="http://schemas.openxmlformats.org/drawingml/2006/main" noGrp="1"/>
          </p:cNvSpPr>
          <p:nvPr/>
        </p:nvSpPr>
        <p:spPr>
          <a:xfrm xmlns:a="http://schemas.openxmlformats.org/drawingml/2006/main">
            <a:off x="2762250" y="1495425"/>
            <a:ext cx="883920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163">
            <a:extLst xmlns:a="http://schemas.openxmlformats.org/drawingml/2006/main">
              <a:ext uri="{FF2B5EF4-FFF2-40B4-BE49-F238E27FC236}">
                <a16:creationId xmlns:a16="http://schemas.microsoft.com/office/drawing/2014/main" id="{D82931BE-B5CC-43D0-AE1D-2849B7ED9F47}"/>
              </a:ext>
            </a:extLst>
          </p:cNvPr>
          <p:cNvSpPr>
            <a:spLocks xmlns:a="http://schemas.openxmlformats.org/drawingml/2006/main" noGrp="1"/>
          </p:cNvSpPr>
          <p:nvPr/>
        </p:nvSpPr>
        <p:spPr>
          <a:xfrm xmlns:a="http://schemas.openxmlformats.org/drawingml/2006/main">
            <a:off x="2857500" y="1562100"/>
            <a:ext cx="86487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質問候補</a:t>
            </a:r>
          </a:p>
        </p:txBody>
      </p:sp>
      <p:sp>
        <p:nvSpPr>
          <p:cNvPr id="12" name="box-1164">
            <a:extLst xmlns:a="http://schemas.openxmlformats.org/drawingml/2006/main">
              <a:ext uri="{FF2B5EF4-FFF2-40B4-BE49-F238E27FC236}">
                <a16:creationId xmlns:a16="http://schemas.microsoft.com/office/drawing/2014/main" id="{7452E376-9C42-4ABD-8BD7-74D639041DE1}"/>
              </a:ext>
            </a:extLst>
          </p:cNvPr>
          <p:cNvSpPr>
            <a:spLocks xmlns:a="http://schemas.openxmlformats.org/drawingml/2006/main" noGrp="1"/>
          </p:cNvSpPr>
          <p:nvPr/>
        </p:nvSpPr>
        <p:spPr>
          <a:xfrm xmlns:a="http://schemas.openxmlformats.org/drawingml/2006/main">
            <a:off x="552450" y="2595563"/>
            <a:ext cx="22098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3" name="text-1165">
            <a:extLst xmlns:a="http://schemas.openxmlformats.org/drawingml/2006/main">
              <a:ext uri="{FF2B5EF4-FFF2-40B4-BE49-F238E27FC236}">
                <a16:creationId xmlns:a16="http://schemas.microsoft.com/office/drawing/2014/main" id="{6793BEF7-AB19-4D58-A211-F6D663DD78F7}"/>
              </a:ext>
            </a:extLst>
          </p:cNvPr>
          <p:cNvSpPr>
            <a:spLocks xmlns:a="http://schemas.openxmlformats.org/drawingml/2006/main" noGrp="1"/>
          </p:cNvSpPr>
          <p:nvPr/>
        </p:nvSpPr>
        <p:spPr>
          <a:xfrm xmlns:a="http://schemas.openxmlformats.org/drawingml/2006/main">
            <a:off x="647700" y="2662238"/>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正式な試行希望日</a:t>
            </a:r>
          </a:p>
        </p:txBody>
      </p:sp>
      <p:sp>
        <p:nvSpPr>
          <p:cNvPr id="14" name="box-1166">
            <a:extLst xmlns:a="http://schemas.openxmlformats.org/drawingml/2006/main">
              <a:ext uri="{FF2B5EF4-FFF2-40B4-BE49-F238E27FC236}">
                <a16:creationId xmlns:a16="http://schemas.microsoft.com/office/drawing/2014/main" id="{81AD83AD-B7C4-49AB-BD17-A655A29E1126}"/>
              </a:ext>
            </a:extLst>
          </p:cNvPr>
          <p:cNvSpPr>
            <a:spLocks xmlns:a="http://schemas.openxmlformats.org/drawingml/2006/main" noGrp="1"/>
          </p:cNvSpPr>
          <p:nvPr/>
        </p:nvSpPr>
        <p:spPr>
          <a:xfrm xmlns:a="http://schemas.openxmlformats.org/drawingml/2006/main">
            <a:off x="2762250" y="2595563"/>
            <a:ext cx="88392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167">
            <a:extLst xmlns:a="http://schemas.openxmlformats.org/drawingml/2006/main">
              <a:ext uri="{FF2B5EF4-FFF2-40B4-BE49-F238E27FC236}">
                <a16:creationId xmlns:a16="http://schemas.microsoft.com/office/drawing/2014/main" id="{EC630905-C149-4D46-B6FA-48349FE71570}"/>
              </a:ext>
            </a:extLst>
          </p:cNvPr>
          <p:cNvSpPr>
            <a:spLocks xmlns:a="http://schemas.openxmlformats.org/drawingml/2006/main" noGrp="1"/>
          </p:cNvSpPr>
          <p:nvPr/>
        </p:nvSpPr>
        <p:spPr>
          <a:xfrm xmlns:a="http://schemas.openxmlformats.org/drawingml/2006/main">
            <a:off x="2857500" y="2662238"/>
            <a:ext cx="86487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試行開始の希望日は9月10日と12日のどちらですか</a:t>
            </a:r>
          </a:p>
        </p:txBody>
      </p:sp>
      <p:sp>
        <p:nvSpPr>
          <p:cNvPr id="16" name="box-1168">
            <a:extLst xmlns:a="http://schemas.openxmlformats.org/drawingml/2006/main">
              <a:ext uri="{FF2B5EF4-FFF2-40B4-BE49-F238E27FC236}">
                <a16:creationId xmlns:a16="http://schemas.microsoft.com/office/drawing/2014/main" id="{CC27AB82-2505-4124-BA86-2A1120523598}"/>
              </a:ext>
            </a:extLst>
          </p:cNvPr>
          <p:cNvSpPr>
            <a:spLocks xmlns:a="http://schemas.openxmlformats.org/drawingml/2006/main" noGrp="1"/>
          </p:cNvSpPr>
          <p:nvPr/>
        </p:nvSpPr>
        <p:spPr>
          <a:xfrm xmlns:a="http://schemas.openxmlformats.org/drawingml/2006/main">
            <a:off x="552450" y="3695700"/>
            <a:ext cx="22098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17" name="text-1169">
            <a:extLst xmlns:a="http://schemas.openxmlformats.org/drawingml/2006/main">
              <a:ext uri="{FF2B5EF4-FFF2-40B4-BE49-F238E27FC236}">
                <a16:creationId xmlns:a16="http://schemas.microsoft.com/office/drawing/2014/main" id="{424AF6A0-794C-4762-ABAF-85D1F1941A2F}"/>
              </a:ext>
            </a:extLst>
          </p:cNvPr>
          <p:cNvSpPr>
            <a:spLocks xmlns:a="http://schemas.openxmlformats.org/drawingml/2006/main" noGrp="1"/>
          </p:cNvSpPr>
          <p:nvPr/>
        </p:nvSpPr>
        <p:spPr>
          <a:xfrm xmlns:a="http://schemas.openxmlformats.org/drawingml/2006/main">
            <a:off x="647700" y="3762375"/>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承認者</a:t>
            </a:r>
          </a:p>
        </p:txBody>
      </p:sp>
      <p:sp>
        <p:nvSpPr>
          <p:cNvPr id="18" name="box-1170">
            <a:extLst xmlns:a="http://schemas.openxmlformats.org/drawingml/2006/main">
              <a:ext uri="{FF2B5EF4-FFF2-40B4-BE49-F238E27FC236}">
                <a16:creationId xmlns:a16="http://schemas.microsoft.com/office/drawing/2014/main" id="{0E597177-7CD6-4AA0-8B46-FE59A64DB323}"/>
              </a:ext>
            </a:extLst>
          </p:cNvPr>
          <p:cNvSpPr>
            <a:spLocks xmlns:a="http://schemas.openxmlformats.org/drawingml/2006/main" noGrp="1"/>
          </p:cNvSpPr>
          <p:nvPr/>
        </p:nvSpPr>
        <p:spPr>
          <a:xfrm xmlns:a="http://schemas.openxmlformats.org/drawingml/2006/main">
            <a:off x="2762250" y="3695700"/>
            <a:ext cx="883920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19" name="text-1171">
            <a:extLst xmlns:a="http://schemas.openxmlformats.org/drawingml/2006/main">
              <a:ext uri="{FF2B5EF4-FFF2-40B4-BE49-F238E27FC236}">
                <a16:creationId xmlns:a16="http://schemas.microsoft.com/office/drawing/2014/main" id="{A7C940E5-09DA-4B7A-B74F-81E0D5E177C2}"/>
              </a:ext>
            </a:extLst>
          </p:cNvPr>
          <p:cNvSpPr>
            <a:spLocks xmlns:a="http://schemas.openxmlformats.org/drawingml/2006/main" noGrp="1"/>
          </p:cNvSpPr>
          <p:nvPr/>
        </p:nvSpPr>
        <p:spPr>
          <a:xfrm xmlns:a="http://schemas.openxmlformats.org/drawingml/2006/main">
            <a:off x="2857500" y="3762375"/>
            <a:ext cx="86487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試行開始を最終承認する役割を教えてください</a:t>
            </a:r>
          </a:p>
        </p:txBody>
      </p:sp>
      <p:sp>
        <p:nvSpPr>
          <p:cNvPr id="20" name="box-1172">
            <a:extLst xmlns:a="http://schemas.openxmlformats.org/drawingml/2006/main">
              <a:ext uri="{FF2B5EF4-FFF2-40B4-BE49-F238E27FC236}">
                <a16:creationId xmlns:a16="http://schemas.microsoft.com/office/drawing/2014/main" id="{35BFDE57-3A9A-4615-AECE-61725DF4A808}"/>
              </a:ext>
            </a:extLst>
          </p:cNvPr>
          <p:cNvSpPr>
            <a:spLocks xmlns:a="http://schemas.openxmlformats.org/drawingml/2006/main" noGrp="1"/>
          </p:cNvSpPr>
          <p:nvPr/>
        </p:nvSpPr>
        <p:spPr>
          <a:xfrm xmlns:a="http://schemas.openxmlformats.org/drawingml/2006/main">
            <a:off x="552450" y="4795838"/>
            <a:ext cx="22098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1" name="text-1173">
            <a:extLst xmlns:a="http://schemas.openxmlformats.org/drawingml/2006/main">
              <a:ext uri="{FF2B5EF4-FFF2-40B4-BE49-F238E27FC236}">
                <a16:creationId xmlns:a16="http://schemas.microsoft.com/office/drawing/2014/main" id="{7A05752A-BD5A-45B3-9D40-227271278705}"/>
              </a:ext>
            </a:extLst>
          </p:cNvPr>
          <p:cNvSpPr>
            <a:spLocks xmlns:a="http://schemas.openxmlformats.org/drawingml/2006/main" noGrp="1"/>
          </p:cNvSpPr>
          <p:nvPr/>
        </p:nvSpPr>
        <p:spPr>
          <a:xfrm xmlns:a="http://schemas.openxmlformats.org/drawingml/2006/main">
            <a:off x="647700" y="4862513"/>
            <a:ext cx="20193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予算</a:t>
            </a:r>
          </a:p>
        </p:txBody>
      </p:sp>
      <p:sp>
        <p:nvSpPr>
          <p:cNvPr id="22" name="box-1174">
            <a:extLst xmlns:a="http://schemas.openxmlformats.org/drawingml/2006/main">
              <a:ext uri="{FF2B5EF4-FFF2-40B4-BE49-F238E27FC236}">
                <a16:creationId xmlns:a16="http://schemas.microsoft.com/office/drawing/2014/main" id="{C46081C4-9325-4327-BAB4-AE560BB09993}"/>
              </a:ext>
            </a:extLst>
          </p:cNvPr>
          <p:cNvSpPr>
            <a:spLocks xmlns:a="http://schemas.openxmlformats.org/drawingml/2006/main" noGrp="1"/>
          </p:cNvSpPr>
          <p:nvPr/>
        </p:nvSpPr>
        <p:spPr>
          <a:xfrm xmlns:a="http://schemas.openxmlformats.org/drawingml/2006/main">
            <a:off x="2762250" y="4795838"/>
            <a:ext cx="883920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3" name="text-1175">
            <a:extLst xmlns:a="http://schemas.openxmlformats.org/drawingml/2006/main">
              <a:ext uri="{FF2B5EF4-FFF2-40B4-BE49-F238E27FC236}">
                <a16:creationId xmlns:a16="http://schemas.microsoft.com/office/drawing/2014/main" id="{B279465E-ADA8-4539-8939-B58903A008E4}"/>
              </a:ext>
            </a:extLst>
          </p:cNvPr>
          <p:cNvSpPr>
            <a:spLocks xmlns:a="http://schemas.openxmlformats.org/drawingml/2006/main" noGrp="1"/>
          </p:cNvSpPr>
          <p:nvPr/>
        </p:nvSpPr>
        <p:spPr>
          <a:xfrm xmlns:a="http://schemas.openxmlformats.org/drawingml/2006/main">
            <a:off x="2857500" y="4862513"/>
            <a:ext cx="864870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試行費用の検討上限または確認時期はありますか</a:t>
            </a:r>
          </a:p>
        </p:txBody>
      </p:sp>
    </p:spTree>
    <p:extLst>
      <p:ext uri="{BB962C8B-B14F-4D97-AF65-F5344CB8AC3E}">
        <p14:creationId xmlns:p14="http://schemas.microsoft.com/office/powerpoint/2010/main" val="1166157749"/>
      </p:ext>
    </p:extLst>
  </p:cSld>
</p:sld>
</file>

<file path=ppt/slides/slide4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1176">
            <a:extLst xmlns:a="http://schemas.openxmlformats.org/drawingml/2006/main">
              <a:ext uri="{FF2B5EF4-FFF2-40B4-BE49-F238E27FC236}">
                <a16:creationId xmlns:a16="http://schemas.microsoft.com/office/drawing/2014/main" id="{9BC39DC8-C33B-40C4-9C2F-E9C37CEFAA8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177">
            <a:extLst xmlns:a="http://schemas.openxmlformats.org/drawingml/2006/main">
              <a:ext uri="{FF2B5EF4-FFF2-40B4-BE49-F238E27FC236}">
                <a16:creationId xmlns:a16="http://schemas.microsoft.com/office/drawing/2014/main" id="{23BA4095-BD87-4755-8EB6-52FB9F4EC6D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178">
            <a:extLst xmlns:a="http://schemas.openxmlformats.org/drawingml/2006/main">
              <a:ext uri="{FF2B5EF4-FFF2-40B4-BE49-F238E27FC236}">
                <a16:creationId xmlns:a16="http://schemas.microsoft.com/office/drawing/2014/main" id="{8D1596EC-341F-4B62-908C-072EF4C7C1E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修正指示は、誤り・根拠・修正方法で返します</a:t>
            </a:r>
          </a:p>
        </p:txBody>
      </p:sp>
      <p:sp>
        <p:nvSpPr>
          <p:cNvPr id="4" name="box-1179">
            <a:extLst xmlns:a="http://schemas.openxmlformats.org/drawingml/2006/main">
              <a:ext uri="{FF2B5EF4-FFF2-40B4-BE49-F238E27FC236}">
                <a16:creationId xmlns:a16="http://schemas.microsoft.com/office/drawing/2014/main" id="{09608FD5-DD21-4BF5-AAA5-96173FCCC3D5}"/>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180">
            <a:extLst xmlns:a="http://schemas.openxmlformats.org/drawingml/2006/main">
              <a:ext uri="{FF2B5EF4-FFF2-40B4-BE49-F238E27FC236}">
                <a16:creationId xmlns:a16="http://schemas.microsoft.com/office/drawing/2014/main" id="{748AF77E-14DF-497D-8795-06B601E3159D}"/>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181">
            <a:extLst xmlns:a="http://schemas.openxmlformats.org/drawingml/2006/main">
              <a:ext uri="{FF2B5EF4-FFF2-40B4-BE49-F238E27FC236}">
                <a16:creationId xmlns:a16="http://schemas.microsoft.com/office/drawing/2014/main" id="{BDA56002-6286-4C58-A7E8-BEE504089581}"/>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要点｜『直して』ではなく、どこがなぜ違うかを指定する</a:t>
            </a:r>
          </a:p>
        </p:txBody>
      </p:sp>
      <p:sp>
        <p:nvSpPr>
          <p:cNvPr id="7" name="text-1182">
            <a:extLst xmlns:a="http://schemas.openxmlformats.org/drawingml/2006/main">
              <a:ext uri="{FF2B5EF4-FFF2-40B4-BE49-F238E27FC236}">
                <a16:creationId xmlns:a16="http://schemas.microsoft.com/office/drawing/2014/main" id="{9769570E-22F0-4858-800D-782F130E5536}"/>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41</a:t>
            </a:r>
          </a:p>
        </p:txBody>
      </p:sp>
      <p:sp>
        <p:nvSpPr>
          <p:cNvPr id="8" name="box-1183">
            <a:extLst xmlns:a="http://schemas.openxmlformats.org/drawingml/2006/main">
              <a:ext uri="{FF2B5EF4-FFF2-40B4-BE49-F238E27FC236}">
                <a16:creationId xmlns:a16="http://schemas.microsoft.com/office/drawing/2014/main" id="{E495EBCC-E8DF-4923-9B48-CF6742EC77A8}"/>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1184">
            <a:extLst xmlns:a="http://schemas.openxmlformats.org/drawingml/2006/main">
              <a:ext uri="{FF2B5EF4-FFF2-40B4-BE49-F238E27FC236}">
                <a16:creationId xmlns:a16="http://schemas.microsoft.com/office/drawing/2014/main" id="{787EAB88-3E8C-436E-A54E-47DF68DB1C98}"/>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1185">
            <a:extLst xmlns:a="http://schemas.openxmlformats.org/drawingml/2006/main">
              <a:ext uri="{FF2B5EF4-FFF2-40B4-BE49-F238E27FC236}">
                <a16:creationId xmlns:a16="http://schemas.microsoft.com/office/drawing/2014/main" id="{7269CBCE-AF16-4BF8-AE4C-01B731DDDE36}"/>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1186">
            <a:extLst xmlns:a="http://schemas.openxmlformats.org/drawingml/2006/main">
              <a:ext uri="{FF2B5EF4-FFF2-40B4-BE49-F238E27FC236}">
                <a16:creationId xmlns:a16="http://schemas.microsoft.com/office/drawing/2014/main" id="{6119A870-5EAF-4CD9-B36C-A2F5F41F7B2B}"/>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誤り</a:t>
            </a:r>
          </a:p>
        </p:txBody>
      </p:sp>
      <p:sp>
        <p:nvSpPr>
          <p:cNvPr id="12" name="text-1187">
            <a:extLst xmlns:a="http://schemas.openxmlformats.org/drawingml/2006/main">
              <a:ext uri="{FF2B5EF4-FFF2-40B4-BE49-F238E27FC236}">
                <a16:creationId xmlns:a16="http://schemas.microsoft.com/office/drawing/2014/main" id="{27C621DB-AE6B-4ED2-9BF5-38C0A7EC30CE}"/>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9月12日を確定扱い</a:t>
            </a:r>
          </a:p>
        </p:txBody>
      </p:sp>
      <p:sp>
        <p:nvSpPr>
          <p:cNvPr id="13" name="text-1188">
            <a:extLst xmlns:a="http://schemas.openxmlformats.org/drawingml/2006/main">
              <a:ext uri="{FF2B5EF4-FFF2-40B4-BE49-F238E27FC236}">
                <a16:creationId xmlns:a16="http://schemas.microsoft.com/office/drawing/2014/main" id="{CA9D8122-8E6C-4D4F-8BED-65E8F317B40C}"/>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1189">
            <a:extLst xmlns:a="http://schemas.openxmlformats.org/drawingml/2006/main">
              <a:ext uri="{FF2B5EF4-FFF2-40B4-BE49-F238E27FC236}">
                <a16:creationId xmlns:a16="http://schemas.microsoft.com/office/drawing/2014/main" id="{6DDEDCEB-ADA7-478A-9109-672F2FDEB675}"/>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1190">
            <a:extLst xmlns:a="http://schemas.openxmlformats.org/drawingml/2006/main">
              <a:ext uri="{FF2B5EF4-FFF2-40B4-BE49-F238E27FC236}">
                <a16:creationId xmlns:a16="http://schemas.microsoft.com/office/drawing/2014/main" id="{24EA4D7E-2B04-4979-8D3C-8A64F931929C}"/>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1191">
            <a:extLst xmlns:a="http://schemas.openxmlformats.org/drawingml/2006/main">
              <a:ext uri="{FF2B5EF4-FFF2-40B4-BE49-F238E27FC236}">
                <a16:creationId xmlns:a16="http://schemas.microsoft.com/office/drawing/2014/main" id="{E251DB55-3EE5-4F7D-BD5E-7347992248BA}"/>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1192">
            <a:extLst xmlns:a="http://schemas.openxmlformats.org/drawingml/2006/main">
              <a:ext uri="{FF2B5EF4-FFF2-40B4-BE49-F238E27FC236}">
                <a16:creationId xmlns:a16="http://schemas.microsoft.com/office/drawing/2014/main" id="{28EED2B5-3B21-42D5-8C88-67FB81187F37}"/>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根拠</a:t>
            </a:r>
          </a:p>
        </p:txBody>
      </p:sp>
      <p:sp>
        <p:nvSpPr>
          <p:cNvPr id="18" name="text-1193">
            <a:extLst xmlns:a="http://schemas.openxmlformats.org/drawingml/2006/main">
              <a:ext uri="{FF2B5EF4-FFF2-40B4-BE49-F238E27FC236}">
                <a16:creationId xmlns:a16="http://schemas.microsoft.com/office/drawing/2014/main" id="{EC50BA2B-D008-4BDD-8481-A24320D2211C}"/>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SRC-01と03で不一致</a:t>
            </a:r>
          </a:p>
        </p:txBody>
      </p:sp>
      <p:sp>
        <p:nvSpPr>
          <p:cNvPr id="19" name="text-1194">
            <a:extLst xmlns:a="http://schemas.openxmlformats.org/drawingml/2006/main">
              <a:ext uri="{FF2B5EF4-FFF2-40B4-BE49-F238E27FC236}">
                <a16:creationId xmlns:a16="http://schemas.microsoft.com/office/drawing/2014/main" id="{4095F562-1D7F-4428-910E-4A1A907613B4}"/>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1195">
            <a:extLst xmlns:a="http://schemas.openxmlformats.org/drawingml/2006/main">
              <a:ext uri="{FF2B5EF4-FFF2-40B4-BE49-F238E27FC236}">
                <a16:creationId xmlns:a16="http://schemas.microsoft.com/office/drawing/2014/main" id="{81B143CF-D5EA-4D10-BEB4-0B7634F11AA3}"/>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1196">
            <a:extLst xmlns:a="http://schemas.openxmlformats.org/drawingml/2006/main">
              <a:ext uri="{FF2B5EF4-FFF2-40B4-BE49-F238E27FC236}">
                <a16:creationId xmlns:a16="http://schemas.microsoft.com/office/drawing/2014/main" id="{2B4F1921-4DFD-45C4-B7FC-84BD0F00F643}"/>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1197">
            <a:extLst xmlns:a="http://schemas.openxmlformats.org/drawingml/2006/main">
              <a:ext uri="{FF2B5EF4-FFF2-40B4-BE49-F238E27FC236}">
                <a16:creationId xmlns:a16="http://schemas.microsoft.com/office/drawing/2014/main" id="{5CF67AF4-48D3-4987-BBD8-6CD6F7903DC9}"/>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1198">
            <a:extLst xmlns:a="http://schemas.openxmlformats.org/drawingml/2006/main">
              <a:ext uri="{FF2B5EF4-FFF2-40B4-BE49-F238E27FC236}">
                <a16:creationId xmlns:a16="http://schemas.microsoft.com/office/drawing/2014/main" id="{AFA90DB6-EDBC-43FD-A0FA-F6BEB5B757CE}"/>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修正</a:t>
            </a:r>
          </a:p>
        </p:txBody>
      </p:sp>
      <p:sp>
        <p:nvSpPr>
          <p:cNvPr id="24" name="text-1199">
            <a:extLst xmlns:a="http://schemas.openxmlformats.org/drawingml/2006/main">
              <a:ext uri="{FF2B5EF4-FFF2-40B4-BE49-F238E27FC236}">
                <a16:creationId xmlns:a16="http://schemas.microsoft.com/office/drawing/2014/main" id="{4F81AD35-5DCE-43E3-A160-DFB645175F35}"/>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未確認へ移動</a:t>
            </a:r>
          </a:p>
        </p:txBody>
      </p:sp>
      <p:sp>
        <p:nvSpPr>
          <p:cNvPr id="25" name="text-1200">
            <a:extLst xmlns:a="http://schemas.openxmlformats.org/drawingml/2006/main">
              <a:ext uri="{FF2B5EF4-FFF2-40B4-BE49-F238E27FC236}">
                <a16:creationId xmlns:a16="http://schemas.microsoft.com/office/drawing/2014/main" id="{10B03483-8D29-41CA-92B0-08608E00F5DC}"/>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1201">
            <a:extLst xmlns:a="http://schemas.openxmlformats.org/drawingml/2006/main">
              <a:ext uri="{FF2B5EF4-FFF2-40B4-BE49-F238E27FC236}">
                <a16:creationId xmlns:a16="http://schemas.microsoft.com/office/drawing/2014/main" id="{C8139132-E1F7-46ED-8BDD-2F554AE50A6B}"/>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1202">
            <a:extLst xmlns:a="http://schemas.openxmlformats.org/drawingml/2006/main">
              <a:ext uri="{FF2B5EF4-FFF2-40B4-BE49-F238E27FC236}">
                <a16:creationId xmlns:a16="http://schemas.microsoft.com/office/drawing/2014/main" id="{B86C1B93-40AD-420E-8C9C-A7CE4104A5AD}"/>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1203">
            <a:extLst xmlns:a="http://schemas.openxmlformats.org/drawingml/2006/main">
              <a:ext uri="{FF2B5EF4-FFF2-40B4-BE49-F238E27FC236}">
                <a16:creationId xmlns:a16="http://schemas.microsoft.com/office/drawing/2014/main" id="{D0A3F632-9C9F-453E-A896-F39627117500}"/>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1204">
            <a:extLst xmlns:a="http://schemas.openxmlformats.org/drawingml/2006/main">
              <a:ext uri="{FF2B5EF4-FFF2-40B4-BE49-F238E27FC236}">
                <a16:creationId xmlns:a16="http://schemas.microsoft.com/office/drawing/2014/main" id="{97AD8DDC-C9C2-4989-846D-0CE196FEDAE3}"/>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再点検</a:t>
            </a:r>
          </a:p>
        </p:txBody>
      </p:sp>
      <p:sp>
        <p:nvSpPr>
          <p:cNvPr id="30" name="text-1205">
            <a:extLst xmlns:a="http://schemas.openxmlformats.org/drawingml/2006/main">
              <a:ext uri="{FF2B5EF4-FFF2-40B4-BE49-F238E27FC236}">
                <a16:creationId xmlns:a16="http://schemas.microsoft.com/office/drawing/2014/main" id="{A8D1071D-D5CF-47F3-9F6B-E80A4EEA3001}"/>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他の断定も検索</a:t>
            </a:r>
          </a:p>
        </p:txBody>
      </p:sp>
    </p:spTree>
    <p:extLst>
      <p:ext uri="{BB962C8B-B14F-4D97-AF65-F5344CB8AC3E}">
        <p14:creationId xmlns:p14="http://schemas.microsoft.com/office/powerpoint/2010/main" val="1044204781"/>
      </p:ext>
    </p:extLst>
  </p:cSld>
</p:sld>
</file>

<file path=ppt/slides/slide4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8" name="box-1206">
            <a:extLst xmlns:a="http://schemas.openxmlformats.org/drawingml/2006/main">
              <a:ext uri="{FF2B5EF4-FFF2-40B4-BE49-F238E27FC236}">
                <a16:creationId xmlns:a16="http://schemas.microsoft.com/office/drawing/2014/main" id="{6D99D9DC-60B1-4D29-AB95-782A0BE15FD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207">
            <a:extLst xmlns:a="http://schemas.openxmlformats.org/drawingml/2006/main">
              <a:ext uri="{FF2B5EF4-FFF2-40B4-BE49-F238E27FC236}">
                <a16:creationId xmlns:a16="http://schemas.microsoft.com/office/drawing/2014/main" id="{22E7D3AC-62D9-4844-B190-3F9CDCCF3DD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5  /  代表ケースで一連の流れを確認</a:t>
            </a:r>
          </a:p>
        </p:txBody>
      </p:sp>
      <p:sp>
        <p:nvSpPr>
          <p:cNvPr id="3" name="text-1208">
            <a:extLst xmlns:a="http://schemas.openxmlformats.org/drawingml/2006/main">
              <a:ext uri="{FF2B5EF4-FFF2-40B4-BE49-F238E27FC236}">
                <a16:creationId xmlns:a16="http://schemas.microsoft.com/office/drawing/2014/main" id="{BA334ECA-2F63-4D48-ABF9-A6D547FA4BF0}"/>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完成版は、事実と次の確認が一緒に見えます</a:t>
            </a:r>
          </a:p>
        </p:txBody>
      </p:sp>
      <p:sp>
        <p:nvSpPr>
          <p:cNvPr id="4" name="box-1209">
            <a:extLst xmlns:a="http://schemas.openxmlformats.org/drawingml/2006/main">
              <a:ext uri="{FF2B5EF4-FFF2-40B4-BE49-F238E27FC236}">
                <a16:creationId xmlns:a16="http://schemas.microsoft.com/office/drawing/2014/main" id="{4EE5C049-C596-4BFA-AC47-EC2EAAA9B8DE}"/>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210">
            <a:extLst xmlns:a="http://schemas.openxmlformats.org/drawingml/2006/main">
              <a:ext uri="{FF2B5EF4-FFF2-40B4-BE49-F238E27FC236}">
                <a16:creationId xmlns:a16="http://schemas.microsoft.com/office/drawing/2014/main" id="{4C8AC201-4BD8-43B6-9DA5-4A20B24FFB4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211">
            <a:extLst xmlns:a="http://schemas.openxmlformats.org/drawingml/2006/main">
              <a:ext uri="{FF2B5EF4-FFF2-40B4-BE49-F238E27FC236}">
                <a16:creationId xmlns:a16="http://schemas.microsoft.com/office/drawing/2014/main" id="{948F4BDC-4322-40F6-ADBC-72AE9CC4D83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要点｜構造化記録は、情報を閉じるのではなく次の行動を開く</a:t>
            </a:r>
          </a:p>
        </p:txBody>
      </p:sp>
      <p:sp>
        <p:nvSpPr>
          <p:cNvPr id="7" name="text-1212">
            <a:extLst xmlns:a="http://schemas.openxmlformats.org/drawingml/2006/main">
              <a:ext uri="{FF2B5EF4-FFF2-40B4-BE49-F238E27FC236}">
                <a16:creationId xmlns:a16="http://schemas.microsoft.com/office/drawing/2014/main" id="{348C10A5-BDF8-4BEB-9E17-33A01E67A37E}"/>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42</a:t>
            </a:r>
          </a:p>
        </p:txBody>
      </p:sp>
      <p:sp>
        <p:nvSpPr>
          <p:cNvPr id="8" name="box-1213">
            <a:extLst xmlns:a="http://schemas.openxmlformats.org/drawingml/2006/main">
              <a:ext uri="{FF2B5EF4-FFF2-40B4-BE49-F238E27FC236}">
                <a16:creationId xmlns:a16="http://schemas.microsoft.com/office/drawing/2014/main" id="{FA0B8E4B-5DE1-4B1A-8C6E-08EA9DC18416}"/>
              </a:ext>
            </a:extLst>
          </p:cNvPr>
          <p:cNvSpPr>
            <a:spLocks xmlns:a="http://schemas.openxmlformats.org/drawingml/2006/main" noGrp="1"/>
          </p:cNvSpPr>
          <p:nvPr/>
        </p:nvSpPr>
        <p:spPr>
          <a:xfrm xmlns:a="http://schemas.openxmlformats.org/drawingml/2006/main">
            <a:off x="552450" y="1495425"/>
            <a:ext cx="2541270" cy="88011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214">
            <a:extLst xmlns:a="http://schemas.openxmlformats.org/drawingml/2006/main">
              <a:ext uri="{FF2B5EF4-FFF2-40B4-BE49-F238E27FC236}">
                <a16:creationId xmlns:a16="http://schemas.microsoft.com/office/drawing/2014/main" id="{23639BAF-E4C5-4F1F-870B-DF0F5F60F5AE}"/>
              </a:ext>
            </a:extLst>
          </p:cNvPr>
          <p:cNvSpPr>
            <a:spLocks xmlns:a="http://schemas.openxmlformats.org/drawingml/2006/main" noGrp="1"/>
          </p:cNvSpPr>
          <p:nvPr/>
        </p:nvSpPr>
        <p:spPr>
          <a:xfrm xmlns:a="http://schemas.openxmlformats.org/drawingml/2006/main">
            <a:off x="647700" y="1562100"/>
            <a:ext cx="235077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区分</a:t>
            </a:r>
          </a:p>
        </p:txBody>
      </p:sp>
      <p:sp>
        <p:nvSpPr>
          <p:cNvPr id="10" name="box-1215">
            <a:extLst xmlns:a="http://schemas.openxmlformats.org/drawingml/2006/main">
              <a:ext uri="{FF2B5EF4-FFF2-40B4-BE49-F238E27FC236}">
                <a16:creationId xmlns:a16="http://schemas.microsoft.com/office/drawing/2014/main" id="{D4A3EA73-5FD5-470B-BABC-E63589D7A6F4}"/>
              </a:ext>
            </a:extLst>
          </p:cNvPr>
          <p:cNvSpPr>
            <a:spLocks xmlns:a="http://schemas.openxmlformats.org/drawingml/2006/main" noGrp="1"/>
          </p:cNvSpPr>
          <p:nvPr/>
        </p:nvSpPr>
        <p:spPr>
          <a:xfrm xmlns:a="http://schemas.openxmlformats.org/drawingml/2006/main">
            <a:off x="3093720" y="1495425"/>
            <a:ext cx="4253865" cy="88011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216">
            <a:extLst xmlns:a="http://schemas.openxmlformats.org/drawingml/2006/main">
              <a:ext uri="{FF2B5EF4-FFF2-40B4-BE49-F238E27FC236}">
                <a16:creationId xmlns:a16="http://schemas.microsoft.com/office/drawing/2014/main" id="{31599668-A249-401B-83CE-4D81FB10AC6E}"/>
              </a:ext>
            </a:extLst>
          </p:cNvPr>
          <p:cNvSpPr>
            <a:spLocks xmlns:a="http://schemas.openxmlformats.org/drawingml/2006/main" noGrp="1"/>
          </p:cNvSpPr>
          <p:nvPr/>
        </p:nvSpPr>
        <p:spPr>
          <a:xfrm xmlns:a="http://schemas.openxmlformats.org/drawingml/2006/main">
            <a:off x="3188970" y="156210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完成版の要点</a:t>
            </a:r>
          </a:p>
        </p:txBody>
      </p:sp>
      <p:sp>
        <p:nvSpPr>
          <p:cNvPr id="12" name="box-1217">
            <a:extLst xmlns:a="http://schemas.openxmlformats.org/drawingml/2006/main">
              <a:ext uri="{FF2B5EF4-FFF2-40B4-BE49-F238E27FC236}">
                <a16:creationId xmlns:a16="http://schemas.microsoft.com/office/drawing/2014/main" id="{2A42B650-5222-43BA-B492-495E24DCE585}"/>
              </a:ext>
            </a:extLst>
          </p:cNvPr>
          <p:cNvSpPr>
            <a:spLocks xmlns:a="http://schemas.openxmlformats.org/drawingml/2006/main" noGrp="1"/>
          </p:cNvSpPr>
          <p:nvPr/>
        </p:nvSpPr>
        <p:spPr>
          <a:xfrm xmlns:a="http://schemas.openxmlformats.org/drawingml/2006/main">
            <a:off x="7347585" y="1495425"/>
            <a:ext cx="4253865" cy="88011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218">
            <a:extLst xmlns:a="http://schemas.openxmlformats.org/drawingml/2006/main">
              <a:ext uri="{FF2B5EF4-FFF2-40B4-BE49-F238E27FC236}">
                <a16:creationId xmlns:a16="http://schemas.microsoft.com/office/drawing/2014/main" id="{84EDC98D-7A54-408B-A343-355D0971848B}"/>
              </a:ext>
            </a:extLst>
          </p:cNvPr>
          <p:cNvSpPr>
            <a:spLocks xmlns:a="http://schemas.openxmlformats.org/drawingml/2006/main" noGrp="1"/>
          </p:cNvSpPr>
          <p:nvPr/>
        </p:nvSpPr>
        <p:spPr>
          <a:xfrm xmlns:a="http://schemas.openxmlformats.org/drawingml/2006/main">
            <a:off x="7442835" y="156210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根拠・状態</a:t>
            </a:r>
          </a:p>
        </p:txBody>
      </p:sp>
      <p:sp>
        <p:nvSpPr>
          <p:cNvPr id="14" name="box-1219">
            <a:extLst xmlns:a="http://schemas.openxmlformats.org/drawingml/2006/main">
              <a:ext uri="{FF2B5EF4-FFF2-40B4-BE49-F238E27FC236}">
                <a16:creationId xmlns:a16="http://schemas.microsoft.com/office/drawing/2014/main" id="{133865AE-7144-4672-BA56-BF9A6CED5B44}"/>
              </a:ext>
            </a:extLst>
          </p:cNvPr>
          <p:cNvSpPr>
            <a:spLocks xmlns:a="http://schemas.openxmlformats.org/drawingml/2006/main" noGrp="1"/>
          </p:cNvSpPr>
          <p:nvPr/>
        </p:nvSpPr>
        <p:spPr>
          <a:xfrm xmlns:a="http://schemas.openxmlformats.org/drawingml/2006/main">
            <a:off x="552450" y="2375535"/>
            <a:ext cx="2541270"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220">
            <a:extLst xmlns:a="http://schemas.openxmlformats.org/drawingml/2006/main">
              <a:ext uri="{FF2B5EF4-FFF2-40B4-BE49-F238E27FC236}">
                <a16:creationId xmlns:a16="http://schemas.microsoft.com/office/drawing/2014/main" id="{EA8645F5-393D-4939-BAE7-1316604D7F85}"/>
              </a:ext>
            </a:extLst>
          </p:cNvPr>
          <p:cNvSpPr>
            <a:spLocks xmlns:a="http://schemas.openxmlformats.org/drawingml/2006/main" noGrp="1"/>
          </p:cNvSpPr>
          <p:nvPr/>
        </p:nvSpPr>
        <p:spPr>
          <a:xfrm xmlns:a="http://schemas.openxmlformats.org/drawingml/2006/main">
            <a:off x="647700" y="2442210"/>
            <a:ext cx="235077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確認済み事実</a:t>
            </a:r>
          </a:p>
        </p:txBody>
      </p:sp>
      <p:sp>
        <p:nvSpPr>
          <p:cNvPr id="16" name="box-1221">
            <a:extLst xmlns:a="http://schemas.openxmlformats.org/drawingml/2006/main">
              <a:ext uri="{FF2B5EF4-FFF2-40B4-BE49-F238E27FC236}">
                <a16:creationId xmlns:a16="http://schemas.microsoft.com/office/drawing/2014/main" id="{AF66E17A-0975-457A-AA62-0280627AB20B}"/>
              </a:ext>
            </a:extLst>
          </p:cNvPr>
          <p:cNvSpPr>
            <a:spLocks xmlns:a="http://schemas.openxmlformats.org/drawingml/2006/main" noGrp="1"/>
          </p:cNvSpPr>
          <p:nvPr/>
        </p:nvSpPr>
        <p:spPr>
          <a:xfrm xmlns:a="http://schemas.openxmlformats.org/drawingml/2006/main">
            <a:off x="3093720" y="2375535"/>
            <a:ext cx="4253865"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222">
            <a:extLst xmlns:a="http://schemas.openxmlformats.org/drawingml/2006/main">
              <a:ext uri="{FF2B5EF4-FFF2-40B4-BE49-F238E27FC236}">
                <a16:creationId xmlns:a16="http://schemas.microsoft.com/office/drawing/2014/main" id="{02A2169F-C004-4B26-8097-E8EC723BB58E}"/>
              </a:ext>
            </a:extLst>
          </p:cNvPr>
          <p:cNvSpPr>
            <a:spLocks xmlns:a="http://schemas.openxmlformats.org/drawingml/2006/main" noGrp="1"/>
          </p:cNvSpPr>
          <p:nvPr/>
        </p:nvSpPr>
        <p:spPr>
          <a:xfrm xmlns:a="http://schemas.openxmlformats.org/drawingml/2006/main">
            <a:off x="3188970" y="244221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3拠点で紙→表計算へ転記</a:t>
            </a:r>
          </a:p>
        </p:txBody>
      </p:sp>
      <p:sp>
        <p:nvSpPr>
          <p:cNvPr id="18" name="box-1223">
            <a:extLst xmlns:a="http://schemas.openxmlformats.org/drawingml/2006/main">
              <a:ext uri="{FF2B5EF4-FFF2-40B4-BE49-F238E27FC236}">
                <a16:creationId xmlns:a16="http://schemas.microsoft.com/office/drawing/2014/main" id="{D5200932-0B30-489F-95A3-6DE48B421102}"/>
              </a:ext>
            </a:extLst>
          </p:cNvPr>
          <p:cNvSpPr>
            <a:spLocks xmlns:a="http://schemas.openxmlformats.org/drawingml/2006/main" noGrp="1"/>
          </p:cNvSpPr>
          <p:nvPr/>
        </p:nvSpPr>
        <p:spPr>
          <a:xfrm xmlns:a="http://schemas.openxmlformats.org/drawingml/2006/main">
            <a:off x="7347585" y="2375535"/>
            <a:ext cx="4253865"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224">
            <a:extLst xmlns:a="http://schemas.openxmlformats.org/drawingml/2006/main">
              <a:ext uri="{FF2B5EF4-FFF2-40B4-BE49-F238E27FC236}">
                <a16:creationId xmlns:a16="http://schemas.microsoft.com/office/drawing/2014/main" id="{A9C2B69D-D22C-4D2D-8015-55BF8DD71C8A}"/>
              </a:ext>
            </a:extLst>
          </p:cNvPr>
          <p:cNvSpPr>
            <a:spLocks xmlns:a="http://schemas.openxmlformats.org/drawingml/2006/main" noGrp="1"/>
          </p:cNvSpPr>
          <p:nvPr/>
        </p:nvSpPr>
        <p:spPr>
          <a:xfrm xmlns:a="http://schemas.openxmlformats.org/drawingml/2006/main">
            <a:off x="7442835" y="244221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SRC-01</a:t>
            </a:r>
          </a:p>
        </p:txBody>
      </p:sp>
      <p:sp>
        <p:nvSpPr>
          <p:cNvPr id="20" name="box-1225">
            <a:extLst xmlns:a="http://schemas.openxmlformats.org/drawingml/2006/main">
              <a:ext uri="{FF2B5EF4-FFF2-40B4-BE49-F238E27FC236}">
                <a16:creationId xmlns:a16="http://schemas.microsoft.com/office/drawing/2014/main" id="{36B2F46F-1183-4D97-95CE-A406A2900574}"/>
              </a:ext>
            </a:extLst>
          </p:cNvPr>
          <p:cNvSpPr>
            <a:spLocks xmlns:a="http://schemas.openxmlformats.org/drawingml/2006/main" noGrp="1"/>
          </p:cNvSpPr>
          <p:nvPr/>
        </p:nvSpPr>
        <p:spPr>
          <a:xfrm xmlns:a="http://schemas.openxmlformats.org/drawingml/2006/main">
            <a:off x="552450" y="3255645"/>
            <a:ext cx="2541270"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1226">
            <a:extLst xmlns:a="http://schemas.openxmlformats.org/drawingml/2006/main">
              <a:ext uri="{FF2B5EF4-FFF2-40B4-BE49-F238E27FC236}">
                <a16:creationId xmlns:a16="http://schemas.microsoft.com/office/drawing/2014/main" id="{09E8924C-CF53-4FE3-8CF8-800EEC63343D}"/>
              </a:ext>
            </a:extLst>
          </p:cNvPr>
          <p:cNvSpPr>
            <a:spLocks xmlns:a="http://schemas.openxmlformats.org/drawingml/2006/main" noGrp="1"/>
          </p:cNvSpPr>
          <p:nvPr/>
        </p:nvSpPr>
        <p:spPr>
          <a:xfrm xmlns:a="http://schemas.openxmlformats.org/drawingml/2006/main">
            <a:off x="647700" y="3322320"/>
            <a:ext cx="235077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要望</a:t>
            </a:r>
          </a:p>
        </p:txBody>
      </p:sp>
      <p:sp>
        <p:nvSpPr>
          <p:cNvPr id="22" name="box-1227">
            <a:extLst xmlns:a="http://schemas.openxmlformats.org/drawingml/2006/main">
              <a:ext uri="{FF2B5EF4-FFF2-40B4-BE49-F238E27FC236}">
                <a16:creationId xmlns:a16="http://schemas.microsoft.com/office/drawing/2014/main" id="{4596730B-C128-4E7B-BE0B-10344AC47879}"/>
              </a:ext>
            </a:extLst>
          </p:cNvPr>
          <p:cNvSpPr>
            <a:spLocks xmlns:a="http://schemas.openxmlformats.org/drawingml/2006/main" noGrp="1"/>
          </p:cNvSpPr>
          <p:nvPr/>
        </p:nvSpPr>
        <p:spPr>
          <a:xfrm xmlns:a="http://schemas.openxmlformats.org/drawingml/2006/main">
            <a:off x="3093720" y="3255645"/>
            <a:ext cx="4253865"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1228">
            <a:extLst xmlns:a="http://schemas.openxmlformats.org/drawingml/2006/main">
              <a:ext uri="{FF2B5EF4-FFF2-40B4-BE49-F238E27FC236}">
                <a16:creationId xmlns:a16="http://schemas.microsoft.com/office/drawing/2014/main" id="{4037942C-F0AB-4A67-9D48-E5FDA7709126}"/>
              </a:ext>
            </a:extLst>
          </p:cNvPr>
          <p:cNvSpPr>
            <a:spLocks xmlns:a="http://schemas.openxmlformats.org/drawingml/2006/main" noGrp="1"/>
          </p:cNvSpPr>
          <p:nvPr/>
        </p:nvSpPr>
        <p:spPr>
          <a:xfrm xmlns:a="http://schemas.openxmlformats.org/drawingml/2006/main">
            <a:off x="3188970" y="332232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一拠点で試行を検討</a:t>
            </a:r>
          </a:p>
        </p:txBody>
      </p:sp>
      <p:sp>
        <p:nvSpPr>
          <p:cNvPr id="24" name="box-1229">
            <a:extLst xmlns:a="http://schemas.openxmlformats.org/drawingml/2006/main">
              <a:ext uri="{FF2B5EF4-FFF2-40B4-BE49-F238E27FC236}">
                <a16:creationId xmlns:a16="http://schemas.microsoft.com/office/drawing/2014/main" id="{E908BB0E-B797-4617-AC41-57CFB5E8586B}"/>
              </a:ext>
            </a:extLst>
          </p:cNvPr>
          <p:cNvSpPr>
            <a:spLocks xmlns:a="http://schemas.openxmlformats.org/drawingml/2006/main" noGrp="1"/>
          </p:cNvSpPr>
          <p:nvPr/>
        </p:nvSpPr>
        <p:spPr>
          <a:xfrm xmlns:a="http://schemas.openxmlformats.org/drawingml/2006/main">
            <a:off x="7347585" y="3255645"/>
            <a:ext cx="4253865"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230">
            <a:extLst xmlns:a="http://schemas.openxmlformats.org/drawingml/2006/main">
              <a:ext uri="{FF2B5EF4-FFF2-40B4-BE49-F238E27FC236}">
                <a16:creationId xmlns:a16="http://schemas.microsoft.com/office/drawing/2014/main" id="{B634F830-78FC-4ED4-823B-6A40DCC4AB79}"/>
              </a:ext>
            </a:extLst>
          </p:cNvPr>
          <p:cNvSpPr>
            <a:spLocks xmlns:a="http://schemas.openxmlformats.org/drawingml/2006/main" noGrp="1"/>
          </p:cNvSpPr>
          <p:nvPr/>
        </p:nvSpPr>
        <p:spPr>
          <a:xfrm xmlns:a="http://schemas.openxmlformats.org/drawingml/2006/main">
            <a:off x="7442835" y="332232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SRC-01／未決定</a:t>
            </a:r>
          </a:p>
        </p:txBody>
      </p:sp>
      <p:sp>
        <p:nvSpPr>
          <p:cNvPr id="26" name="box-1231">
            <a:extLst xmlns:a="http://schemas.openxmlformats.org/drawingml/2006/main">
              <a:ext uri="{FF2B5EF4-FFF2-40B4-BE49-F238E27FC236}">
                <a16:creationId xmlns:a16="http://schemas.microsoft.com/office/drawing/2014/main" id="{26A38DF3-2652-4C17-BA7D-A84C2E5212CA}"/>
              </a:ext>
            </a:extLst>
          </p:cNvPr>
          <p:cNvSpPr>
            <a:spLocks xmlns:a="http://schemas.openxmlformats.org/drawingml/2006/main" noGrp="1"/>
          </p:cNvSpPr>
          <p:nvPr/>
        </p:nvSpPr>
        <p:spPr>
          <a:xfrm xmlns:a="http://schemas.openxmlformats.org/drawingml/2006/main">
            <a:off x="552450" y="4135755"/>
            <a:ext cx="2541270"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1232">
            <a:extLst xmlns:a="http://schemas.openxmlformats.org/drawingml/2006/main">
              <a:ext uri="{FF2B5EF4-FFF2-40B4-BE49-F238E27FC236}">
                <a16:creationId xmlns:a16="http://schemas.microsoft.com/office/drawing/2014/main" id="{2AC273D2-9826-4A7F-BF5F-E062639C1353}"/>
              </a:ext>
            </a:extLst>
          </p:cNvPr>
          <p:cNvSpPr>
            <a:spLocks xmlns:a="http://schemas.openxmlformats.org/drawingml/2006/main" noGrp="1"/>
          </p:cNvSpPr>
          <p:nvPr/>
        </p:nvSpPr>
        <p:spPr>
          <a:xfrm xmlns:a="http://schemas.openxmlformats.org/drawingml/2006/main">
            <a:off x="647700" y="4202430"/>
            <a:ext cx="235077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未確認</a:t>
            </a:r>
          </a:p>
        </p:txBody>
      </p:sp>
      <p:sp>
        <p:nvSpPr>
          <p:cNvPr id="28" name="box-1233">
            <a:extLst xmlns:a="http://schemas.openxmlformats.org/drawingml/2006/main">
              <a:ext uri="{FF2B5EF4-FFF2-40B4-BE49-F238E27FC236}">
                <a16:creationId xmlns:a16="http://schemas.microsoft.com/office/drawing/2014/main" id="{31AB5803-BD89-40C2-83F7-FDBB2A1D6B18}"/>
              </a:ext>
            </a:extLst>
          </p:cNvPr>
          <p:cNvSpPr>
            <a:spLocks xmlns:a="http://schemas.openxmlformats.org/drawingml/2006/main" noGrp="1"/>
          </p:cNvSpPr>
          <p:nvPr/>
        </p:nvSpPr>
        <p:spPr>
          <a:xfrm xmlns:a="http://schemas.openxmlformats.org/drawingml/2006/main">
            <a:off x="3093720" y="4135755"/>
            <a:ext cx="4253865"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1234">
            <a:extLst xmlns:a="http://schemas.openxmlformats.org/drawingml/2006/main">
              <a:ext uri="{FF2B5EF4-FFF2-40B4-BE49-F238E27FC236}">
                <a16:creationId xmlns:a16="http://schemas.microsoft.com/office/drawing/2014/main" id="{254DD10C-5C77-48D1-BA0F-0860A9E835F1}"/>
              </a:ext>
            </a:extLst>
          </p:cNvPr>
          <p:cNvSpPr>
            <a:spLocks xmlns:a="http://schemas.openxmlformats.org/drawingml/2006/main" noGrp="1"/>
          </p:cNvSpPr>
          <p:nvPr/>
        </p:nvSpPr>
        <p:spPr>
          <a:xfrm xmlns:a="http://schemas.openxmlformats.org/drawingml/2006/main">
            <a:off x="3188970" y="420243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正式日・予算・承認者</a:t>
            </a:r>
          </a:p>
        </p:txBody>
      </p:sp>
      <p:sp>
        <p:nvSpPr>
          <p:cNvPr id="30" name="box-1235">
            <a:extLst xmlns:a="http://schemas.openxmlformats.org/drawingml/2006/main">
              <a:ext uri="{FF2B5EF4-FFF2-40B4-BE49-F238E27FC236}">
                <a16:creationId xmlns:a16="http://schemas.microsoft.com/office/drawing/2014/main" id="{3ED66A12-3F89-488A-AA34-5C7DFE45AF5A}"/>
              </a:ext>
            </a:extLst>
          </p:cNvPr>
          <p:cNvSpPr>
            <a:spLocks xmlns:a="http://schemas.openxmlformats.org/drawingml/2006/main" noGrp="1"/>
          </p:cNvSpPr>
          <p:nvPr/>
        </p:nvSpPr>
        <p:spPr>
          <a:xfrm xmlns:a="http://schemas.openxmlformats.org/drawingml/2006/main">
            <a:off x="7347585" y="4135755"/>
            <a:ext cx="4253865" cy="88011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1236">
            <a:extLst xmlns:a="http://schemas.openxmlformats.org/drawingml/2006/main">
              <a:ext uri="{FF2B5EF4-FFF2-40B4-BE49-F238E27FC236}">
                <a16:creationId xmlns:a16="http://schemas.microsoft.com/office/drawing/2014/main" id="{ECCF434E-878D-406F-BAC5-71C87E32F0FD}"/>
              </a:ext>
            </a:extLst>
          </p:cNvPr>
          <p:cNvSpPr>
            <a:spLocks xmlns:a="http://schemas.openxmlformats.org/drawingml/2006/main" noGrp="1"/>
          </p:cNvSpPr>
          <p:nvPr/>
        </p:nvSpPr>
        <p:spPr>
          <a:xfrm xmlns:a="http://schemas.openxmlformats.org/drawingml/2006/main">
            <a:off x="7442835" y="420243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次回質問あり</a:t>
            </a:r>
          </a:p>
        </p:txBody>
      </p:sp>
      <p:sp>
        <p:nvSpPr>
          <p:cNvPr id="32" name="box-1237">
            <a:extLst xmlns:a="http://schemas.openxmlformats.org/drawingml/2006/main">
              <a:ext uri="{FF2B5EF4-FFF2-40B4-BE49-F238E27FC236}">
                <a16:creationId xmlns:a16="http://schemas.microsoft.com/office/drawing/2014/main" id="{674E77BC-BC37-4E9A-ACE3-0B9499DC491E}"/>
              </a:ext>
            </a:extLst>
          </p:cNvPr>
          <p:cNvSpPr>
            <a:spLocks xmlns:a="http://schemas.openxmlformats.org/drawingml/2006/main" noGrp="1"/>
          </p:cNvSpPr>
          <p:nvPr/>
        </p:nvSpPr>
        <p:spPr>
          <a:xfrm xmlns:a="http://schemas.openxmlformats.org/drawingml/2006/main">
            <a:off x="552450" y="5015865"/>
            <a:ext cx="2541270"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3" name="text-1238">
            <a:extLst xmlns:a="http://schemas.openxmlformats.org/drawingml/2006/main">
              <a:ext uri="{FF2B5EF4-FFF2-40B4-BE49-F238E27FC236}">
                <a16:creationId xmlns:a16="http://schemas.microsoft.com/office/drawing/2014/main" id="{CCE90A46-F93B-42FC-B02D-81AE96D714F2}"/>
              </a:ext>
            </a:extLst>
          </p:cNvPr>
          <p:cNvSpPr>
            <a:spLocks xmlns:a="http://schemas.openxmlformats.org/drawingml/2006/main" noGrp="1"/>
          </p:cNvSpPr>
          <p:nvPr/>
        </p:nvSpPr>
        <p:spPr>
          <a:xfrm xmlns:a="http://schemas.openxmlformats.org/drawingml/2006/main">
            <a:off x="647700" y="5082540"/>
            <a:ext cx="2350770"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次のアクション</a:t>
            </a:r>
          </a:p>
        </p:txBody>
      </p:sp>
      <p:sp>
        <p:nvSpPr>
          <p:cNvPr id="34" name="box-1239">
            <a:extLst xmlns:a="http://schemas.openxmlformats.org/drawingml/2006/main">
              <a:ext uri="{FF2B5EF4-FFF2-40B4-BE49-F238E27FC236}">
                <a16:creationId xmlns:a16="http://schemas.microsoft.com/office/drawing/2014/main" id="{FCBACBDE-EACF-4801-BEFD-EAAC178FAC8D}"/>
              </a:ext>
            </a:extLst>
          </p:cNvPr>
          <p:cNvSpPr>
            <a:spLocks xmlns:a="http://schemas.openxmlformats.org/drawingml/2006/main" noGrp="1"/>
          </p:cNvSpPr>
          <p:nvPr/>
        </p:nvSpPr>
        <p:spPr>
          <a:xfrm xmlns:a="http://schemas.openxmlformats.org/drawingml/2006/main">
            <a:off x="3093720" y="5015865"/>
            <a:ext cx="4253865"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5" name="text-1240">
            <a:extLst xmlns:a="http://schemas.openxmlformats.org/drawingml/2006/main">
              <a:ext uri="{FF2B5EF4-FFF2-40B4-BE49-F238E27FC236}">
                <a16:creationId xmlns:a16="http://schemas.microsoft.com/office/drawing/2014/main" id="{4AE50CD5-E6AC-4E86-BDBF-41AF35221672}"/>
              </a:ext>
            </a:extLst>
          </p:cNvPr>
          <p:cNvSpPr>
            <a:spLocks xmlns:a="http://schemas.openxmlformats.org/drawingml/2006/main" noGrp="1"/>
          </p:cNvSpPr>
          <p:nvPr/>
        </p:nvSpPr>
        <p:spPr>
          <a:xfrm xmlns:a="http://schemas.openxmlformats.org/drawingml/2006/main">
            <a:off x="3188970" y="508254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顧客へ3項目確認後、試行案を更新</a:t>
            </a:r>
          </a:p>
        </p:txBody>
      </p:sp>
      <p:sp>
        <p:nvSpPr>
          <p:cNvPr id="36" name="box-1241">
            <a:extLst xmlns:a="http://schemas.openxmlformats.org/drawingml/2006/main">
              <a:ext uri="{FF2B5EF4-FFF2-40B4-BE49-F238E27FC236}">
                <a16:creationId xmlns:a16="http://schemas.microsoft.com/office/drawing/2014/main" id="{2B4E8279-75EB-4EFB-8BF3-5FC6EA0E2D67}"/>
              </a:ext>
            </a:extLst>
          </p:cNvPr>
          <p:cNvSpPr>
            <a:spLocks xmlns:a="http://schemas.openxmlformats.org/drawingml/2006/main" noGrp="1"/>
          </p:cNvSpPr>
          <p:nvPr/>
        </p:nvSpPr>
        <p:spPr>
          <a:xfrm xmlns:a="http://schemas.openxmlformats.org/drawingml/2006/main">
            <a:off x="7347585" y="5015865"/>
            <a:ext cx="4253865" cy="88011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7" name="text-1242">
            <a:extLst xmlns:a="http://schemas.openxmlformats.org/drawingml/2006/main">
              <a:ext uri="{FF2B5EF4-FFF2-40B4-BE49-F238E27FC236}">
                <a16:creationId xmlns:a16="http://schemas.microsoft.com/office/drawing/2014/main" id="{6EA34B5E-E66F-4CB2-A25D-AA48EDFBC326}"/>
              </a:ext>
            </a:extLst>
          </p:cNvPr>
          <p:cNvSpPr>
            <a:spLocks xmlns:a="http://schemas.openxmlformats.org/drawingml/2006/main" noGrp="1"/>
          </p:cNvSpPr>
          <p:nvPr/>
        </p:nvSpPr>
        <p:spPr>
          <a:xfrm xmlns:a="http://schemas.openxmlformats.org/drawingml/2006/main">
            <a:off x="7442835" y="5082540"/>
            <a:ext cx="4063365" cy="746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営業担当</a:t>
            </a:r>
          </a:p>
        </p:txBody>
      </p:sp>
    </p:spTree>
    <p:extLst>
      <p:ext uri="{BB962C8B-B14F-4D97-AF65-F5344CB8AC3E}">
        <p14:creationId xmlns:p14="http://schemas.microsoft.com/office/powerpoint/2010/main" val="1263482209"/>
      </p:ext>
    </p:extLst>
  </p:cSld>
</p:sld>
</file>

<file path=ppt/slides/slide43.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1243">
            <a:extLst xmlns:a="http://schemas.openxmlformats.org/drawingml/2006/main">
              <a:ext uri="{FF2B5EF4-FFF2-40B4-BE49-F238E27FC236}">
                <a16:creationId xmlns:a16="http://schemas.microsoft.com/office/drawing/2014/main" id="{D435F4FF-6666-4FCF-B6CB-8726CEE749D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244">
            <a:extLst xmlns:a="http://schemas.openxmlformats.org/drawingml/2006/main">
              <a:ext uri="{FF2B5EF4-FFF2-40B4-BE49-F238E27FC236}">
                <a16:creationId xmlns:a16="http://schemas.microsoft.com/office/drawing/2014/main" id="{ADA921C7-B892-4671-84FE-459715A3B81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245">
            <a:extLst xmlns:a="http://schemas.openxmlformats.org/drawingml/2006/main">
              <a:ext uri="{FF2B5EF4-FFF2-40B4-BE49-F238E27FC236}">
                <a16:creationId xmlns:a16="http://schemas.microsoft.com/office/drawing/2014/main" id="{FD6A4F53-D407-41D9-8DE5-08BD871BCDB7}"/>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6｜AIの間違いを見抜き、直す</a:t>
            </a:r>
          </a:p>
        </p:txBody>
      </p:sp>
      <p:sp>
        <p:nvSpPr>
          <p:cNvPr id="4" name="box-1246">
            <a:extLst xmlns:a="http://schemas.openxmlformats.org/drawingml/2006/main">
              <a:ext uri="{FF2B5EF4-FFF2-40B4-BE49-F238E27FC236}">
                <a16:creationId xmlns:a16="http://schemas.microsoft.com/office/drawing/2014/main" id="{4ACE80DD-DFC0-45F7-A0F7-9C94EBA1C2C9}"/>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247">
            <a:extLst xmlns:a="http://schemas.openxmlformats.org/drawingml/2006/main">
              <a:ext uri="{FF2B5EF4-FFF2-40B4-BE49-F238E27FC236}">
                <a16:creationId xmlns:a16="http://schemas.microsoft.com/office/drawing/2014/main" id="{2A17E723-DDCF-44E1-BA88-FC3322FB0A1B}"/>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248">
            <a:extLst xmlns:a="http://schemas.openxmlformats.org/drawingml/2006/main">
              <a:ext uri="{FF2B5EF4-FFF2-40B4-BE49-F238E27FC236}">
                <a16:creationId xmlns:a16="http://schemas.microsoft.com/office/drawing/2014/main" id="{70893CDD-FE3F-478E-98A6-FD1296EC43E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要点｜誤りの型を知ると、確認の順番を固定できる</a:t>
            </a:r>
          </a:p>
        </p:txBody>
      </p:sp>
      <p:sp>
        <p:nvSpPr>
          <p:cNvPr id="7" name="text-1249">
            <a:extLst xmlns:a="http://schemas.openxmlformats.org/drawingml/2006/main">
              <a:ext uri="{FF2B5EF4-FFF2-40B4-BE49-F238E27FC236}">
                <a16:creationId xmlns:a16="http://schemas.microsoft.com/office/drawing/2014/main" id="{92C6E216-5C8E-4885-94B6-02F4CF2E7345}"/>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43</a:t>
            </a:r>
          </a:p>
        </p:txBody>
      </p:sp>
      <p:sp>
        <p:nvSpPr>
          <p:cNvPr id="8" name="text-1250">
            <a:extLst xmlns:a="http://schemas.openxmlformats.org/drawingml/2006/main">
              <a:ext uri="{FF2B5EF4-FFF2-40B4-BE49-F238E27FC236}">
                <a16:creationId xmlns:a16="http://schemas.microsoft.com/office/drawing/2014/main" id="{487675B2-A453-4469-B5DF-A8AA55FD660E}"/>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06</a:t>
            </a:r>
          </a:p>
        </p:txBody>
      </p:sp>
      <p:sp>
        <p:nvSpPr>
          <p:cNvPr id="9" name="text-1251">
            <a:extLst xmlns:a="http://schemas.openxmlformats.org/drawingml/2006/main">
              <a:ext uri="{FF2B5EF4-FFF2-40B4-BE49-F238E27FC236}">
                <a16:creationId xmlns:a16="http://schemas.microsoft.com/office/drawing/2014/main" id="{A1BC2A59-82F7-4C8E-BD7F-DEA28F57246A}"/>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6</a:t>
            </a:r>
          </a:p>
        </p:txBody>
      </p:sp>
      <p:sp>
        <p:nvSpPr>
          <p:cNvPr id="10" name="box-1252">
            <a:extLst xmlns:a="http://schemas.openxmlformats.org/drawingml/2006/main">
              <a:ext uri="{FF2B5EF4-FFF2-40B4-BE49-F238E27FC236}">
                <a16:creationId xmlns:a16="http://schemas.microsoft.com/office/drawing/2014/main" id="{FC04F568-BDC3-4B90-8A54-6409D407867C}"/>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1253">
            <a:extLst xmlns:a="http://schemas.openxmlformats.org/drawingml/2006/main">
              <a:ext uri="{FF2B5EF4-FFF2-40B4-BE49-F238E27FC236}">
                <a16:creationId xmlns:a16="http://schemas.microsoft.com/office/drawing/2014/main" id="{78A0D023-3295-40E3-B941-4A7DFDFE8140}"/>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1254">
            <a:extLst xmlns:a="http://schemas.openxmlformats.org/drawingml/2006/main">
              <a:ext uri="{FF2B5EF4-FFF2-40B4-BE49-F238E27FC236}">
                <a16:creationId xmlns:a16="http://schemas.microsoft.com/office/drawing/2014/main" id="{EED02BE0-2CD2-4801-B2C9-F348ACE7CA84}"/>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原文照合チェックリスト</a:t>
            </a:r>
          </a:p>
        </p:txBody>
      </p:sp>
      <p:sp>
        <p:nvSpPr>
          <p:cNvPr id="13" name="box-1255">
            <a:extLst xmlns:a="http://schemas.openxmlformats.org/drawingml/2006/main">
              <a:ext uri="{FF2B5EF4-FFF2-40B4-BE49-F238E27FC236}">
                <a16:creationId xmlns:a16="http://schemas.microsoft.com/office/drawing/2014/main" id="{ACC6653E-F49A-434D-AC66-8C40A53C0E4A}"/>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1256">
            <a:extLst xmlns:a="http://schemas.openxmlformats.org/drawingml/2006/main">
              <a:ext uri="{FF2B5EF4-FFF2-40B4-BE49-F238E27FC236}">
                <a16:creationId xmlns:a16="http://schemas.microsoft.com/office/drawing/2014/main" id="{C75554BF-F705-46AC-A070-54078F195DB4}"/>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1257">
            <a:extLst xmlns:a="http://schemas.openxmlformats.org/drawingml/2006/main">
              <a:ext uri="{FF2B5EF4-FFF2-40B4-BE49-F238E27FC236}">
                <a16:creationId xmlns:a16="http://schemas.microsoft.com/office/drawing/2014/main" id="{A9BFC383-F0C7-4974-B5F0-4189F4541A41}"/>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補完</a:t>
            </a:r>
          </a:p>
        </p:txBody>
      </p:sp>
      <p:sp>
        <p:nvSpPr>
          <p:cNvPr id="16" name="box-1258">
            <a:extLst xmlns:a="http://schemas.openxmlformats.org/drawingml/2006/main">
              <a:ext uri="{FF2B5EF4-FFF2-40B4-BE49-F238E27FC236}">
                <a16:creationId xmlns:a16="http://schemas.microsoft.com/office/drawing/2014/main" id="{08855B17-1BD6-4C52-879B-2EEB12919820}"/>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1259">
            <a:extLst xmlns:a="http://schemas.openxmlformats.org/drawingml/2006/main">
              <a:ext uri="{FF2B5EF4-FFF2-40B4-BE49-F238E27FC236}">
                <a16:creationId xmlns:a16="http://schemas.microsoft.com/office/drawing/2014/main" id="{D3E91A8A-D2A4-496F-BA96-F99A925FF66A}"/>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1260">
            <a:extLst xmlns:a="http://schemas.openxmlformats.org/drawingml/2006/main">
              <a:ext uri="{FF2B5EF4-FFF2-40B4-BE49-F238E27FC236}">
                <a16:creationId xmlns:a16="http://schemas.microsoft.com/office/drawing/2014/main" id="{0A5CC9CD-FC37-4CBD-B211-941FD17A3129}"/>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事実化</a:t>
            </a:r>
          </a:p>
        </p:txBody>
      </p:sp>
      <p:sp>
        <p:nvSpPr>
          <p:cNvPr id="19" name="box-1261">
            <a:extLst xmlns:a="http://schemas.openxmlformats.org/drawingml/2006/main">
              <a:ext uri="{FF2B5EF4-FFF2-40B4-BE49-F238E27FC236}">
                <a16:creationId xmlns:a16="http://schemas.microsoft.com/office/drawing/2014/main" id="{E153938C-08E3-4E70-9276-954DA647B183}"/>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1262">
            <a:extLst xmlns:a="http://schemas.openxmlformats.org/drawingml/2006/main">
              <a:ext uri="{FF2B5EF4-FFF2-40B4-BE49-F238E27FC236}">
                <a16:creationId xmlns:a16="http://schemas.microsoft.com/office/drawing/2014/main" id="{93C671BE-E757-4EEE-BD33-3907E1E18A81}"/>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1263">
            <a:extLst xmlns:a="http://schemas.openxmlformats.org/drawingml/2006/main">
              <a:ext uri="{FF2B5EF4-FFF2-40B4-BE49-F238E27FC236}">
                <a16:creationId xmlns:a16="http://schemas.microsoft.com/office/drawing/2014/main" id="{3455F3D5-34C9-4E0F-808C-53AE54B3CB94}"/>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断定</a:t>
            </a:r>
          </a:p>
        </p:txBody>
      </p:sp>
      <p:sp>
        <p:nvSpPr>
          <p:cNvPr id="22" name="box-1264">
            <a:extLst xmlns:a="http://schemas.openxmlformats.org/drawingml/2006/main">
              <a:ext uri="{FF2B5EF4-FFF2-40B4-BE49-F238E27FC236}">
                <a16:creationId xmlns:a16="http://schemas.microsoft.com/office/drawing/2014/main" id="{ADD7A543-311C-4E78-843B-738BD5F577C1}"/>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1265">
            <a:extLst xmlns:a="http://schemas.openxmlformats.org/drawingml/2006/main">
              <a:ext uri="{FF2B5EF4-FFF2-40B4-BE49-F238E27FC236}">
                <a16:creationId xmlns:a16="http://schemas.microsoft.com/office/drawing/2014/main" id="{3DC55099-D014-4653-9616-DF53FE7D5EE6}"/>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誤りの型を知ると、確認の順番を固定できる</a:t>
            </a:r>
          </a:p>
        </p:txBody>
      </p:sp>
    </p:spTree>
    <p:extLst>
      <p:ext uri="{BB962C8B-B14F-4D97-AF65-F5344CB8AC3E}">
        <p14:creationId xmlns:p14="http://schemas.microsoft.com/office/powerpoint/2010/main" val="1340876660"/>
      </p:ext>
    </p:extLst>
  </p:cSld>
</p:sld>
</file>

<file path=ppt/slides/slide4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8" name="box-1266">
            <a:extLst xmlns:a="http://schemas.openxmlformats.org/drawingml/2006/main">
              <a:ext uri="{FF2B5EF4-FFF2-40B4-BE49-F238E27FC236}">
                <a16:creationId xmlns:a16="http://schemas.microsoft.com/office/drawing/2014/main" id="{8A7EA8EE-4FF1-4339-98C2-318E262450E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267">
            <a:extLst xmlns:a="http://schemas.openxmlformats.org/drawingml/2006/main">
              <a:ext uri="{FF2B5EF4-FFF2-40B4-BE49-F238E27FC236}">
                <a16:creationId xmlns:a16="http://schemas.microsoft.com/office/drawing/2014/main" id="{BC52AFA4-E581-4289-845D-2E95CFDCE4AB}"/>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268">
            <a:extLst xmlns:a="http://schemas.openxmlformats.org/drawingml/2006/main">
              <a:ext uri="{FF2B5EF4-FFF2-40B4-BE49-F238E27FC236}">
                <a16:creationId xmlns:a16="http://schemas.microsoft.com/office/drawing/2014/main" id="{3BDCA749-FFCF-4EA6-8539-FA3CB9D2166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AIは、空欄を自然に埋める方向へ働きます</a:t>
            </a:r>
          </a:p>
        </p:txBody>
      </p:sp>
      <p:sp>
        <p:nvSpPr>
          <p:cNvPr id="4" name="box-1269">
            <a:extLst xmlns:a="http://schemas.openxmlformats.org/drawingml/2006/main">
              <a:ext uri="{FF2B5EF4-FFF2-40B4-BE49-F238E27FC236}">
                <a16:creationId xmlns:a16="http://schemas.microsoft.com/office/drawing/2014/main" id="{649E8ABC-017F-40BD-B63C-F4FCB8DD2139}"/>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270">
            <a:extLst xmlns:a="http://schemas.openxmlformats.org/drawingml/2006/main">
              <a:ext uri="{FF2B5EF4-FFF2-40B4-BE49-F238E27FC236}">
                <a16:creationId xmlns:a16="http://schemas.microsoft.com/office/drawing/2014/main" id="{66B00135-2AB3-497A-83CB-3B690DBA858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271">
            <a:extLst xmlns:a="http://schemas.openxmlformats.org/drawingml/2006/main">
              <a:ext uri="{FF2B5EF4-FFF2-40B4-BE49-F238E27FC236}">
                <a16:creationId xmlns:a16="http://schemas.microsoft.com/office/drawing/2014/main" id="{2CB4D72C-83A3-45BB-BD0E-2301DF9EBCC4}"/>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要点｜読みやすさのための補完が、業務記録では誤りになる</a:t>
            </a:r>
          </a:p>
        </p:txBody>
      </p:sp>
      <p:sp>
        <p:nvSpPr>
          <p:cNvPr id="7" name="text-1272">
            <a:extLst xmlns:a="http://schemas.openxmlformats.org/drawingml/2006/main">
              <a:ext uri="{FF2B5EF4-FFF2-40B4-BE49-F238E27FC236}">
                <a16:creationId xmlns:a16="http://schemas.microsoft.com/office/drawing/2014/main" id="{2F9F084D-CE9C-49E6-AE5B-5CD4126D5CAB}"/>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44</a:t>
            </a:r>
          </a:p>
        </p:txBody>
      </p:sp>
      <p:sp>
        <p:nvSpPr>
          <p:cNvPr id="8" name="box-1273">
            <a:extLst xmlns:a="http://schemas.openxmlformats.org/drawingml/2006/main">
              <a:ext uri="{FF2B5EF4-FFF2-40B4-BE49-F238E27FC236}">
                <a16:creationId xmlns:a16="http://schemas.microsoft.com/office/drawing/2014/main" id="{16F6850D-127C-47AE-A5AE-F88EC7CC078B}"/>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1274">
            <a:extLst xmlns:a="http://schemas.openxmlformats.org/drawingml/2006/main">
              <a:ext uri="{FF2B5EF4-FFF2-40B4-BE49-F238E27FC236}">
                <a16:creationId xmlns:a16="http://schemas.microsoft.com/office/drawing/2014/main" id="{E98FBBF6-2EF4-4B4F-AAD5-5EB75A8A660E}"/>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AIが作りがちな文</a:t>
            </a:r>
          </a:p>
        </p:txBody>
      </p:sp>
      <p:sp>
        <p:nvSpPr>
          <p:cNvPr id="10" name="box-1275">
            <a:extLst xmlns:a="http://schemas.openxmlformats.org/drawingml/2006/main">
              <a:ext uri="{FF2B5EF4-FFF2-40B4-BE49-F238E27FC236}">
                <a16:creationId xmlns:a16="http://schemas.microsoft.com/office/drawing/2014/main" id="{B1A5A25E-5416-4783-8DF3-A165595B3DE0}"/>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1276">
            <a:extLst xmlns:a="http://schemas.openxmlformats.org/drawingml/2006/main">
              <a:ext uri="{FF2B5EF4-FFF2-40B4-BE49-F238E27FC236}">
                <a16:creationId xmlns:a16="http://schemas.microsoft.com/office/drawing/2014/main" id="{CA0279CD-07C8-49E4-86EE-87C5B26BB102}"/>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1277">
            <a:extLst xmlns:a="http://schemas.openxmlformats.org/drawingml/2006/main">
              <a:ext uri="{FF2B5EF4-FFF2-40B4-BE49-F238E27FC236}">
                <a16:creationId xmlns:a16="http://schemas.microsoft.com/office/drawing/2014/main" id="{1A9BDD8C-D0BD-4A7B-80A2-7CEDFB8DF0CD}"/>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1278">
            <a:extLst xmlns:a="http://schemas.openxmlformats.org/drawingml/2006/main">
              <a:ext uri="{FF2B5EF4-FFF2-40B4-BE49-F238E27FC236}">
                <a16:creationId xmlns:a16="http://schemas.microsoft.com/office/drawing/2014/main" id="{49BE5C0A-8626-451B-9D54-598B0996F472}"/>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一般的な背景を追加</a:t>
            </a:r>
          </a:p>
        </p:txBody>
      </p:sp>
      <p:sp>
        <p:nvSpPr>
          <p:cNvPr id="14" name="box-1279">
            <a:extLst xmlns:a="http://schemas.openxmlformats.org/drawingml/2006/main">
              <a:ext uri="{FF2B5EF4-FFF2-40B4-BE49-F238E27FC236}">
                <a16:creationId xmlns:a16="http://schemas.microsoft.com/office/drawing/2014/main" id="{D1D9B58C-79A2-4958-A931-FDA415D32F38}"/>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1280">
            <a:extLst xmlns:a="http://schemas.openxmlformats.org/drawingml/2006/main">
              <a:ext uri="{FF2B5EF4-FFF2-40B4-BE49-F238E27FC236}">
                <a16:creationId xmlns:a16="http://schemas.microsoft.com/office/drawing/2014/main" id="{4BE98FE8-CAC7-4480-8A4A-CE14F899382B}"/>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1281">
            <a:extLst xmlns:a="http://schemas.openxmlformats.org/drawingml/2006/main">
              <a:ext uri="{FF2B5EF4-FFF2-40B4-BE49-F238E27FC236}">
                <a16:creationId xmlns:a16="http://schemas.microsoft.com/office/drawing/2014/main" id="{82C619DC-D4A0-480D-A08A-B325A31CA215}"/>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原因を一つに整理</a:t>
            </a:r>
          </a:p>
        </p:txBody>
      </p:sp>
      <p:sp>
        <p:nvSpPr>
          <p:cNvPr id="17" name="box-1282">
            <a:extLst xmlns:a="http://schemas.openxmlformats.org/drawingml/2006/main">
              <a:ext uri="{FF2B5EF4-FFF2-40B4-BE49-F238E27FC236}">
                <a16:creationId xmlns:a16="http://schemas.microsoft.com/office/drawing/2014/main" id="{809C7C4C-6408-48CF-9D2D-BD67373558B7}"/>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1283">
            <a:extLst xmlns:a="http://schemas.openxmlformats.org/drawingml/2006/main">
              <a:ext uri="{FF2B5EF4-FFF2-40B4-BE49-F238E27FC236}">
                <a16:creationId xmlns:a16="http://schemas.microsoft.com/office/drawing/2014/main" id="{E7537F31-303A-48DD-A608-BBFB700BDE52}"/>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1284">
            <a:extLst xmlns:a="http://schemas.openxmlformats.org/drawingml/2006/main">
              <a:ext uri="{FF2B5EF4-FFF2-40B4-BE49-F238E27FC236}">
                <a16:creationId xmlns:a16="http://schemas.microsoft.com/office/drawing/2014/main" id="{9F3EFB9F-D3E5-4494-938C-1EE6D12AF160}"/>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担当者を割り当て</a:t>
            </a:r>
          </a:p>
        </p:txBody>
      </p:sp>
      <p:sp>
        <p:nvSpPr>
          <p:cNvPr id="20" name="box-1285">
            <a:extLst xmlns:a="http://schemas.openxmlformats.org/drawingml/2006/main">
              <a:ext uri="{FF2B5EF4-FFF2-40B4-BE49-F238E27FC236}">
                <a16:creationId xmlns:a16="http://schemas.microsoft.com/office/drawing/2014/main" id="{2FC00ACD-D83E-4A93-ACD3-8E9C69FFB06E}"/>
              </a:ext>
            </a:extLst>
          </p:cNvPr>
          <p:cNvSpPr>
            <a:spLocks xmlns:a="http://schemas.openxmlformats.org/drawingml/2006/main" noGrp="1"/>
          </p:cNvSpPr>
          <p:nvPr/>
        </p:nvSpPr>
        <p:spPr>
          <a:xfrm xmlns:a="http://schemas.openxmlformats.org/drawingml/2006/main">
            <a:off x="80010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1" name="box-1286">
            <a:extLst xmlns:a="http://schemas.openxmlformats.org/drawingml/2006/main">
              <a:ext uri="{FF2B5EF4-FFF2-40B4-BE49-F238E27FC236}">
                <a16:creationId xmlns:a16="http://schemas.microsoft.com/office/drawing/2014/main" id="{453E03DC-694C-466E-92C4-A7B616532BAE}"/>
              </a:ext>
            </a:extLst>
          </p:cNvPr>
          <p:cNvSpPr>
            <a:spLocks xmlns:a="http://schemas.openxmlformats.org/drawingml/2006/main" noGrp="1"/>
          </p:cNvSpPr>
          <p:nvPr/>
        </p:nvSpPr>
        <p:spPr>
          <a:xfrm xmlns:a="http://schemas.openxmlformats.org/drawingml/2006/main">
            <a:off x="952500" y="50387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22" name="text-1287">
            <a:extLst xmlns:a="http://schemas.openxmlformats.org/drawingml/2006/main">
              <a:ext uri="{FF2B5EF4-FFF2-40B4-BE49-F238E27FC236}">
                <a16:creationId xmlns:a16="http://schemas.microsoft.com/office/drawing/2014/main" id="{B7957348-6A74-44B9-8452-E71060EE529C}"/>
              </a:ext>
            </a:extLst>
          </p:cNvPr>
          <p:cNvSpPr>
            <a:spLocks xmlns:a="http://schemas.openxmlformats.org/drawingml/2006/main" noGrp="1"/>
          </p:cNvSpPr>
          <p:nvPr/>
        </p:nvSpPr>
        <p:spPr>
          <a:xfrm xmlns:a="http://schemas.openxmlformats.org/drawingml/2006/main">
            <a:off x="116205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日付を近い候補へ統一</a:t>
            </a:r>
          </a:p>
        </p:txBody>
      </p:sp>
      <p:sp>
        <p:nvSpPr>
          <p:cNvPr id="23" name="box-1288">
            <a:extLst xmlns:a="http://schemas.openxmlformats.org/drawingml/2006/main">
              <a:ext uri="{FF2B5EF4-FFF2-40B4-BE49-F238E27FC236}">
                <a16:creationId xmlns:a16="http://schemas.microsoft.com/office/drawing/2014/main" id="{BAEEB8B2-DDE7-4A33-8F7B-A834EE850D9E}"/>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4" name="text-1289">
            <a:extLst xmlns:a="http://schemas.openxmlformats.org/drawingml/2006/main">
              <a:ext uri="{FF2B5EF4-FFF2-40B4-BE49-F238E27FC236}">
                <a16:creationId xmlns:a16="http://schemas.microsoft.com/office/drawing/2014/main" id="{4338494B-8EC2-4EC9-A8E3-CFD214567442}"/>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業務記録の正解</a:t>
            </a:r>
          </a:p>
        </p:txBody>
      </p:sp>
      <p:sp>
        <p:nvSpPr>
          <p:cNvPr id="25" name="box-1290">
            <a:extLst xmlns:a="http://schemas.openxmlformats.org/drawingml/2006/main">
              <a:ext uri="{FF2B5EF4-FFF2-40B4-BE49-F238E27FC236}">
                <a16:creationId xmlns:a16="http://schemas.microsoft.com/office/drawing/2014/main" id="{DEBDC5C0-5A7C-47D7-A162-F9893845EE11}"/>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6" name="box-1291">
            <a:extLst xmlns:a="http://schemas.openxmlformats.org/drawingml/2006/main">
              <a:ext uri="{FF2B5EF4-FFF2-40B4-BE49-F238E27FC236}">
                <a16:creationId xmlns:a16="http://schemas.microsoft.com/office/drawing/2014/main" id="{72F65222-3EAE-4F78-BF9B-257EC593122F}"/>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1292">
            <a:extLst xmlns:a="http://schemas.openxmlformats.org/drawingml/2006/main">
              <a:ext uri="{FF2B5EF4-FFF2-40B4-BE49-F238E27FC236}">
                <a16:creationId xmlns:a16="http://schemas.microsoft.com/office/drawing/2014/main" id="{F44F9565-1F51-4665-A11E-57AEC38B7C11}"/>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1293">
            <a:extLst xmlns:a="http://schemas.openxmlformats.org/drawingml/2006/main">
              <a:ext uri="{FF2B5EF4-FFF2-40B4-BE49-F238E27FC236}">
                <a16:creationId xmlns:a16="http://schemas.microsoft.com/office/drawing/2014/main" id="{2CBD8194-EE37-4F8B-BB8E-A394B5D110A9}"/>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原資料のみ</a:t>
            </a:r>
          </a:p>
        </p:txBody>
      </p:sp>
      <p:sp>
        <p:nvSpPr>
          <p:cNvPr id="29" name="box-1294">
            <a:extLst xmlns:a="http://schemas.openxmlformats.org/drawingml/2006/main">
              <a:ext uri="{FF2B5EF4-FFF2-40B4-BE49-F238E27FC236}">
                <a16:creationId xmlns:a16="http://schemas.microsoft.com/office/drawing/2014/main" id="{9EF5CD3B-6AC6-4E03-9C54-0694E7592B3C}"/>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1295">
            <a:extLst xmlns:a="http://schemas.openxmlformats.org/drawingml/2006/main">
              <a:ext uri="{FF2B5EF4-FFF2-40B4-BE49-F238E27FC236}">
                <a16:creationId xmlns:a16="http://schemas.microsoft.com/office/drawing/2014/main" id="{917E19F4-403D-48AA-822C-7DBDA72C3962}"/>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1296">
            <a:extLst xmlns:a="http://schemas.openxmlformats.org/drawingml/2006/main">
              <a:ext uri="{FF2B5EF4-FFF2-40B4-BE49-F238E27FC236}">
                <a16:creationId xmlns:a16="http://schemas.microsoft.com/office/drawing/2014/main" id="{C0989834-D73D-48CF-AAC2-BF10D16605BF}"/>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原因は仮説</a:t>
            </a:r>
          </a:p>
        </p:txBody>
      </p:sp>
      <p:sp>
        <p:nvSpPr>
          <p:cNvPr id="32" name="box-1297">
            <a:extLst xmlns:a="http://schemas.openxmlformats.org/drawingml/2006/main">
              <a:ext uri="{FF2B5EF4-FFF2-40B4-BE49-F238E27FC236}">
                <a16:creationId xmlns:a16="http://schemas.microsoft.com/office/drawing/2014/main" id="{252AC520-A2A5-4B97-9ADB-EABE27089840}"/>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3" name="box-1298">
            <a:extLst xmlns:a="http://schemas.openxmlformats.org/drawingml/2006/main">
              <a:ext uri="{FF2B5EF4-FFF2-40B4-BE49-F238E27FC236}">
                <a16:creationId xmlns:a16="http://schemas.microsoft.com/office/drawing/2014/main" id="{DB562D35-C170-4C38-B0B9-91C94A33407B}"/>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4" name="text-1299">
            <a:extLst xmlns:a="http://schemas.openxmlformats.org/drawingml/2006/main">
              <a:ext uri="{FF2B5EF4-FFF2-40B4-BE49-F238E27FC236}">
                <a16:creationId xmlns:a16="http://schemas.microsoft.com/office/drawing/2014/main" id="{2979627E-523D-484F-8046-66B06FEC0BE8}"/>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担当者は未確認</a:t>
            </a:r>
          </a:p>
        </p:txBody>
      </p:sp>
      <p:sp>
        <p:nvSpPr>
          <p:cNvPr id="35" name="box-1300">
            <a:extLst xmlns:a="http://schemas.openxmlformats.org/drawingml/2006/main">
              <a:ext uri="{FF2B5EF4-FFF2-40B4-BE49-F238E27FC236}">
                <a16:creationId xmlns:a16="http://schemas.microsoft.com/office/drawing/2014/main" id="{A75A3408-040E-402E-B3F2-6D63D917441A}"/>
              </a:ext>
            </a:extLst>
          </p:cNvPr>
          <p:cNvSpPr>
            <a:spLocks xmlns:a="http://schemas.openxmlformats.org/drawingml/2006/main" noGrp="1"/>
          </p:cNvSpPr>
          <p:nvPr/>
        </p:nvSpPr>
        <p:spPr>
          <a:xfrm xmlns:a="http://schemas.openxmlformats.org/drawingml/2006/main">
            <a:off x="6419850" y="47434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6" name="box-1301">
            <a:extLst xmlns:a="http://schemas.openxmlformats.org/drawingml/2006/main">
              <a:ext uri="{FF2B5EF4-FFF2-40B4-BE49-F238E27FC236}">
                <a16:creationId xmlns:a16="http://schemas.microsoft.com/office/drawing/2014/main" id="{7683BA24-0EDF-4431-8189-D8E8DE87BB15}"/>
              </a:ext>
            </a:extLst>
          </p:cNvPr>
          <p:cNvSpPr>
            <a:spLocks xmlns:a="http://schemas.openxmlformats.org/drawingml/2006/main" noGrp="1"/>
          </p:cNvSpPr>
          <p:nvPr/>
        </p:nvSpPr>
        <p:spPr>
          <a:xfrm xmlns:a="http://schemas.openxmlformats.org/drawingml/2006/main">
            <a:off x="6572250" y="50387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7" name="text-1302">
            <a:extLst xmlns:a="http://schemas.openxmlformats.org/drawingml/2006/main">
              <a:ext uri="{FF2B5EF4-FFF2-40B4-BE49-F238E27FC236}">
                <a16:creationId xmlns:a16="http://schemas.microsoft.com/office/drawing/2014/main" id="{D4227913-DC1D-4500-AFAC-CBBF61F2C668}"/>
              </a:ext>
            </a:extLst>
          </p:cNvPr>
          <p:cNvSpPr>
            <a:spLocks xmlns:a="http://schemas.openxmlformats.org/drawingml/2006/main" noGrp="1"/>
          </p:cNvSpPr>
          <p:nvPr/>
        </p:nvSpPr>
        <p:spPr>
          <a:xfrm xmlns:a="http://schemas.openxmlformats.org/drawingml/2006/main">
            <a:off x="6781800" y="48101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矛盾は両方表示</a:t>
            </a:r>
          </a:p>
        </p:txBody>
      </p:sp>
    </p:spTree>
    <p:extLst>
      <p:ext uri="{BB962C8B-B14F-4D97-AF65-F5344CB8AC3E}">
        <p14:creationId xmlns:p14="http://schemas.microsoft.com/office/powerpoint/2010/main" val="1357596327"/>
      </p:ext>
    </p:extLst>
  </p:cSld>
</p:sld>
</file>

<file path=ppt/slides/slide4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6" name="box-1303">
            <a:extLst xmlns:a="http://schemas.openxmlformats.org/drawingml/2006/main">
              <a:ext uri="{FF2B5EF4-FFF2-40B4-BE49-F238E27FC236}">
                <a16:creationId xmlns:a16="http://schemas.microsoft.com/office/drawing/2014/main" id="{F1CE8B6C-8985-4AFC-ABCB-76F06DC7EC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304">
            <a:extLst xmlns:a="http://schemas.openxmlformats.org/drawingml/2006/main">
              <a:ext uri="{FF2B5EF4-FFF2-40B4-BE49-F238E27FC236}">
                <a16:creationId xmlns:a16="http://schemas.microsoft.com/office/drawing/2014/main" id="{EAC6D8C7-15F6-4928-9296-362B43675D08}"/>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305">
            <a:extLst xmlns:a="http://schemas.openxmlformats.org/drawingml/2006/main">
              <a:ext uri="{FF2B5EF4-FFF2-40B4-BE49-F238E27FC236}">
                <a16:creationId xmlns:a16="http://schemas.microsoft.com/office/drawing/2014/main" id="{D267EC16-24B6-415D-8E53-CEF02281EC8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要望を、決定事項へ変えません</a:t>
            </a:r>
          </a:p>
        </p:txBody>
      </p:sp>
      <p:sp>
        <p:nvSpPr>
          <p:cNvPr id="4" name="box-1306">
            <a:extLst xmlns:a="http://schemas.openxmlformats.org/drawingml/2006/main">
              <a:ext uri="{FF2B5EF4-FFF2-40B4-BE49-F238E27FC236}">
                <a16:creationId xmlns:a16="http://schemas.microsoft.com/office/drawing/2014/main" id="{7F109BF3-7311-405A-A1C6-BAE57E0844C4}"/>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307">
            <a:extLst xmlns:a="http://schemas.openxmlformats.org/drawingml/2006/main">
              <a:ext uri="{FF2B5EF4-FFF2-40B4-BE49-F238E27FC236}">
                <a16:creationId xmlns:a16="http://schemas.microsoft.com/office/drawing/2014/main" id="{CC074427-B6D4-4F0A-8454-E5C1E4CF564D}"/>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308">
            <a:extLst xmlns:a="http://schemas.openxmlformats.org/drawingml/2006/main">
              <a:ext uri="{FF2B5EF4-FFF2-40B4-BE49-F238E27FC236}">
                <a16:creationId xmlns:a16="http://schemas.microsoft.com/office/drawing/2014/main" id="{4D22A7B0-17E2-48AE-9B05-5A7C92F3E21F}"/>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要点｜『したい』『検討する』『決めた』を別の状態として扱う</a:t>
            </a:r>
          </a:p>
        </p:txBody>
      </p:sp>
      <p:sp>
        <p:nvSpPr>
          <p:cNvPr id="7" name="text-1309">
            <a:extLst xmlns:a="http://schemas.openxmlformats.org/drawingml/2006/main">
              <a:ext uri="{FF2B5EF4-FFF2-40B4-BE49-F238E27FC236}">
                <a16:creationId xmlns:a16="http://schemas.microsoft.com/office/drawing/2014/main" id="{338BACAD-B90C-4394-8321-548A649A17A1}"/>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45</a:t>
            </a:r>
          </a:p>
        </p:txBody>
      </p:sp>
      <p:sp>
        <p:nvSpPr>
          <p:cNvPr id="8" name="box-1310">
            <a:extLst xmlns:a="http://schemas.openxmlformats.org/drawingml/2006/main">
              <a:ext uri="{FF2B5EF4-FFF2-40B4-BE49-F238E27FC236}">
                <a16:creationId xmlns:a16="http://schemas.microsoft.com/office/drawing/2014/main" id="{4ABDE444-59FD-4C8A-8473-CA9EEAACC7A2}"/>
              </a:ext>
            </a:extLst>
          </p:cNvPr>
          <p:cNvSpPr>
            <a:spLocks xmlns:a="http://schemas.openxmlformats.org/drawingml/2006/main" noGrp="1"/>
          </p:cNvSpPr>
          <p:nvPr/>
        </p:nvSpPr>
        <p:spPr>
          <a:xfrm xmlns:a="http://schemas.openxmlformats.org/drawingml/2006/main">
            <a:off x="552450" y="1495425"/>
            <a:ext cx="2541270" cy="146685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311">
            <a:extLst xmlns:a="http://schemas.openxmlformats.org/drawingml/2006/main">
              <a:ext uri="{FF2B5EF4-FFF2-40B4-BE49-F238E27FC236}">
                <a16:creationId xmlns:a16="http://schemas.microsoft.com/office/drawing/2014/main" id="{038DC247-7C71-4246-BD8C-EC0B131101CF}"/>
              </a:ext>
            </a:extLst>
          </p:cNvPr>
          <p:cNvSpPr>
            <a:spLocks xmlns:a="http://schemas.openxmlformats.org/drawingml/2006/main" noGrp="1"/>
          </p:cNvSpPr>
          <p:nvPr/>
        </p:nvSpPr>
        <p:spPr>
          <a:xfrm xmlns:a="http://schemas.openxmlformats.org/drawingml/2006/main">
            <a:off x="647700" y="1562100"/>
            <a:ext cx="235077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原文</a:t>
            </a:r>
          </a:p>
        </p:txBody>
      </p:sp>
      <p:sp>
        <p:nvSpPr>
          <p:cNvPr id="10" name="box-1312">
            <a:extLst xmlns:a="http://schemas.openxmlformats.org/drawingml/2006/main">
              <a:ext uri="{FF2B5EF4-FFF2-40B4-BE49-F238E27FC236}">
                <a16:creationId xmlns:a16="http://schemas.microsoft.com/office/drawing/2014/main" id="{5C8CF195-CB66-4719-98A4-D133CAFB87EF}"/>
              </a:ext>
            </a:extLst>
          </p:cNvPr>
          <p:cNvSpPr>
            <a:spLocks xmlns:a="http://schemas.openxmlformats.org/drawingml/2006/main" noGrp="1"/>
          </p:cNvSpPr>
          <p:nvPr/>
        </p:nvSpPr>
        <p:spPr>
          <a:xfrm xmlns:a="http://schemas.openxmlformats.org/drawingml/2006/main">
            <a:off x="3093720" y="1495425"/>
            <a:ext cx="4253865" cy="146685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313">
            <a:extLst xmlns:a="http://schemas.openxmlformats.org/drawingml/2006/main">
              <a:ext uri="{FF2B5EF4-FFF2-40B4-BE49-F238E27FC236}">
                <a16:creationId xmlns:a16="http://schemas.microsoft.com/office/drawing/2014/main" id="{57506102-41B4-497C-A2B6-02CD4652A939}"/>
              </a:ext>
            </a:extLst>
          </p:cNvPr>
          <p:cNvSpPr>
            <a:spLocks xmlns:a="http://schemas.openxmlformats.org/drawingml/2006/main" noGrp="1"/>
          </p:cNvSpPr>
          <p:nvPr/>
        </p:nvSpPr>
        <p:spPr>
          <a:xfrm xmlns:a="http://schemas.openxmlformats.org/drawingml/2006/main">
            <a:off x="3188970" y="156210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誤った整理</a:t>
            </a:r>
          </a:p>
        </p:txBody>
      </p:sp>
      <p:sp>
        <p:nvSpPr>
          <p:cNvPr id="12" name="box-1314">
            <a:extLst xmlns:a="http://schemas.openxmlformats.org/drawingml/2006/main">
              <a:ext uri="{FF2B5EF4-FFF2-40B4-BE49-F238E27FC236}">
                <a16:creationId xmlns:a16="http://schemas.microsoft.com/office/drawing/2014/main" id="{701E6C89-2FB0-40AB-9752-A835ECE67549}"/>
              </a:ext>
            </a:extLst>
          </p:cNvPr>
          <p:cNvSpPr>
            <a:spLocks xmlns:a="http://schemas.openxmlformats.org/drawingml/2006/main" noGrp="1"/>
          </p:cNvSpPr>
          <p:nvPr/>
        </p:nvSpPr>
        <p:spPr>
          <a:xfrm xmlns:a="http://schemas.openxmlformats.org/drawingml/2006/main">
            <a:off x="7347585" y="1495425"/>
            <a:ext cx="4253865" cy="1466850"/>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315">
            <a:extLst xmlns:a="http://schemas.openxmlformats.org/drawingml/2006/main">
              <a:ext uri="{FF2B5EF4-FFF2-40B4-BE49-F238E27FC236}">
                <a16:creationId xmlns:a16="http://schemas.microsoft.com/office/drawing/2014/main" id="{D56601E7-E1FA-4050-A026-A358878D1E71}"/>
              </a:ext>
            </a:extLst>
          </p:cNvPr>
          <p:cNvSpPr>
            <a:spLocks xmlns:a="http://schemas.openxmlformats.org/drawingml/2006/main" noGrp="1"/>
          </p:cNvSpPr>
          <p:nvPr/>
        </p:nvSpPr>
        <p:spPr>
          <a:xfrm xmlns:a="http://schemas.openxmlformats.org/drawingml/2006/main">
            <a:off x="7442835" y="156210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正しい扱い</a:t>
            </a:r>
          </a:p>
        </p:txBody>
      </p:sp>
      <p:sp>
        <p:nvSpPr>
          <p:cNvPr id="14" name="box-1316">
            <a:extLst xmlns:a="http://schemas.openxmlformats.org/drawingml/2006/main">
              <a:ext uri="{FF2B5EF4-FFF2-40B4-BE49-F238E27FC236}">
                <a16:creationId xmlns:a16="http://schemas.microsoft.com/office/drawing/2014/main" id="{00CD2E57-350F-4704-8AD1-4AFF296C6502}"/>
              </a:ext>
            </a:extLst>
          </p:cNvPr>
          <p:cNvSpPr>
            <a:spLocks xmlns:a="http://schemas.openxmlformats.org/drawingml/2006/main" noGrp="1"/>
          </p:cNvSpPr>
          <p:nvPr/>
        </p:nvSpPr>
        <p:spPr>
          <a:xfrm xmlns:a="http://schemas.openxmlformats.org/drawingml/2006/main">
            <a:off x="552450" y="2962275"/>
            <a:ext cx="254127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317">
            <a:extLst xmlns:a="http://schemas.openxmlformats.org/drawingml/2006/main">
              <a:ext uri="{FF2B5EF4-FFF2-40B4-BE49-F238E27FC236}">
                <a16:creationId xmlns:a16="http://schemas.microsoft.com/office/drawing/2014/main" id="{9950575A-585F-488C-A12C-05DC648923B4}"/>
              </a:ext>
            </a:extLst>
          </p:cNvPr>
          <p:cNvSpPr>
            <a:spLocks xmlns:a="http://schemas.openxmlformats.org/drawingml/2006/main" noGrp="1"/>
          </p:cNvSpPr>
          <p:nvPr/>
        </p:nvSpPr>
        <p:spPr>
          <a:xfrm xmlns:a="http://schemas.openxmlformats.org/drawingml/2006/main">
            <a:off x="647700" y="3028950"/>
            <a:ext cx="235077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まず一拠点で試したい</a:t>
            </a:r>
          </a:p>
        </p:txBody>
      </p:sp>
      <p:sp>
        <p:nvSpPr>
          <p:cNvPr id="16" name="box-1318">
            <a:extLst xmlns:a="http://schemas.openxmlformats.org/drawingml/2006/main">
              <a:ext uri="{FF2B5EF4-FFF2-40B4-BE49-F238E27FC236}">
                <a16:creationId xmlns:a16="http://schemas.microsoft.com/office/drawing/2014/main" id="{F55D6477-F7B1-44F9-ADEC-134B67B4AFE2}"/>
              </a:ext>
            </a:extLst>
          </p:cNvPr>
          <p:cNvSpPr>
            <a:spLocks xmlns:a="http://schemas.openxmlformats.org/drawingml/2006/main" noGrp="1"/>
          </p:cNvSpPr>
          <p:nvPr/>
        </p:nvSpPr>
        <p:spPr>
          <a:xfrm xmlns:a="http://schemas.openxmlformats.org/drawingml/2006/main">
            <a:off x="3093720" y="2962275"/>
            <a:ext cx="4253865"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319">
            <a:extLst xmlns:a="http://schemas.openxmlformats.org/drawingml/2006/main">
              <a:ext uri="{FF2B5EF4-FFF2-40B4-BE49-F238E27FC236}">
                <a16:creationId xmlns:a16="http://schemas.microsoft.com/office/drawing/2014/main" id="{B5181EBA-FB82-4885-8855-63F4FFBEB1D0}"/>
              </a:ext>
            </a:extLst>
          </p:cNvPr>
          <p:cNvSpPr>
            <a:spLocks xmlns:a="http://schemas.openxmlformats.org/drawingml/2006/main" noGrp="1"/>
          </p:cNvSpPr>
          <p:nvPr/>
        </p:nvSpPr>
        <p:spPr>
          <a:xfrm xmlns:a="http://schemas.openxmlformats.org/drawingml/2006/main">
            <a:off x="3188970" y="302895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一拠点で導入決定</a:t>
            </a:r>
          </a:p>
        </p:txBody>
      </p:sp>
      <p:sp>
        <p:nvSpPr>
          <p:cNvPr id="18" name="box-1320">
            <a:extLst xmlns:a="http://schemas.openxmlformats.org/drawingml/2006/main">
              <a:ext uri="{FF2B5EF4-FFF2-40B4-BE49-F238E27FC236}">
                <a16:creationId xmlns:a16="http://schemas.microsoft.com/office/drawing/2014/main" id="{6C808DDE-F5D0-4D5A-906B-7958A84F4A2C}"/>
              </a:ext>
            </a:extLst>
          </p:cNvPr>
          <p:cNvSpPr>
            <a:spLocks xmlns:a="http://schemas.openxmlformats.org/drawingml/2006/main" noGrp="1"/>
          </p:cNvSpPr>
          <p:nvPr/>
        </p:nvSpPr>
        <p:spPr>
          <a:xfrm xmlns:a="http://schemas.openxmlformats.org/drawingml/2006/main">
            <a:off x="7347585" y="2962275"/>
            <a:ext cx="4253865"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321">
            <a:extLst xmlns:a="http://schemas.openxmlformats.org/drawingml/2006/main">
              <a:ext uri="{FF2B5EF4-FFF2-40B4-BE49-F238E27FC236}">
                <a16:creationId xmlns:a16="http://schemas.microsoft.com/office/drawing/2014/main" id="{DD5BDE31-4CD1-4450-9D84-C55F1DA4FD0C}"/>
              </a:ext>
            </a:extLst>
          </p:cNvPr>
          <p:cNvSpPr>
            <a:spLocks xmlns:a="http://schemas.openxmlformats.org/drawingml/2006/main" noGrp="1"/>
          </p:cNvSpPr>
          <p:nvPr/>
        </p:nvSpPr>
        <p:spPr>
          <a:xfrm xmlns:a="http://schemas.openxmlformats.org/drawingml/2006/main">
            <a:off x="7442835" y="302895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要望・検討中</a:t>
            </a:r>
          </a:p>
        </p:txBody>
      </p:sp>
      <p:sp>
        <p:nvSpPr>
          <p:cNvPr id="20" name="box-1322">
            <a:extLst xmlns:a="http://schemas.openxmlformats.org/drawingml/2006/main">
              <a:ext uri="{FF2B5EF4-FFF2-40B4-BE49-F238E27FC236}">
                <a16:creationId xmlns:a16="http://schemas.microsoft.com/office/drawing/2014/main" id="{1AD9906B-9029-4E0B-8E59-F23801A2CB69}"/>
              </a:ext>
            </a:extLst>
          </p:cNvPr>
          <p:cNvSpPr>
            <a:spLocks xmlns:a="http://schemas.openxmlformats.org/drawingml/2006/main" noGrp="1"/>
          </p:cNvSpPr>
          <p:nvPr/>
        </p:nvSpPr>
        <p:spPr>
          <a:xfrm xmlns:a="http://schemas.openxmlformats.org/drawingml/2006/main">
            <a:off x="552450" y="4429125"/>
            <a:ext cx="2541270" cy="146685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1323">
            <a:extLst xmlns:a="http://schemas.openxmlformats.org/drawingml/2006/main">
              <a:ext uri="{FF2B5EF4-FFF2-40B4-BE49-F238E27FC236}">
                <a16:creationId xmlns:a16="http://schemas.microsoft.com/office/drawing/2014/main" id="{BE1DF9A1-227C-4349-AD2B-C80C19A5E63B}"/>
              </a:ext>
            </a:extLst>
          </p:cNvPr>
          <p:cNvSpPr>
            <a:spLocks xmlns:a="http://schemas.openxmlformats.org/drawingml/2006/main" noGrp="1"/>
          </p:cNvSpPr>
          <p:nvPr/>
        </p:nvSpPr>
        <p:spPr>
          <a:xfrm xmlns:a="http://schemas.openxmlformats.org/drawingml/2006/main">
            <a:off x="647700" y="4495800"/>
            <a:ext cx="235077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9月中が理想</a:t>
            </a:r>
          </a:p>
        </p:txBody>
      </p:sp>
      <p:sp>
        <p:nvSpPr>
          <p:cNvPr id="22" name="box-1324">
            <a:extLst xmlns:a="http://schemas.openxmlformats.org/drawingml/2006/main">
              <a:ext uri="{FF2B5EF4-FFF2-40B4-BE49-F238E27FC236}">
                <a16:creationId xmlns:a16="http://schemas.microsoft.com/office/drawing/2014/main" id="{A4FAB68D-6D7B-43C2-A97B-AEEED3446C2B}"/>
              </a:ext>
            </a:extLst>
          </p:cNvPr>
          <p:cNvSpPr>
            <a:spLocks xmlns:a="http://schemas.openxmlformats.org/drawingml/2006/main" noGrp="1"/>
          </p:cNvSpPr>
          <p:nvPr/>
        </p:nvSpPr>
        <p:spPr>
          <a:xfrm xmlns:a="http://schemas.openxmlformats.org/drawingml/2006/main">
            <a:off x="3093720" y="4429125"/>
            <a:ext cx="4253865" cy="146685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1325">
            <a:extLst xmlns:a="http://schemas.openxmlformats.org/drawingml/2006/main">
              <a:ext uri="{FF2B5EF4-FFF2-40B4-BE49-F238E27FC236}">
                <a16:creationId xmlns:a16="http://schemas.microsoft.com/office/drawing/2014/main" id="{F3736CEC-3056-494F-A6D5-705803DC08A4}"/>
              </a:ext>
            </a:extLst>
          </p:cNvPr>
          <p:cNvSpPr>
            <a:spLocks xmlns:a="http://schemas.openxmlformats.org/drawingml/2006/main" noGrp="1"/>
          </p:cNvSpPr>
          <p:nvPr/>
        </p:nvSpPr>
        <p:spPr>
          <a:xfrm xmlns:a="http://schemas.openxmlformats.org/drawingml/2006/main">
            <a:off x="3188970" y="449580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9月開始</a:t>
            </a:r>
          </a:p>
        </p:txBody>
      </p:sp>
      <p:sp>
        <p:nvSpPr>
          <p:cNvPr id="24" name="box-1326">
            <a:extLst xmlns:a="http://schemas.openxmlformats.org/drawingml/2006/main">
              <a:ext uri="{FF2B5EF4-FFF2-40B4-BE49-F238E27FC236}">
                <a16:creationId xmlns:a16="http://schemas.microsoft.com/office/drawing/2014/main" id="{BBFB4E4C-41D9-4E71-9EE7-D8520EDFF372}"/>
              </a:ext>
            </a:extLst>
          </p:cNvPr>
          <p:cNvSpPr>
            <a:spLocks xmlns:a="http://schemas.openxmlformats.org/drawingml/2006/main" noGrp="1"/>
          </p:cNvSpPr>
          <p:nvPr/>
        </p:nvSpPr>
        <p:spPr>
          <a:xfrm xmlns:a="http://schemas.openxmlformats.org/drawingml/2006/main">
            <a:off x="7347585" y="4429125"/>
            <a:ext cx="4253865" cy="1466850"/>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327">
            <a:extLst xmlns:a="http://schemas.openxmlformats.org/drawingml/2006/main">
              <a:ext uri="{FF2B5EF4-FFF2-40B4-BE49-F238E27FC236}">
                <a16:creationId xmlns:a16="http://schemas.microsoft.com/office/drawing/2014/main" id="{0B9B6A3B-E720-4115-8B72-96652BCF9466}"/>
              </a:ext>
            </a:extLst>
          </p:cNvPr>
          <p:cNvSpPr>
            <a:spLocks xmlns:a="http://schemas.openxmlformats.org/drawingml/2006/main" noGrp="1"/>
          </p:cNvSpPr>
          <p:nvPr/>
        </p:nvSpPr>
        <p:spPr>
          <a:xfrm xmlns:a="http://schemas.openxmlformats.org/drawingml/2006/main">
            <a:off x="7442835" y="4495800"/>
            <a:ext cx="406336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希望・正式日未確認</a:t>
            </a:r>
          </a:p>
        </p:txBody>
      </p:sp>
    </p:spTree>
    <p:extLst>
      <p:ext uri="{BB962C8B-B14F-4D97-AF65-F5344CB8AC3E}">
        <p14:creationId xmlns:p14="http://schemas.microsoft.com/office/powerpoint/2010/main" val="1125541559"/>
      </p:ext>
    </p:extLst>
  </p:cSld>
</p:sld>
</file>

<file path=ppt/slides/slide46.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1328">
            <a:extLst xmlns:a="http://schemas.openxmlformats.org/drawingml/2006/main">
              <a:ext uri="{FF2B5EF4-FFF2-40B4-BE49-F238E27FC236}">
                <a16:creationId xmlns:a16="http://schemas.microsoft.com/office/drawing/2014/main" id="{B68D8DD1-0791-43D1-AC36-8DD326A31E7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329">
            <a:extLst xmlns:a="http://schemas.openxmlformats.org/drawingml/2006/main">
              <a:ext uri="{FF2B5EF4-FFF2-40B4-BE49-F238E27FC236}">
                <a16:creationId xmlns:a16="http://schemas.microsoft.com/office/drawing/2014/main" id="{D84E1A8E-4A41-4908-A519-E4CA08DF9C94}"/>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330">
            <a:extLst xmlns:a="http://schemas.openxmlformats.org/drawingml/2006/main">
              <a:ext uri="{FF2B5EF4-FFF2-40B4-BE49-F238E27FC236}">
                <a16:creationId xmlns:a16="http://schemas.microsoft.com/office/drawing/2014/main" id="{10029D4C-E4D7-40FA-AD86-0063F46907BC}"/>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担当者の解釈を、事実へ変えません</a:t>
            </a:r>
          </a:p>
        </p:txBody>
      </p:sp>
      <p:sp>
        <p:nvSpPr>
          <p:cNvPr id="4" name="box-1331">
            <a:extLst xmlns:a="http://schemas.openxmlformats.org/drawingml/2006/main">
              <a:ext uri="{FF2B5EF4-FFF2-40B4-BE49-F238E27FC236}">
                <a16:creationId xmlns:a16="http://schemas.microsoft.com/office/drawing/2014/main" id="{40857033-DD9A-4437-8DF5-E75AD5BDDE04}"/>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332">
            <a:extLst xmlns:a="http://schemas.openxmlformats.org/drawingml/2006/main">
              <a:ext uri="{FF2B5EF4-FFF2-40B4-BE49-F238E27FC236}">
                <a16:creationId xmlns:a16="http://schemas.microsoft.com/office/drawing/2014/main" id="{095C544D-D102-4062-AB40-2CFADCCCC093}"/>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333">
            <a:extLst xmlns:a="http://schemas.openxmlformats.org/drawingml/2006/main">
              <a:ext uri="{FF2B5EF4-FFF2-40B4-BE49-F238E27FC236}">
                <a16:creationId xmlns:a16="http://schemas.microsoft.com/office/drawing/2014/main" id="{DBE94457-5FB8-498C-B2AE-094941001A4B}"/>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要点｜見立てには『誰の解釈か』と確認方法を付ける</a:t>
            </a:r>
          </a:p>
        </p:txBody>
      </p:sp>
      <p:sp>
        <p:nvSpPr>
          <p:cNvPr id="7" name="text-1334">
            <a:extLst xmlns:a="http://schemas.openxmlformats.org/drawingml/2006/main">
              <a:ext uri="{FF2B5EF4-FFF2-40B4-BE49-F238E27FC236}">
                <a16:creationId xmlns:a16="http://schemas.microsoft.com/office/drawing/2014/main" id="{3283147F-72A9-4A91-9221-96CA4EEE18D5}"/>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46</a:t>
            </a:r>
          </a:p>
        </p:txBody>
      </p:sp>
      <p:sp>
        <p:nvSpPr>
          <p:cNvPr id="8" name="box-1335">
            <a:extLst xmlns:a="http://schemas.openxmlformats.org/drawingml/2006/main">
              <a:ext uri="{FF2B5EF4-FFF2-40B4-BE49-F238E27FC236}">
                <a16:creationId xmlns:a16="http://schemas.microsoft.com/office/drawing/2014/main" id="{9DF558B1-DF96-42CA-8200-4DB3638581E2}"/>
              </a:ext>
            </a:extLst>
          </p:cNvPr>
          <p:cNvSpPr>
            <a:spLocks xmlns:a="http://schemas.openxmlformats.org/drawingml/2006/main" noGrp="1"/>
          </p:cNvSpPr>
          <p:nvPr/>
        </p:nvSpPr>
        <p:spPr>
          <a:xfrm xmlns:a="http://schemas.openxmlformats.org/drawingml/2006/main">
            <a:off x="552450" y="1428750"/>
            <a:ext cx="5429250" cy="4591050"/>
          </a:xfrm>
          <a:prstGeom xmlns:a="http://schemas.openxmlformats.org/drawingml/2006/main" prst="roundRect">
            <a:avLst>
              <a:gd name="adj" fmla="val 2490"/>
            </a:avLst>
          </a:prstGeom>
          <a:solidFill xmlns:a="http://schemas.openxmlformats.org/drawingml/2006/main">
            <a:srgbClr val="F5F7F9"/>
          </a:solidFill>
          <a:ln xmlns:a="http://schemas.openxmlformats.org/drawingml/2006/main" w="9525">
            <a:solidFill>
              <a:srgbClr val="D6E1E8"/>
            </a:solidFill>
            <a:prstDash val="solid"/>
          </a:ln>
        </p:spPr>
      </p:sp>
      <p:sp>
        <p:nvSpPr>
          <p:cNvPr id="9" name="text-1336">
            <a:extLst xmlns:a="http://schemas.openxmlformats.org/drawingml/2006/main">
              <a:ext uri="{FF2B5EF4-FFF2-40B4-BE49-F238E27FC236}">
                <a16:creationId xmlns:a16="http://schemas.microsoft.com/office/drawing/2014/main" id="{02EAEA9D-696A-4F46-B871-AF3B72B0677E}"/>
              </a:ext>
            </a:extLst>
          </p:cNvPr>
          <p:cNvSpPr>
            <a:spLocks xmlns:a="http://schemas.openxmlformats.org/drawingml/2006/main" noGrp="1"/>
          </p:cNvSpPr>
          <p:nvPr/>
        </p:nvSpPr>
        <p:spPr>
          <a:xfrm xmlns:a="http://schemas.openxmlformats.org/drawingml/2006/main">
            <a:off x="80010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234E68"/>
                </a:solidFill>
                <a:latin typeface="Hiragino Sans"/>
                <a:ea typeface="Hiragino Sans"/>
                <a:cs typeface="Hiragino Sans"/>
              </a:defRPr>
            </a:pPr>
            <a:r>
              <a:rPr sz="1725" b="1">
                <a:solidFill>
                  <a:srgbClr val="234E68"/>
                </a:solidFill>
                <a:latin typeface="Hiragino Sans"/>
                <a:ea typeface="Hiragino Sans"/>
                <a:cs typeface="Hiragino Sans"/>
              </a:rPr>
              <a:t>誤り</a:t>
            </a:r>
          </a:p>
        </p:txBody>
      </p:sp>
      <p:sp>
        <p:nvSpPr>
          <p:cNvPr id="10" name="box-1337">
            <a:extLst xmlns:a="http://schemas.openxmlformats.org/drawingml/2006/main">
              <a:ext uri="{FF2B5EF4-FFF2-40B4-BE49-F238E27FC236}">
                <a16:creationId xmlns:a16="http://schemas.microsoft.com/office/drawing/2014/main" id="{BA76C237-6DF3-4325-8147-DE7AECB57C59}"/>
              </a:ext>
            </a:extLst>
          </p:cNvPr>
          <p:cNvSpPr>
            <a:spLocks xmlns:a="http://schemas.openxmlformats.org/drawingml/2006/main" noGrp="1"/>
          </p:cNvSpPr>
          <p:nvPr/>
        </p:nvSpPr>
        <p:spPr>
          <a:xfrm xmlns:a="http://schemas.openxmlformats.org/drawingml/2006/main">
            <a:off x="800100" y="2143125"/>
            <a:ext cx="685800" cy="38100"/>
          </a:xfrm>
          <a:prstGeom xmlns:a="http://schemas.openxmlformats.org/drawingml/2006/main" prst="rect">
            <a:avLst/>
          </a:prstGeom>
          <a:solidFill xmlns:a="http://schemas.openxmlformats.org/drawingml/2006/main">
            <a:srgbClr val="234E68"/>
          </a:solidFill>
          <a:ln xmlns:a="http://schemas.openxmlformats.org/drawingml/2006/main" w="0">
            <a:noFill/>
            <a:prstDash val="solid"/>
          </a:ln>
        </p:spPr>
      </p:sp>
      <p:sp>
        <p:nvSpPr>
          <p:cNvPr id="11" name="box-1338">
            <a:extLst xmlns:a="http://schemas.openxmlformats.org/drawingml/2006/main">
              <a:ext uri="{FF2B5EF4-FFF2-40B4-BE49-F238E27FC236}">
                <a16:creationId xmlns:a16="http://schemas.microsoft.com/office/drawing/2014/main" id="{7D5E413E-6BFC-4F3B-883A-AF9C59DE9B4C}"/>
              </a:ext>
            </a:extLst>
          </p:cNvPr>
          <p:cNvSpPr>
            <a:spLocks xmlns:a="http://schemas.openxmlformats.org/drawingml/2006/main" noGrp="1"/>
          </p:cNvSpPr>
          <p:nvPr/>
        </p:nvSpPr>
        <p:spPr>
          <a:xfrm xmlns:a="http://schemas.openxmlformats.org/drawingml/2006/main">
            <a:off x="80010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2" name="box-1339">
            <a:extLst xmlns:a="http://schemas.openxmlformats.org/drawingml/2006/main">
              <a:ext uri="{FF2B5EF4-FFF2-40B4-BE49-F238E27FC236}">
                <a16:creationId xmlns:a16="http://schemas.microsoft.com/office/drawing/2014/main" id="{6FCFC969-25B2-4E7A-89E0-0CCFFF668F1A}"/>
              </a:ext>
            </a:extLst>
          </p:cNvPr>
          <p:cNvSpPr>
            <a:spLocks xmlns:a="http://schemas.openxmlformats.org/drawingml/2006/main" noGrp="1"/>
          </p:cNvSpPr>
          <p:nvPr/>
        </p:nvSpPr>
        <p:spPr>
          <a:xfrm xmlns:a="http://schemas.openxmlformats.org/drawingml/2006/main">
            <a:off x="952500" y="26955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3" name="text-1340">
            <a:extLst xmlns:a="http://schemas.openxmlformats.org/drawingml/2006/main">
              <a:ext uri="{FF2B5EF4-FFF2-40B4-BE49-F238E27FC236}">
                <a16:creationId xmlns:a16="http://schemas.microsoft.com/office/drawing/2014/main" id="{BFDBA9C5-B3A8-42EF-8192-54686326F7C6}"/>
              </a:ext>
            </a:extLst>
          </p:cNvPr>
          <p:cNvSpPr>
            <a:spLocks xmlns:a="http://schemas.openxmlformats.org/drawingml/2006/main" noGrp="1"/>
          </p:cNvSpPr>
          <p:nvPr/>
        </p:nvSpPr>
        <p:spPr>
          <a:xfrm xmlns:a="http://schemas.openxmlformats.org/drawingml/2006/main">
            <a:off x="116205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顧客は急いでいる</a:t>
            </a:r>
          </a:p>
        </p:txBody>
      </p:sp>
      <p:sp>
        <p:nvSpPr>
          <p:cNvPr id="14" name="box-1341">
            <a:extLst xmlns:a="http://schemas.openxmlformats.org/drawingml/2006/main">
              <a:ext uri="{FF2B5EF4-FFF2-40B4-BE49-F238E27FC236}">
                <a16:creationId xmlns:a16="http://schemas.microsoft.com/office/drawing/2014/main" id="{B34E54FB-A1DF-4BE0-B4E2-893D11B19E52}"/>
              </a:ext>
            </a:extLst>
          </p:cNvPr>
          <p:cNvSpPr>
            <a:spLocks xmlns:a="http://schemas.openxmlformats.org/drawingml/2006/main" noGrp="1"/>
          </p:cNvSpPr>
          <p:nvPr/>
        </p:nvSpPr>
        <p:spPr>
          <a:xfrm xmlns:a="http://schemas.openxmlformats.org/drawingml/2006/main">
            <a:off x="80010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5" name="box-1342">
            <a:extLst xmlns:a="http://schemas.openxmlformats.org/drawingml/2006/main">
              <a:ext uri="{FF2B5EF4-FFF2-40B4-BE49-F238E27FC236}">
                <a16:creationId xmlns:a16="http://schemas.microsoft.com/office/drawing/2014/main" id="{867D29BD-898A-4E78-808C-34B0BF94A184}"/>
              </a:ext>
            </a:extLst>
          </p:cNvPr>
          <p:cNvSpPr>
            <a:spLocks xmlns:a="http://schemas.openxmlformats.org/drawingml/2006/main" noGrp="1"/>
          </p:cNvSpPr>
          <p:nvPr/>
        </p:nvSpPr>
        <p:spPr>
          <a:xfrm xmlns:a="http://schemas.openxmlformats.org/drawingml/2006/main">
            <a:off x="952500" y="347662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6" name="text-1343">
            <a:extLst xmlns:a="http://schemas.openxmlformats.org/drawingml/2006/main">
              <a:ext uri="{FF2B5EF4-FFF2-40B4-BE49-F238E27FC236}">
                <a16:creationId xmlns:a16="http://schemas.microsoft.com/office/drawing/2014/main" id="{DFFC4BD9-35DB-4BE1-A179-459EEC4BDF42}"/>
              </a:ext>
            </a:extLst>
          </p:cNvPr>
          <p:cNvSpPr>
            <a:spLocks xmlns:a="http://schemas.openxmlformats.org/drawingml/2006/main" noGrp="1"/>
          </p:cNvSpPr>
          <p:nvPr/>
        </p:nvSpPr>
        <p:spPr>
          <a:xfrm xmlns:a="http://schemas.openxmlformats.org/drawingml/2006/main">
            <a:off x="116205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不満が強い</a:t>
            </a:r>
          </a:p>
        </p:txBody>
      </p:sp>
      <p:sp>
        <p:nvSpPr>
          <p:cNvPr id="17" name="box-1344">
            <a:extLst xmlns:a="http://schemas.openxmlformats.org/drawingml/2006/main">
              <a:ext uri="{FF2B5EF4-FFF2-40B4-BE49-F238E27FC236}">
                <a16:creationId xmlns:a16="http://schemas.microsoft.com/office/drawing/2014/main" id="{0D1AD7DA-6AFA-4C82-A05D-F1B090D8C09A}"/>
              </a:ext>
            </a:extLst>
          </p:cNvPr>
          <p:cNvSpPr>
            <a:spLocks xmlns:a="http://schemas.openxmlformats.org/drawingml/2006/main" noGrp="1"/>
          </p:cNvSpPr>
          <p:nvPr/>
        </p:nvSpPr>
        <p:spPr>
          <a:xfrm xmlns:a="http://schemas.openxmlformats.org/drawingml/2006/main">
            <a:off x="80010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18" name="box-1345">
            <a:extLst xmlns:a="http://schemas.openxmlformats.org/drawingml/2006/main">
              <a:ext uri="{FF2B5EF4-FFF2-40B4-BE49-F238E27FC236}">
                <a16:creationId xmlns:a16="http://schemas.microsoft.com/office/drawing/2014/main" id="{69ED6B9E-FEB5-4C11-8471-16E314BC10CD}"/>
              </a:ext>
            </a:extLst>
          </p:cNvPr>
          <p:cNvSpPr>
            <a:spLocks xmlns:a="http://schemas.openxmlformats.org/drawingml/2006/main" noGrp="1"/>
          </p:cNvSpPr>
          <p:nvPr/>
        </p:nvSpPr>
        <p:spPr>
          <a:xfrm xmlns:a="http://schemas.openxmlformats.org/drawingml/2006/main">
            <a:off x="952500" y="4257675"/>
            <a:ext cx="95250" cy="95250"/>
          </a:xfrm>
          <a:prstGeom xmlns:a="http://schemas.openxmlformats.org/drawingml/2006/main" prst="roundRect">
            <a:avLst>
              <a:gd name="adj" fmla="val 50000"/>
            </a:avLst>
          </a:prstGeom>
          <a:solidFill xmlns:a="http://schemas.openxmlformats.org/drawingml/2006/main">
            <a:srgbClr val="234E68"/>
          </a:solidFill>
          <a:ln xmlns:a="http://schemas.openxmlformats.org/drawingml/2006/main" w="0">
            <a:noFill/>
            <a:prstDash val="solid"/>
          </a:ln>
        </p:spPr>
      </p:sp>
      <p:sp>
        <p:nvSpPr>
          <p:cNvPr id="19" name="text-1346">
            <a:extLst xmlns:a="http://schemas.openxmlformats.org/drawingml/2006/main">
              <a:ext uri="{FF2B5EF4-FFF2-40B4-BE49-F238E27FC236}">
                <a16:creationId xmlns:a16="http://schemas.microsoft.com/office/drawing/2014/main" id="{154F99F3-97C6-4B5C-A97F-2B113A032A8A}"/>
              </a:ext>
            </a:extLst>
          </p:cNvPr>
          <p:cNvSpPr>
            <a:spLocks xmlns:a="http://schemas.openxmlformats.org/drawingml/2006/main" noGrp="1"/>
          </p:cNvSpPr>
          <p:nvPr/>
        </p:nvSpPr>
        <p:spPr>
          <a:xfrm xmlns:a="http://schemas.openxmlformats.org/drawingml/2006/main">
            <a:off x="116205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価格が最大の懸念</a:t>
            </a:r>
          </a:p>
        </p:txBody>
      </p:sp>
      <p:sp>
        <p:nvSpPr>
          <p:cNvPr id="20" name="box-1347">
            <a:extLst xmlns:a="http://schemas.openxmlformats.org/drawingml/2006/main">
              <a:ext uri="{FF2B5EF4-FFF2-40B4-BE49-F238E27FC236}">
                <a16:creationId xmlns:a16="http://schemas.microsoft.com/office/drawing/2014/main" id="{DA431B13-B735-4C4B-A121-1796E8E4ED14}"/>
              </a:ext>
            </a:extLst>
          </p:cNvPr>
          <p:cNvSpPr>
            <a:spLocks xmlns:a="http://schemas.openxmlformats.org/drawingml/2006/main" noGrp="1"/>
          </p:cNvSpPr>
          <p:nvPr/>
        </p:nvSpPr>
        <p:spPr>
          <a:xfrm xmlns:a="http://schemas.openxmlformats.org/drawingml/2006/main">
            <a:off x="6172200" y="1428750"/>
            <a:ext cx="5429250" cy="4591050"/>
          </a:xfrm>
          <a:prstGeom xmlns:a="http://schemas.openxmlformats.org/drawingml/2006/main" prst="roundRect">
            <a:avLst>
              <a:gd name="adj" fmla="val 249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1348">
            <a:extLst xmlns:a="http://schemas.openxmlformats.org/drawingml/2006/main">
              <a:ext uri="{FF2B5EF4-FFF2-40B4-BE49-F238E27FC236}">
                <a16:creationId xmlns:a16="http://schemas.microsoft.com/office/drawing/2014/main" id="{392FE682-C2AD-476E-A48D-B5789D729063}"/>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725" b="1">
                <a:solidFill>
                  <a:srgbClr val="0B6F6B"/>
                </a:solidFill>
                <a:latin typeface="Hiragino Sans"/>
                <a:ea typeface="Hiragino Sans"/>
                <a:cs typeface="Hiragino Sans"/>
              </a:defRPr>
            </a:pPr>
            <a:r>
              <a:rPr sz="1725" b="1">
                <a:solidFill>
                  <a:srgbClr val="0B6F6B"/>
                </a:solidFill>
                <a:latin typeface="Hiragino Sans"/>
                <a:ea typeface="Hiragino Sans"/>
                <a:cs typeface="Hiragino Sans"/>
              </a:rPr>
              <a:t>修正</a:t>
            </a:r>
          </a:p>
        </p:txBody>
      </p:sp>
      <p:sp>
        <p:nvSpPr>
          <p:cNvPr id="22" name="box-1349">
            <a:extLst xmlns:a="http://schemas.openxmlformats.org/drawingml/2006/main">
              <a:ext uri="{FF2B5EF4-FFF2-40B4-BE49-F238E27FC236}">
                <a16:creationId xmlns:a16="http://schemas.microsoft.com/office/drawing/2014/main" id="{80C9C579-3D6F-434D-AD0C-2E91118A7CF0}"/>
              </a:ext>
            </a:extLst>
          </p:cNvPr>
          <p:cNvSpPr>
            <a:spLocks xmlns:a="http://schemas.openxmlformats.org/drawingml/2006/main" noGrp="1"/>
          </p:cNvSpPr>
          <p:nvPr/>
        </p:nvSpPr>
        <p:spPr>
          <a:xfrm xmlns:a="http://schemas.openxmlformats.org/drawingml/2006/main">
            <a:off x="6419850" y="2143125"/>
            <a:ext cx="685800" cy="38100"/>
          </a:xfrm>
          <a:prstGeom xmlns:a="http://schemas.openxmlformats.org/drawingml/2006/main" prst="rect">
            <a:avLst/>
          </a:prstGeom>
          <a:solidFill xmlns:a="http://schemas.openxmlformats.org/drawingml/2006/main">
            <a:srgbClr val="0B6F6B"/>
          </a:solidFill>
          <a:ln xmlns:a="http://schemas.openxmlformats.org/drawingml/2006/main" w="0">
            <a:noFill/>
            <a:prstDash val="solid"/>
          </a:ln>
        </p:spPr>
      </p:sp>
      <p:sp>
        <p:nvSpPr>
          <p:cNvPr id="23" name="box-1350">
            <a:extLst xmlns:a="http://schemas.openxmlformats.org/drawingml/2006/main">
              <a:ext uri="{FF2B5EF4-FFF2-40B4-BE49-F238E27FC236}">
                <a16:creationId xmlns:a16="http://schemas.microsoft.com/office/drawing/2014/main" id="{DB6168B0-E220-4907-9F78-B9530E5A864C}"/>
              </a:ext>
            </a:extLst>
          </p:cNvPr>
          <p:cNvSpPr>
            <a:spLocks xmlns:a="http://schemas.openxmlformats.org/drawingml/2006/main" noGrp="1"/>
          </p:cNvSpPr>
          <p:nvPr/>
        </p:nvSpPr>
        <p:spPr>
          <a:xfrm xmlns:a="http://schemas.openxmlformats.org/drawingml/2006/main">
            <a:off x="6419850" y="24003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4" name="box-1351">
            <a:extLst xmlns:a="http://schemas.openxmlformats.org/drawingml/2006/main">
              <a:ext uri="{FF2B5EF4-FFF2-40B4-BE49-F238E27FC236}">
                <a16:creationId xmlns:a16="http://schemas.microsoft.com/office/drawing/2014/main" id="{0A068D6F-9E18-4BC8-9510-851A98945BDF}"/>
              </a:ext>
            </a:extLst>
          </p:cNvPr>
          <p:cNvSpPr>
            <a:spLocks xmlns:a="http://schemas.openxmlformats.org/drawingml/2006/main" noGrp="1"/>
          </p:cNvSpPr>
          <p:nvPr/>
        </p:nvSpPr>
        <p:spPr>
          <a:xfrm xmlns:a="http://schemas.openxmlformats.org/drawingml/2006/main">
            <a:off x="6572250" y="26955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5" name="text-1352">
            <a:extLst xmlns:a="http://schemas.openxmlformats.org/drawingml/2006/main">
              <a:ext uri="{FF2B5EF4-FFF2-40B4-BE49-F238E27FC236}">
                <a16:creationId xmlns:a16="http://schemas.microsoft.com/office/drawing/2014/main" id="{D37563C7-1F4B-4EC9-8D85-9752500D9FF1}"/>
              </a:ext>
            </a:extLst>
          </p:cNvPr>
          <p:cNvSpPr>
            <a:spLocks xmlns:a="http://schemas.openxmlformats.org/drawingml/2006/main" noGrp="1"/>
          </p:cNvSpPr>
          <p:nvPr/>
        </p:nvSpPr>
        <p:spPr>
          <a:xfrm xmlns:a="http://schemas.openxmlformats.org/drawingml/2006/main">
            <a:off x="6781800" y="24669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営業担当の解釈</a:t>
            </a:r>
          </a:p>
        </p:txBody>
      </p:sp>
      <p:sp>
        <p:nvSpPr>
          <p:cNvPr id="26" name="box-1353">
            <a:extLst xmlns:a="http://schemas.openxmlformats.org/drawingml/2006/main">
              <a:ext uri="{FF2B5EF4-FFF2-40B4-BE49-F238E27FC236}">
                <a16:creationId xmlns:a16="http://schemas.microsoft.com/office/drawing/2014/main" id="{D3D2D750-6077-4CE6-ABA8-6CFFD0B03834}"/>
              </a:ext>
            </a:extLst>
          </p:cNvPr>
          <p:cNvSpPr>
            <a:spLocks xmlns:a="http://schemas.openxmlformats.org/drawingml/2006/main" noGrp="1"/>
          </p:cNvSpPr>
          <p:nvPr/>
        </p:nvSpPr>
        <p:spPr>
          <a:xfrm xmlns:a="http://schemas.openxmlformats.org/drawingml/2006/main">
            <a:off x="6419850" y="318135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27" name="box-1354">
            <a:extLst xmlns:a="http://schemas.openxmlformats.org/drawingml/2006/main">
              <a:ext uri="{FF2B5EF4-FFF2-40B4-BE49-F238E27FC236}">
                <a16:creationId xmlns:a16="http://schemas.microsoft.com/office/drawing/2014/main" id="{22F89D57-5EB5-4982-A891-E38B58BC16CC}"/>
              </a:ext>
            </a:extLst>
          </p:cNvPr>
          <p:cNvSpPr>
            <a:spLocks xmlns:a="http://schemas.openxmlformats.org/drawingml/2006/main" noGrp="1"/>
          </p:cNvSpPr>
          <p:nvPr/>
        </p:nvSpPr>
        <p:spPr>
          <a:xfrm xmlns:a="http://schemas.openxmlformats.org/drawingml/2006/main">
            <a:off x="6572250" y="347662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28" name="text-1355">
            <a:extLst xmlns:a="http://schemas.openxmlformats.org/drawingml/2006/main">
              <a:ext uri="{FF2B5EF4-FFF2-40B4-BE49-F238E27FC236}">
                <a16:creationId xmlns:a16="http://schemas.microsoft.com/office/drawing/2014/main" id="{3662DB50-2A44-48B0-B708-F50FC2B5FCE2}"/>
              </a:ext>
            </a:extLst>
          </p:cNvPr>
          <p:cNvSpPr>
            <a:spLocks xmlns:a="http://schemas.openxmlformats.org/drawingml/2006/main" noGrp="1"/>
          </p:cNvSpPr>
          <p:nvPr/>
        </p:nvSpPr>
        <p:spPr>
          <a:xfrm xmlns:a="http://schemas.openxmlformats.org/drawingml/2006/main">
            <a:off x="6781800" y="324802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根拠となる発言を記載</a:t>
            </a:r>
          </a:p>
        </p:txBody>
      </p:sp>
      <p:sp>
        <p:nvSpPr>
          <p:cNvPr id="29" name="box-1356">
            <a:extLst xmlns:a="http://schemas.openxmlformats.org/drawingml/2006/main">
              <a:ext uri="{FF2B5EF4-FFF2-40B4-BE49-F238E27FC236}">
                <a16:creationId xmlns:a16="http://schemas.microsoft.com/office/drawing/2014/main" id="{B25C0CCA-8778-438B-BF79-3AC21FCCB75E}"/>
              </a:ext>
            </a:extLst>
          </p:cNvPr>
          <p:cNvSpPr>
            <a:spLocks xmlns:a="http://schemas.openxmlformats.org/drawingml/2006/main" noGrp="1"/>
          </p:cNvSpPr>
          <p:nvPr/>
        </p:nvSpPr>
        <p:spPr>
          <a:xfrm xmlns:a="http://schemas.openxmlformats.org/drawingml/2006/main">
            <a:off x="6419850" y="3962400"/>
            <a:ext cx="49339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0">
            <a:noFill/>
            <a:prstDash val="solid"/>
          </a:ln>
        </p:spPr>
      </p:sp>
      <p:sp>
        <p:nvSpPr>
          <p:cNvPr id="30" name="box-1357">
            <a:extLst xmlns:a="http://schemas.openxmlformats.org/drawingml/2006/main">
              <a:ext uri="{FF2B5EF4-FFF2-40B4-BE49-F238E27FC236}">
                <a16:creationId xmlns:a16="http://schemas.microsoft.com/office/drawing/2014/main" id="{5F0060F0-8499-4CAB-AA82-9B4BFF851B8C}"/>
              </a:ext>
            </a:extLst>
          </p:cNvPr>
          <p:cNvSpPr>
            <a:spLocks xmlns:a="http://schemas.openxmlformats.org/drawingml/2006/main" noGrp="1"/>
          </p:cNvSpPr>
          <p:nvPr/>
        </p:nvSpPr>
        <p:spPr>
          <a:xfrm xmlns:a="http://schemas.openxmlformats.org/drawingml/2006/main">
            <a:off x="6572250" y="4257675"/>
            <a:ext cx="95250" cy="95250"/>
          </a:xfrm>
          <a:prstGeom xmlns:a="http://schemas.openxmlformats.org/drawingml/2006/main" prst="roundRect">
            <a:avLst>
              <a:gd name="adj" fmla="val 50000"/>
            </a:avLst>
          </a:prstGeom>
          <a:solidFill xmlns:a="http://schemas.openxmlformats.org/drawingml/2006/main">
            <a:srgbClr val="0B6F6B"/>
          </a:solidFill>
          <a:ln xmlns:a="http://schemas.openxmlformats.org/drawingml/2006/main" w="0">
            <a:noFill/>
            <a:prstDash val="solid"/>
          </a:ln>
        </p:spPr>
      </p:sp>
      <p:sp>
        <p:nvSpPr>
          <p:cNvPr id="31" name="text-1358">
            <a:extLst xmlns:a="http://schemas.openxmlformats.org/drawingml/2006/main">
              <a:ext uri="{FF2B5EF4-FFF2-40B4-BE49-F238E27FC236}">
                <a16:creationId xmlns:a16="http://schemas.microsoft.com/office/drawing/2014/main" id="{29291314-2D4F-432F-9553-BD8F616F9FA6}"/>
              </a:ext>
            </a:extLst>
          </p:cNvPr>
          <p:cNvSpPr>
            <a:spLocks xmlns:a="http://schemas.openxmlformats.org/drawingml/2006/main" noGrp="1"/>
          </p:cNvSpPr>
          <p:nvPr/>
        </p:nvSpPr>
        <p:spPr>
          <a:xfrm xmlns:a="http://schemas.openxmlformats.org/drawingml/2006/main">
            <a:off x="6781800" y="4029075"/>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350" b="0">
                <a:solidFill>
                  <a:srgbClr val="203746"/>
                </a:solidFill>
                <a:latin typeface="Hiragino Sans"/>
                <a:ea typeface="Hiragino Sans"/>
                <a:cs typeface="Hiragino Sans"/>
              </a:defRPr>
            </a:pPr>
            <a:r>
              <a:rPr sz="1350" b="0">
                <a:solidFill>
                  <a:srgbClr val="203746"/>
                </a:solidFill>
                <a:latin typeface="Hiragino Sans"/>
                <a:ea typeface="Hiragino Sans"/>
                <a:cs typeface="Hiragino Sans"/>
              </a:rPr>
              <a:t>本人へ優先条件を確認</a:t>
            </a:r>
          </a:p>
        </p:txBody>
      </p:sp>
    </p:spTree>
    <p:extLst>
      <p:ext uri="{BB962C8B-B14F-4D97-AF65-F5344CB8AC3E}">
        <p14:creationId xmlns:p14="http://schemas.microsoft.com/office/powerpoint/2010/main" val="1567335580"/>
      </p:ext>
    </p:extLst>
  </p:cSld>
</p:sld>
</file>

<file path=ppt/slides/slide4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359">
            <a:extLst xmlns:a="http://schemas.openxmlformats.org/drawingml/2006/main">
              <a:ext uri="{FF2B5EF4-FFF2-40B4-BE49-F238E27FC236}">
                <a16:creationId xmlns:a16="http://schemas.microsoft.com/office/drawing/2014/main" id="{6FF5AEBC-48FB-4B97-A2EB-CE2DA93EC1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360">
            <a:extLst xmlns:a="http://schemas.openxmlformats.org/drawingml/2006/main">
              <a:ext uri="{FF2B5EF4-FFF2-40B4-BE49-F238E27FC236}">
                <a16:creationId xmlns:a16="http://schemas.microsoft.com/office/drawing/2014/main" id="{F04A6FC5-6700-4868-9D34-520F325C99C7}"/>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361">
            <a:extLst xmlns:a="http://schemas.openxmlformats.org/drawingml/2006/main">
              <a:ext uri="{FF2B5EF4-FFF2-40B4-BE49-F238E27FC236}">
                <a16:creationId xmlns:a16="http://schemas.microsoft.com/office/drawing/2014/main" id="{ACDA5BE5-6672-451E-A2E6-6551DBB0A7E2}"/>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仮の期限・数字・関係者を確定しません</a:t>
            </a:r>
          </a:p>
        </p:txBody>
      </p:sp>
      <p:sp>
        <p:nvSpPr>
          <p:cNvPr id="4" name="box-1362">
            <a:extLst xmlns:a="http://schemas.openxmlformats.org/drawingml/2006/main">
              <a:ext uri="{FF2B5EF4-FFF2-40B4-BE49-F238E27FC236}">
                <a16:creationId xmlns:a16="http://schemas.microsoft.com/office/drawing/2014/main" id="{0A395B9A-BCB5-4C1D-AA5E-CFAFEE3277B2}"/>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363">
            <a:extLst xmlns:a="http://schemas.openxmlformats.org/drawingml/2006/main">
              <a:ext uri="{FF2B5EF4-FFF2-40B4-BE49-F238E27FC236}">
                <a16:creationId xmlns:a16="http://schemas.microsoft.com/office/drawing/2014/main" id="{2A58FA0E-D7FD-45C0-9C60-0EB71112F4A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364">
            <a:extLst xmlns:a="http://schemas.openxmlformats.org/drawingml/2006/main">
              <a:ext uri="{FF2B5EF4-FFF2-40B4-BE49-F238E27FC236}">
                <a16:creationId xmlns:a16="http://schemas.microsoft.com/office/drawing/2014/main" id="{B539BBFA-372B-45A1-83E9-78BEE2EB1B67}"/>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要点｜数字があるほど正しそうに見えるため、原資料へ戻る</a:t>
            </a:r>
          </a:p>
        </p:txBody>
      </p:sp>
      <p:sp>
        <p:nvSpPr>
          <p:cNvPr id="7" name="text-1365">
            <a:extLst xmlns:a="http://schemas.openxmlformats.org/drawingml/2006/main">
              <a:ext uri="{FF2B5EF4-FFF2-40B4-BE49-F238E27FC236}">
                <a16:creationId xmlns:a16="http://schemas.microsoft.com/office/drawing/2014/main" id="{7798BB56-F40C-4068-9438-3ACE48083CB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47</a:t>
            </a:r>
          </a:p>
        </p:txBody>
      </p:sp>
      <p:sp>
        <p:nvSpPr>
          <p:cNvPr id="8" name="box-1366">
            <a:extLst xmlns:a="http://schemas.openxmlformats.org/drawingml/2006/main">
              <a:ext uri="{FF2B5EF4-FFF2-40B4-BE49-F238E27FC236}">
                <a16:creationId xmlns:a16="http://schemas.microsoft.com/office/drawing/2014/main" id="{AD1DD266-77E0-4CFA-AAAE-850A7A571DB1}"/>
              </a:ext>
            </a:extLst>
          </p:cNvPr>
          <p:cNvSpPr>
            <a:spLocks xmlns:a="http://schemas.openxmlformats.org/drawingml/2006/main" noGrp="1"/>
          </p:cNvSpPr>
          <p:nvPr/>
        </p:nvSpPr>
        <p:spPr>
          <a:xfrm xmlns:a="http://schemas.openxmlformats.org/drawingml/2006/main">
            <a:off x="5524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9" name="box-1367">
            <a:extLst xmlns:a="http://schemas.openxmlformats.org/drawingml/2006/main">
              <a:ext uri="{FF2B5EF4-FFF2-40B4-BE49-F238E27FC236}">
                <a16:creationId xmlns:a16="http://schemas.microsoft.com/office/drawing/2014/main" id="{6D8198B0-5BF4-46EE-A5F3-4F061A3D4DB7}"/>
              </a:ext>
            </a:extLst>
          </p:cNvPr>
          <p:cNvSpPr>
            <a:spLocks xmlns:a="http://schemas.openxmlformats.org/drawingml/2006/main" noGrp="1"/>
          </p:cNvSpPr>
          <p:nvPr/>
        </p:nvSpPr>
        <p:spPr>
          <a:xfrm xmlns:a="http://schemas.openxmlformats.org/drawingml/2006/main">
            <a:off x="7429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1368">
            <a:extLst xmlns:a="http://schemas.openxmlformats.org/drawingml/2006/main">
              <a:ext uri="{FF2B5EF4-FFF2-40B4-BE49-F238E27FC236}">
                <a16:creationId xmlns:a16="http://schemas.microsoft.com/office/drawing/2014/main" id="{DBEE0DE9-AFF3-49E9-BF93-3CBABDB9D33E}"/>
              </a:ext>
            </a:extLst>
          </p:cNvPr>
          <p:cNvSpPr>
            <a:spLocks xmlns:a="http://schemas.openxmlformats.org/drawingml/2006/main" noGrp="1"/>
          </p:cNvSpPr>
          <p:nvPr/>
        </p:nvSpPr>
        <p:spPr>
          <a:xfrm xmlns:a="http://schemas.openxmlformats.org/drawingml/2006/main">
            <a:off x="7429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1369">
            <a:extLst xmlns:a="http://schemas.openxmlformats.org/drawingml/2006/main">
              <a:ext uri="{FF2B5EF4-FFF2-40B4-BE49-F238E27FC236}">
                <a16:creationId xmlns:a16="http://schemas.microsoft.com/office/drawing/2014/main" id="{79A257CD-B115-45F1-BFC9-BB4AA43E55B9}"/>
              </a:ext>
            </a:extLst>
          </p:cNvPr>
          <p:cNvSpPr>
            <a:spLocks xmlns:a="http://schemas.openxmlformats.org/drawingml/2006/main" noGrp="1"/>
          </p:cNvSpPr>
          <p:nvPr/>
        </p:nvSpPr>
        <p:spPr>
          <a:xfrm xmlns:a="http://schemas.openxmlformats.org/drawingml/2006/main">
            <a:off x="12001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日付候補を一つに統合していないか</a:t>
            </a:r>
          </a:p>
        </p:txBody>
      </p:sp>
      <p:sp>
        <p:nvSpPr>
          <p:cNvPr id="12" name="box-1370">
            <a:extLst xmlns:a="http://schemas.openxmlformats.org/drawingml/2006/main">
              <a:ext uri="{FF2B5EF4-FFF2-40B4-BE49-F238E27FC236}">
                <a16:creationId xmlns:a16="http://schemas.microsoft.com/office/drawing/2014/main" id="{C3841070-660E-4CB4-A5F7-4B8A77B19D7F}"/>
              </a:ext>
            </a:extLst>
          </p:cNvPr>
          <p:cNvSpPr>
            <a:spLocks xmlns:a="http://schemas.openxmlformats.org/drawingml/2006/main" noGrp="1"/>
          </p:cNvSpPr>
          <p:nvPr/>
        </p:nvSpPr>
        <p:spPr>
          <a:xfrm xmlns:a="http://schemas.openxmlformats.org/drawingml/2006/main">
            <a:off x="61531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3" name="box-1371">
            <a:extLst xmlns:a="http://schemas.openxmlformats.org/drawingml/2006/main">
              <a:ext uri="{FF2B5EF4-FFF2-40B4-BE49-F238E27FC236}">
                <a16:creationId xmlns:a16="http://schemas.microsoft.com/office/drawing/2014/main" id="{FBDCBB1C-5F0E-4099-BA9A-BC7A49F1D6F8}"/>
              </a:ext>
            </a:extLst>
          </p:cNvPr>
          <p:cNvSpPr>
            <a:spLocks xmlns:a="http://schemas.openxmlformats.org/drawingml/2006/main" noGrp="1"/>
          </p:cNvSpPr>
          <p:nvPr/>
        </p:nvSpPr>
        <p:spPr>
          <a:xfrm xmlns:a="http://schemas.openxmlformats.org/drawingml/2006/main">
            <a:off x="63436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1372">
            <a:extLst xmlns:a="http://schemas.openxmlformats.org/drawingml/2006/main">
              <a:ext uri="{FF2B5EF4-FFF2-40B4-BE49-F238E27FC236}">
                <a16:creationId xmlns:a16="http://schemas.microsoft.com/office/drawing/2014/main" id="{1DC682D2-85EF-4C8A-B391-EE6977DD572B}"/>
              </a:ext>
            </a:extLst>
          </p:cNvPr>
          <p:cNvSpPr>
            <a:spLocks xmlns:a="http://schemas.openxmlformats.org/drawingml/2006/main" noGrp="1"/>
          </p:cNvSpPr>
          <p:nvPr/>
        </p:nvSpPr>
        <p:spPr>
          <a:xfrm xmlns:a="http://schemas.openxmlformats.org/drawingml/2006/main">
            <a:off x="63436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1373">
            <a:extLst xmlns:a="http://schemas.openxmlformats.org/drawingml/2006/main">
              <a:ext uri="{FF2B5EF4-FFF2-40B4-BE49-F238E27FC236}">
                <a16:creationId xmlns:a16="http://schemas.microsoft.com/office/drawing/2014/main" id="{1D6ACEFB-574E-494F-8A74-03ABF1D8C811}"/>
              </a:ext>
            </a:extLst>
          </p:cNvPr>
          <p:cNvSpPr>
            <a:spLocks xmlns:a="http://schemas.openxmlformats.org/drawingml/2006/main" noGrp="1"/>
          </p:cNvSpPr>
          <p:nvPr/>
        </p:nvSpPr>
        <p:spPr>
          <a:xfrm xmlns:a="http://schemas.openxmlformats.org/drawingml/2006/main">
            <a:off x="68008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概算を確定金額へ変えていないか</a:t>
            </a:r>
          </a:p>
        </p:txBody>
      </p:sp>
      <p:sp>
        <p:nvSpPr>
          <p:cNvPr id="16" name="box-1374">
            <a:extLst xmlns:a="http://schemas.openxmlformats.org/drawingml/2006/main">
              <a:ext uri="{FF2B5EF4-FFF2-40B4-BE49-F238E27FC236}">
                <a16:creationId xmlns:a16="http://schemas.microsoft.com/office/drawing/2014/main" id="{363BC4E5-BAD3-4220-B7CD-E8FC814B0D95}"/>
              </a:ext>
            </a:extLst>
          </p:cNvPr>
          <p:cNvSpPr>
            <a:spLocks xmlns:a="http://schemas.openxmlformats.org/drawingml/2006/main" noGrp="1"/>
          </p:cNvSpPr>
          <p:nvPr/>
        </p:nvSpPr>
        <p:spPr>
          <a:xfrm xmlns:a="http://schemas.openxmlformats.org/drawingml/2006/main">
            <a:off x="5524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7" name="box-1375">
            <a:extLst xmlns:a="http://schemas.openxmlformats.org/drawingml/2006/main">
              <a:ext uri="{FF2B5EF4-FFF2-40B4-BE49-F238E27FC236}">
                <a16:creationId xmlns:a16="http://schemas.microsoft.com/office/drawing/2014/main" id="{46DF2D9A-671B-48A3-9A88-82918CB9A7B9}"/>
              </a:ext>
            </a:extLst>
          </p:cNvPr>
          <p:cNvSpPr>
            <a:spLocks xmlns:a="http://schemas.openxmlformats.org/drawingml/2006/main" noGrp="1"/>
          </p:cNvSpPr>
          <p:nvPr/>
        </p:nvSpPr>
        <p:spPr>
          <a:xfrm xmlns:a="http://schemas.openxmlformats.org/drawingml/2006/main">
            <a:off x="7429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1376">
            <a:extLst xmlns:a="http://schemas.openxmlformats.org/drawingml/2006/main">
              <a:ext uri="{FF2B5EF4-FFF2-40B4-BE49-F238E27FC236}">
                <a16:creationId xmlns:a16="http://schemas.microsoft.com/office/drawing/2014/main" id="{A4874C38-932E-4813-8D42-921BC7D72E00}"/>
              </a:ext>
            </a:extLst>
          </p:cNvPr>
          <p:cNvSpPr>
            <a:spLocks xmlns:a="http://schemas.openxmlformats.org/drawingml/2006/main" noGrp="1"/>
          </p:cNvSpPr>
          <p:nvPr/>
        </p:nvSpPr>
        <p:spPr>
          <a:xfrm xmlns:a="http://schemas.openxmlformats.org/drawingml/2006/main">
            <a:off x="7429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1377">
            <a:extLst xmlns:a="http://schemas.openxmlformats.org/drawingml/2006/main">
              <a:ext uri="{FF2B5EF4-FFF2-40B4-BE49-F238E27FC236}">
                <a16:creationId xmlns:a16="http://schemas.microsoft.com/office/drawing/2014/main" id="{39250B69-0241-48FE-BB47-819C41EB2799}"/>
              </a:ext>
            </a:extLst>
          </p:cNvPr>
          <p:cNvSpPr>
            <a:spLocks xmlns:a="http://schemas.openxmlformats.org/drawingml/2006/main" noGrp="1"/>
          </p:cNvSpPr>
          <p:nvPr/>
        </p:nvSpPr>
        <p:spPr>
          <a:xfrm xmlns:a="http://schemas.openxmlformats.org/drawingml/2006/main">
            <a:off x="12001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役職から承認者を推測していないか</a:t>
            </a:r>
          </a:p>
        </p:txBody>
      </p:sp>
      <p:sp>
        <p:nvSpPr>
          <p:cNvPr id="20" name="box-1378">
            <a:extLst xmlns:a="http://schemas.openxmlformats.org/drawingml/2006/main">
              <a:ext uri="{FF2B5EF4-FFF2-40B4-BE49-F238E27FC236}">
                <a16:creationId xmlns:a16="http://schemas.microsoft.com/office/drawing/2014/main" id="{01663800-0BBF-424F-8D0E-CD5480596D61}"/>
              </a:ext>
            </a:extLst>
          </p:cNvPr>
          <p:cNvSpPr>
            <a:spLocks xmlns:a="http://schemas.openxmlformats.org/drawingml/2006/main" noGrp="1"/>
          </p:cNvSpPr>
          <p:nvPr/>
        </p:nvSpPr>
        <p:spPr>
          <a:xfrm xmlns:a="http://schemas.openxmlformats.org/drawingml/2006/main">
            <a:off x="61531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1" name="box-1379">
            <a:extLst xmlns:a="http://schemas.openxmlformats.org/drawingml/2006/main">
              <a:ext uri="{FF2B5EF4-FFF2-40B4-BE49-F238E27FC236}">
                <a16:creationId xmlns:a16="http://schemas.microsoft.com/office/drawing/2014/main" id="{ABCF54F6-985D-420E-B798-5228F6F68854}"/>
              </a:ext>
            </a:extLst>
          </p:cNvPr>
          <p:cNvSpPr>
            <a:spLocks xmlns:a="http://schemas.openxmlformats.org/drawingml/2006/main" noGrp="1"/>
          </p:cNvSpPr>
          <p:nvPr/>
        </p:nvSpPr>
        <p:spPr>
          <a:xfrm xmlns:a="http://schemas.openxmlformats.org/drawingml/2006/main">
            <a:off x="63436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1380">
            <a:extLst xmlns:a="http://schemas.openxmlformats.org/drawingml/2006/main">
              <a:ext uri="{FF2B5EF4-FFF2-40B4-BE49-F238E27FC236}">
                <a16:creationId xmlns:a16="http://schemas.microsoft.com/office/drawing/2014/main" id="{FDF4BA1A-1B3B-49B3-808D-A7F2D38857E5}"/>
              </a:ext>
            </a:extLst>
          </p:cNvPr>
          <p:cNvSpPr>
            <a:spLocks xmlns:a="http://schemas.openxmlformats.org/drawingml/2006/main" noGrp="1"/>
          </p:cNvSpPr>
          <p:nvPr/>
        </p:nvSpPr>
        <p:spPr>
          <a:xfrm xmlns:a="http://schemas.openxmlformats.org/drawingml/2006/main">
            <a:off x="63436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1381">
            <a:extLst xmlns:a="http://schemas.openxmlformats.org/drawingml/2006/main">
              <a:ext uri="{FF2B5EF4-FFF2-40B4-BE49-F238E27FC236}">
                <a16:creationId xmlns:a16="http://schemas.microsoft.com/office/drawing/2014/main" id="{201032DC-CB81-426E-82BA-2E528956A4A8}"/>
              </a:ext>
            </a:extLst>
          </p:cNvPr>
          <p:cNvSpPr>
            <a:spLocks xmlns:a="http://schemas.openxmlformats.org/drawingml/2006/main" noGrp="1"/>
          </p:cNvSpPr>
          <p:nvPr/>
        </p:nvSpPr>
        <p:spPr>
          <a:xfrm xmlns:a="http://schemas.openxmlformats.org/drawingml/2006/main">
            <a:off x="68008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数量の単位を変えていないか</a:t>
            </a:r>
          </a:p>
        </p:txBody>
      </p:sp>
      <p:sp>
        <p:nvSpPr>
          <p:cNvPr id="24" name="box-1382">
            <a:extLst xmlns:a="http://schemas.openxmlformats.org/drawingml/2006/main">
              <a:ext uri="{FF2B5EF4-FFF2-40B4-BE49-F238E27FC236}">
                <a16:creationId xmlns:a16="http://schemas.microsoft.com/office/drawing/2014/main" id="{DFFE1A82-3E34-495A-B221-8136DA9A5DA8}"/>
              </a:ext>
            </a:extLst>
          </p:cNvPr>
          <p:cNvSpPr>
            <a:spLocks xmlns:a="http://schemas.openxmlformats.org/drawingml/2006/main" noGrp="1"/>
          </p:cNvSpPr>
          <p:nvPr/>
        </p:nvSpPr>
        <p:spPr>
          <a:xfrm xmlns:a="http://schemas.openxmlformats.org/drawingml/2006/main">
            <a:off x="5524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5" name="box-1383">
            <a:extLst xmlns:a="http://schemas.openxmlformats.org/drawingml/2006/main">
              <a:ext uri="{FF2B5EF4-FFF2-40B4-BE49-F238E27FC236}">
                <a16:creationId xmlns:a16="http://schemas.microsoft.com/office/drawing/2014/main" id="{550F0812-8761-4210-8C15-E4C5DB1D0B70}"/>
              </a:ext>
            </a:extLst>
          </p:cNvPr>
          <p:cNvSpPr>
            <a:spLocks xmlns:a="http://schemas.openxmlformats.org/drawingml/2006/main" noGrp="1"/>
          </p:cNvSpPr>
          <p:nvPr/>
        </p:nvSpPr>
        <p:spPr>
          <a:xfrm xmlns:a="http://schemas.openxmlformats.org/drawingml/2006/main">
            <a:off x="7429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6" name="text-1384">
            <a:extLst xmlns:a="http://schemas.openxmlformats.org/drawingml/2006/main">
              <a:ext uri="{FF2B5EF4-FFF2-40B4-BE49-F238E27FC236}">
                <a16:creationId xmlns:a16="http://schemas.microsoft.com/office/drawing/2014/main" id="{EDC016C7-1F12-4CD6-979B-6D8F74E89B92}"/>
              </a:ext>
            </a:extLst>
          </p:cNvPr>
          <p:cNvSpPr>
            <a:spLocks xmlns:a="http://schemas.openxmlformats.org/drawingml/2006/main" noGrp="1"/>
          </p:cNvSpPr>
          <p:nvPr/>
        </p:nvSpPr>
        <p:spPr>
          <a:xfrm xmlns:a="http://schemas.openxmlformats.org/drawingml/2006/main">
            <a:off x="7429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7" name="text-1385">
            <a:extLst xmlns:a="http://schemas.openxmlformats.org/drawingml/2006/main">
              <a:ext uri="{FF2B5EF4-FFF2-40B4-BE49-F238E27FC236}">
                <a16:creationId xmlns:a16="http://schemas.microsoft.com/office/drawing/2014/main" id="{6CB09035-74B2-4CAF-AF71-2D1967B29250}"/>
              </a:ext>
            </a:extLst>
          </p:cNvPr>
          <p:cNvSpPr>
            <a:spLocks xmlns:a="http://schemas.openxmlformats.org/drawingml/2006/main" noGrp="1"/>
          </p:cNvSpPr>
          <p:nvPr/>
        </p:nvSpPr>
        <p:spPr>
          <a:xfrm xmlns:a="http://schemas.openxmlformats.org/drawingml/2006/main">
            <a:off x="12001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古い情報を最新版としていないか</a:t>
            </a:r>
          </a:p>
        </p:txBody>
      </p:sp>
    </p:spTree>
    <p:extLst>
      <p:ext uri="{BB962C8B-B14F-4D97-AF65-F5344CB8AC3E}">
        <p14:creationId xmlns:p14="http://schemas.microsoft.com/office/powerpoint/2010/main" val="259825441"/>
      </p:ext>
    </p:extLst>
  </p:cSld>
</p:sld>
</file>

<file path=ppt/slides/slide4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4" name="box-1386">
            <a:extLst xmlns:a="http://schemas.openxmlformats.org/drawingml/2006/main">
              <a:ext uri="{FF2B5EF4-FFF2-40B4-BE49-F238E27FC236}">
                <a16:creationId xmlns:a16="http://schemas.microsoft.com/office/drawing/2014/main" id="{BDD07AA4-BBA1-4B3B-B072-BB9E9C0613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387">
            <a:extLst xmlns:a="http://schemas.openxmlformats.org/drawingml/2006/main">
              <a:ext uri="{FF2B5EF4-FFF2-40B4-BE49-F238E27FC236}">
                <a16:creationId xmlns:a16="http://schemas.microsoft.com/office/drawing/2014/main" id="{F0F4EC32-475F-4DA7-8CA4-71745A7F1B65}"/>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388">
            <a:extLst xmlns:a="http://schemas.openxmlformats.org/drawingml/2006/main">
              <a:ext uri="{FF2B5EF4-FFF2-40B4-BE49-F238E27FC236}">
                <a16:creationId xmlns:a16="http://schemas.microsoft.com/office/drawing/2014/main" id="{799CED4F-36FC-4252-B3E2-D4C25E65340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原因・感情・専門判断を断定しません</a:t>
            </a:r>
          </a:p>
        </p:txBody>
      </p:sp>
      <p:sp>
        <p:nvSpPr>
          <p:cNvPr id="4" name="box-1389">
            <a:extLst xmlns:a="http://schemas.openxmlformats.org/drawingml/2006/main">
              <a:ext uri="{FF2B5EF4-FFF2-40B4-BE49-F238E27FC236}">
                <a16:creationId xmlns:a16="http://schemas.microsoft.com/office/drawing/2014/main" id="{579578C3-B3FF-4304-8F2F-9667C59F5CF0}"/>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390">
            <a:extLst xmlns:a="http://schemas.openxmlformats.org/drawingml/2006/main">
              <a:ext uri="{FF2B5EF4-FFF2-40B4-BE49-F238E27FC236}">
                <a16:creationId xmlns:a16="http://schemas.microsoft.com/office/drawing/2014/main" id="{0062752E-3158-46A5-B975-87BCDE21A17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391">
            <a:extLst xmlns:a="http://schemas.openxmlformats.org/drawingml/2006/main">
              <a:ext uri="{FF2B5EF4-FFF2-40B4-BE49-F238E27FC236}">
                <a16:creationId xmlns:a16="http://schemas.microsoft.com/office/drawing/2014/main" id="{2E9B0530-1C92-4C4F-9F2D-F2702039AFE0}"/>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要点｜AIは候補整理まで。安全・品質・診断・方針は担当者が判断する</a:t>
            </a:r>
          </a:p>
        </p:txBody>
      </p:sp>
      <p:sp>
        <p:nvSpPr>
          <p:cNvPr id="7" name="text-1392">
            <a:extLst xmlns:a="http://schemas.openxmlformats.org/drawingml/2006/main">
              <a:ext uri="{FF2B5EF4-FFF2-40B4-BE49-F238E27FC236}">
                <a16:creationId xmlns:a16="http://schemas.microsoft.com/office/drawing/2014/main" id="{9353FD6B-DDC2-429F-B11D-6CDCB8A40B5E}"/>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48</a:t>
            </a:r>
          </a:p>
        </p:txBody>
      </p:sp>
      <p:sp>
        <p:nvSpPr>
          <p:cNvPr id="8" name="box-1393">
            <a:extLst xmlns:a="http://schemas.openxmlformats.org/drawingml/2006/main">
              <a:ext uri="{FF2B5EF4-FFF2-40B4-BE49-F238E27FC236}">
                <a16:creationId xmlns:a16="http://schemas.microsoft.com/office/drawing/2014/main" id="{9965AC0F-336B-4CFE-B400-CCE67096FB01}"/>
              </a:ext>
            </a:extLst>
          </p:cNvPr>
          <p:cNvSpPr>
            <a:spLocks xmlns:a="http://schemas.openxmlformats.org/drawingml/2006/main" noGrp="1"/>
          </p:cNvSpPr>
          <p:nvPr/>
        </p:nvSpPr>
        <p:spPr>
          <a:xfrm xmlns:a="http://schemas.openxmlformats.org/drawingml/2006/main">
            <a:off x="552450" y="1428750"/>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9" name="text-1394">
            <a:extLst xmlns:a="http://schemas.openxmlformats.org/drawingml/2006/main">
              <a:ext uri="{FF2B5EF4-FFF2-40B4-BE49-F238E27FC236}">
                <a16:creationId xmlns:a16="http://schemas.microsoft.com/office/drawing/2014/main" id="{EC4E27A4-1D72-40E4-9ED6-AA4B9E03289C}"/>
              </a:ext>
            </a:extLst>
          </p:cNvPr>
          <p:cNvSpPr>
            <a:spLocks xmlns:a="http://schemas.openxmlformats.org/drawingml/2006/main" noGrp="1"/>
          </p:cNvSpPr>
          <p:nvPr/>
        </p:nvSpPr>
        <p:spPr>
          <a:xfrm xmlns:a="http://schemas.openxmlformats.org/drawingml/2006/main">
            <a:off x="7429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01</a:t>
            </a:r>
          </a:p>
        </p:txBody>
      </p:sp>
      <p:sp>
        <p:nvSpPr>
          <p:cNvPr id="10" name="text-1395">
            <a:extLst xmlns:a="http://schemas.openxmlformats.org/drawingml/2006/main">
              <a:ext uri="{FF2B5EF4-FFF2-40B4-BE49-F238E27FC236}">
                <a16:creationId xmlns:a16="http://schemas.microsoft.com/office/drawing/2014/main" id="{144BEB08-4F3D-4457-BB81-DD037CAA8DA4}"/>
              </a:ext>
            </a:extLst>
          </p:cNvPr>
          <p:cNvSpPr>
            <a:spLocks xmlns:a="http://schemas.openxmlformats.org/drawingml/2006/main" noGrp="1"/>
          </p:cNvSpPr>
          <p:nvPr/>
        </p:nvSpPr>
        <p:spPr>
          <a:xfrm xmlns:a="http://schemas.openxmlformats.org/drawingml/2006/main">
            <a:off x="7429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原因</a:t>
            </a:r>
          </a:p>
        </p:txBody>
      </p:sp>
      <p:sp>
        <p:nvSpPr>
          <p:cNvPr id="11" name="text-1396">
            <a:extLst xmlns:a="http://schemas.openxmlformats.org/drawingml/2006/main">
              <a:ext uri="{FF2B5EF4-FFF2-40B4-BE49-F238E27FC236}">
                <a16:creationId xmlns:a16="http://schemas.microsoft.com/office/drawing/2014/main" id="{D0FA26E0-9242-427C-BA0A-0C8B6D13FFF8}"/>
              </a:ext>
            </a:extLst>
          </p:cNvPr>
          <p:cNvSpPr>
            <a:spLocks xmlns:a="http://schemas.openxmlformats.org/drawingml/2006/main" noGrp="1"/>
          </p:cNvSpPr>
          <p:nvPr/>
        </p:nvSpPr>
        <p:spPr>
          <a:xfrm xmlns:a="http://schemas.openxmlformats.org/drawingml/2006/main">
            <a:off x="7429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原因仮説として表示し、調査へ</a:t>
            </a:r>
          </a:p>
        </p:txBody>
      </p:sp>
      <p:sp>
        <p:nvSpPr>
          <p:cNvPr id="12" name="box-1397">
            <a:extLst xmlns:a="http://schemas.openxmlformats.org/drawingml/2006/main">
              <a:ext uri="{FF2B5EF4-FFF2-40B4-BE49-F238E27FC236}">
                <a16:creationId xmlns:a16="http://schemas.microsoft.com/office/drawing/2014/main" id="{07B81A73-D60F-4C2D-B3A6-23846757E2FC}"/>
              </a:ext>
            </a:extLst>
          </p:cNvPr>
          <p:cNvSpPr>
            <a:spLocks xmlns:a="http://schemas.openxmlformats.org/drawingml/2006/main" noGrp="1"/>
          </p:cNvSpPr>
          <p:nvPr/>
        </p:nvSpPr>
        <p:spPr>
          <a:xfrm xmlns:a="http://schemas.openxmlformats.org/drawingml/2006/main">
            <a:off x="6153150" y="1428750"/>
            <a:ext cx="5448300" cy="2219325"/>
          </a:xfrm>
          <a:prstGeom xmlns:a="http://schemas.openxmlformats.org/drawingml/2006/main" prst="roundRect">
            <a:avLst>
              <a:gd name="adj" fmla="val 5150"/>
            </a:avLst>
          </a:prstGeom>
          <a:solidFill xmlns:a="http://schemas.openxmlformats.org/drawingml/2006/main">
            <a:srgbClr val="EEF4F8"/>
          </a:solidFill>
          <a:ln xmlns:a="http://schemas.openxmlformats.org/drawingml/2006/main" w="9525">
            <a:solidFill>
              <a:srgbClr val="D6E1E8"/>
            </a:solidFill>
            <a:prstDash val="solid"/>
          </a:ln>
        </p:spPr>
      </p:sp>
      <p:sp>
        <p:nvSpPr>
          <p:cNvPr id="13" name="text-1398">
            <a:extLst xmlns:a="http://schemas.openxmlformats.org/drawingml/2006/main">
              <a:ext uri="{FF2B5EF4-FFF2-40B4-BE49-F238E27FC236}">
                <a16:creationId xmlns:a16="http://schemas.microsoft.com/office/drawing/2014/main" id="{DFCDD357-1BC7-4375-AB2A-8C8F094ECAC0}"/>
              </a:ext>
            </a:extLst>
          </p:cNvPr>
          <p:cNvSpPr>
            <a:spLocks xmlns:a="http://schemas.openxmlformats.org/drawingml/2006/main" noGrp="1"/>
          </p:cNvSpPr>
          <p:nvPr/>
        </p:nvSpPr>
        <p:spPr>
          <a:xfrm xmlns:a="http://schemas.openxmlformats.org/drawingml/2006/main">
            <a:off x="6343650" y="158115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02</a:t>
            </a:r>
          </a:p>
        </p:txBody>
      </p:sp>
      <p:sp>
        <p:nvSpPr>
          <p:cNvPr id="14" name="text-1399">
            <a:extLst xmlns:a="http://schemas.openxmlformats.org/drawingml/2006/main">
              <a:ext uri="{FF2B5EF4-FFF2-40B4-BE49-F238E27FC236}">
                <a16:creationId xmlns:a16="http://schemas.microsoft.com/office/drawing/2014/main" id="{794BB600-5568-42EE-A5D4-11ACA65F1108}"/>
              </a:ext>
            </a:extLst>
          </p:cNvPr>
          <p:cNvSpPr>
            <a:spLocks xmlns:a="http://schemas.openxmlformats.org/drawingml/2006/main" noGrp="1"/>
          </p:cNvSpPr>
          <p:nvPr/>
        </p:nvSpPr>
        <p:spPr>
          <a:xfrm xmlns:a="http://schemas.openxmlformats.org/drawingml/2006/main">
            <a:off x="6343650" y="1885950"/>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感情</a:t>
            </a:r>
          </a:p>
        </p:txBody>
      </p:sp>
      <p:sp>
        <p:nvSpPr>
          <p:cNvPr id="15" name="text-1400">
            <a:extLst xmlns:a="http://schemas.openxmlformats.org/drawingml/2006/main">
              <a:ext uri="{FF2B5EF4-FFF2-40B4-BE49-F238E27FC236}">
                <a16:creationId xmlns:a16="http://schemas.microsoft.com/office/drawing/2014/main" id="{97570D05-935E-4C88-9A89-6C052964A536}"/>
              </a:ext>
            </a:extLst>
          </p:cNvPr>
          <p:cNvSpPr>
            <a:spLocks xmlns:a="http://schemas.openxmlformats.org/drawingml/2006/main" noGrp="1"/>
          </p:cNvSpPr>
          <p:nvPr/>
        </p:nvSpPr>
        <p:spPr>
          <a:xfrm xmlns:a="http://schemas.openxmlformats.org/drawingml/2006/main">
            <a:off x="6343650" y="2495550"/>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発言や観察を示し、断定しない</a:t>
            </a:r>
          </a:p>
        </p:txBody>
      </p:sp>
      <p:sp>
        <p:nvSpPr>
          <p:cNvPr id="16" name="box-1401">
            <a:extLst xmlns:a="http://schemas.openxmlformats.org/drawingml/2006/main">
              <a:ext uri="{FF2B5EF4-FFF2-40B4-BE49-F238E27FC236}">
                <a16:creationId xmlns:a16="http://schemas.microsoft.com/office/drawing/2014/main" id="{8DA3549C-EED6-40C1-8C5C-5B584712F2B2}"/>
              </a:ext>
            </a:extLst>
          </p:cNvPr>
          <p:cNvSpPr>
            <a:spLocks xmlns:a="http://schemas.openxmlformats.org/drawingml/2006/main" noGrp="1"/>
          </p:cNvSpPr>
          <p:nvPr/>
        </p:nvSpPr>
        <p:spPr>
          <a:xfrm xmlns:a="http://schemas.openxmlformats.org/drawingml/2006/main">
            <a:off x="552450" y="3800475"/>
            <a:ext cx="5448300" cy="2219325"/>
          </a:xfrm>
          <a:prstGeom xmlns:a="http://schemas.openxmlformats.org/drawingml/2006/main" prst="roundRect">
            <a:avLst>
              <a:gd name="adj" fmla="val 5150"/>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402">
            <a:extLst xmlns:a="http://schemas.openxmlformats.org/drawingml/2006/main">
              <a:ext uri="{FF2B5EF4-FFF2-40B4-BE49-F238E27FC236}">
                <a16:creationId xmlns:a16="http://schemas.microsoft.com/office/drawing/2014/main" id="{889A841C-4155-4F4D-AB8E-549ADFCFBA1A}"/>
              </a:ext>
            </a:extLst>
          </p:cNvPr>
          <p:cNvSpPr>
            <a:spLocks xmlns:a="http://schemas.openxmlformats.org/drawingml/2006/main" noGrp="1"/>
          </p:cNvSpPr>
          <p:nvPr/>
        </p:nvSpPr>
        <p:spPr>
          <a:xfrm xmlns:a="http://schemas.openxmlformats.org/drawingml/2006/main">
            <a:off x="7429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03</a:t>
            </a:r>
          </a:p>
        </p:txBody>
      </p:sp>
      <p:sp>
        <p:nvSpPr>
          <p:cNvPr id="18" name="text-1403">
            <a:extLst xmlns:a="http://schemas.openxmlformats.org/drawingml/2006/main">
              <a:ext uri="{FF2B5EF4-FFF2-40B4-BE49-F238E27FC236}">
                <a16:creationId xmlns:a16="http://schemas.microsoft.com/office/drawing/2014/main" id="{25C5272D-3115-4794-8AC4-8D50D490DCDA}"/>
              </a:ext>
            </a:extLst>
          </p:cNvPr>
          <p:cNvSpPr>
            <a:spLocks xmlns:a="http://schemas.openxmlformats.org/drawingml/2006/main" noGrp="1"/>
          </p:cNvSpPr>
          <p:nvPr/>
        </p:nvSpPr>
        <p:spPr>
          <a:xfrm xmlns:a="http://schemas.openxmlformats.org/drawingml/2006/main">
            <a:off x="7429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安全・品質</a:t>
            </a:r>
          </a:p>
        </p:txBody>
      </p:sp>
      <p:sp>
        <p:nvSpPr>
          <p:cNvPr id="19" name="text-1404">
            <a:extLst xmlns:a="http://schemas.openxmlformats.org/drawingml/2006/main">
              <a:ext uri="{FF2B5EF4-FFF2-40B4-BE49-F238E27FC236}">
                <a16:creationId xmlns:a16="http://schemas.microsoft.com/office/drawing/2014/main" id="{A2A7CDE5-5090-4F18-A4BA-DF40921F9945}"/>
              </a:ext>
            </a:extLst>
          </p:cNvPr>
          <p:cNvSpPr>
            <a:spLocks xmlns:a="http://schemas.openxmlformats.org/drawingml/2006/main" noGrp="1"/>
          </p:cNvSpPr>
          <p:nvPr/>
        </p:nvSpPr>
        <p:spPr>
          <a:xfrm xmlns:a="http://schemas.openxmlformats.org/drawingml/2006/main">
            <a:off x="7429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現場責任者・有資格者が判断</a:t>
            </a:r>
          </a:p>
        </p:txBody>
      </p:sp>
      <p:sp>
        <p:nvSpPr>
          <p:cNvPr id="20" name="box-1405">
            <a:extLst xmlns:a="http://schemas.openxmlformats.org/drawingml/2006/main">
              <a:ext uri="{FF2B5EF4-FFF2-40B4-BE49-F238E27FC236}">
                <a16:creationId xmlns:a16="http://schemas.microsoft.com/office/drawing/2014/main" id="{CD588199-7E06-4751-99D7-45A784D2C0A3}"/>
              </a:ext>
            </a:extLst>
          </p:cNvPr>
          <p:cNvSpPr>
            <a:spLocks xmlns:a="http://schemas.openxmlformats.org/drawingml/2006/main" noGrp="1"/>
          </p:cNvSpPr>
          <p:nvPr/>
        </p:nvSpPr>
        <p:spPr>
          <a:xfrm xmlns:a="http://schemas.openxmlformats.org/drawingml/2006/main">
            <a:off x="6153150" y="3800475"/>
            <a:ext cx="5448300" cy="2219325"/>
          </a:xfrm>
          <a:prstGeom xmlns:a="http://schemas.openxmlformats.org/drawingml/2006/main" prst="roundRect">
            <a:avLst>
              <a:gd name="adj" fmla="val 5150"/>
            </a:avLst>
          </a:prstGeom>
          <a:solidFill xmlns:a="http://schemas.openxmlformats.org/drawingml/2006/main">
            <a:srgbClr val="E7F5F3"/>
          </a:solidFill>
          <a:ln xmlns:a="http://schemas.openxmlformats.org/drawingml/2006/main" w="9525">
            <a:solidFill>
              <a:srgbClr val="D6E1E8"/>
            </a:solidFill>
            <a:prstDash val="solid"/>
          </a:ln>
        </p:spPr>
      </p:sp>
      <p:sp>
        <p:nvSpPr>
          <p:cNvPr id="21" name="text-1406">
            <a:extLst xmlns:a="http://schemas.openxmlformats.org/drawingml/2006/main">
              <a:ext uri="{FF2B5EF4-FFF2-40B4-BE49-F238E27FC236}">
                <a16:creationId xmlns:a16="http://schemas.microsoft.com/office/drawing/2014/main" id="{1C7BDAD1-20C5-49B0-97B5-E0DA99BB9D37}"/>
              </a:ext>
            </a:extLst>
          </p:cNvPr>
          <p:cNvSpPr>
            <a:spLocks xmlns:a="http://schemas.openxmlformats.org/drawingml/2006/main" noGrp="1"/>
          </p:cNvSpPr>
          <p:nvPr/>
        </p:nvSpPr>
        <p:spPr>
          <a:xfrm xmlns:a="http://schemas.openxmlformats.org/drawingml/2006/main">
            <a:off x="6343650" y="395287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138E89"/>
                </a:solidFill>
                <a:latin typeface="Hiragino Sans"/>
                <a:ea typeface="Hiragino Sans"/>
                <a:cs typeface="Hiragino Sans"/>
              </a:defRPr>
            </a:pPr>
            <a:r>
              <a:rPr sz="975" b="1">
                <a:solidFill>
                  <a:srgbClr val="138E89"/>
                </a:solidFill>
                <a:latin typeface="Hiragino Sans"/>
                <a:ea typeface="Hiragino Sans"/>
                <a:cs typeface="Hiragino Sans"/>
              </a:rPr>
              <a:t>04</a:t>
            </a:r>
          </a:p>
        </p:txBody>
      </p:sp>
      <p:sp>
        <p:nvSpPr>
          <p:cNvPr id="22" name="text-1407">
            <a:extLst xmlns:a="http://schemas.openxmlformats.org/drawingml/2006/main">
              <a:ext uri="{FF2B5EF4-FFF2-40B4-BE49-F238E27FC236}">
                <a16:creationId xmlns:a16="http://schemas.microsoft.com/office/drawing/2014/main" id="{3A1D4477-427A-4EF3-9415-7B9FE8F36369}"/>
              </a:ext>
            </a:extLst>
          </p:cNvPr>
          <p:cNvSpPr>
            <a:spLocks xmlns:a="http://schemas.openxmlformats.org/drawingml/2006/main" noGrp="1"/>
          </p:cNvSpPr>
          <p:nvPr/>
        </p:nvSpPr>
        <p:spPr>
          <a:xfrm xmlns:a="http://schemas.openxmlformats.org/drawingml/2006/main">
            <a:off x="6343650" y="4257675"/>
            <a:ext cx="506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75" b="1">
                <a:solidFill>
                  <a:srgbClr val="14364F"/>
                </a:solidFill>
                <a:latin typeface="Hiragino Sans"/>
                <a:ea typeface="Hiragino Sans"/>
                <a:cs typeface="Hiragino Sans"/>
              </a:defRPr>
            </a:pPr>
            <a:r>
              <a:rPr sz="1575" b="1">
                <a:solidFill>
                  <a:srgbClr val="14364F"/>
                </a:solidFill>
                <a:latin typeface="Hiragino Sans"/>
                <a:ea typeface="Hiragino Sans"/>
                <a:cs typeface="Hiragino Sans"/>
              </a:rPr>
              <a:t>介護・医療</a:t>
            </a:r>
          </a:p>
        </p:txBody>
      </p:sp>
      <p:sp>
        <p:nvSpPr>
          <p:cNvPr id="23" name="text-1408">
            <a:extLst xmlns:a="http://schemas.openxmlformats.org/drawingml/2006/main">
              <a:ext uri="{FF2B5EF4-FFF2-40B4-BE49-F238E27FC236}">
                <a16:creationId xmlns:a16="http://schemas.microsoft.com/office/drawing/2014/main" id="{38DB6447-D54B-4AFE-ABE0-20EE1E7080B0}"/>
              </a:ext>
            </a:extLst>
          </p:cNvPr>
          <p:cNvSpPr>
            <a:spLocks xmlns:a="http://schemas.openxmlformats.org/drawingml/2006/main" noGrp="1"/>
          </p:cNvSpPr>
          <p:nvPr/>
        </p:nvSpPr>
        <p:spPr>
          <a:xfrm xmlns:a="http://schemas.openxmlformats.org/drawingml/2006/main">
            <a:off x="6343650" y="4867275"/>
            <a:ext cx="50673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診断・服薬・緊急性・方針をAIに任せない</a:t>
            </a:r>
          </a:p>
        </p:txBody>
      </p:sp>
    </p:spTree>
    <p:extLst>
      <p:ext uri="{BB962C8B-B14F-4D97-AF65-F5344CB8AC3E}">
        <p14:creationId xmlns:p14="http://schemas.microsoft.com/office/powerpoint/2010/main" val="839652287"/>
      </p:ext>
    </p:extLst>
  </p:cSld>
</p:sld>
</file>

<file path=ppt/slides/slide4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1409">
            <a:extLst xmlns:a="http://schemas.openxmlformats.org/drawingml/2006/main">
              <a:ext uri="{FF2B5EF4-FFF2-40B4-BE49-F238E27FC236}">
                <a16:creationId xmlns:a16="http://schemas.microsoft.com/office/drawing/2014/main" id="{4791B12C-C4CC-4374-9A0E-C46E495473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410">
            <a:extLst xmlns:a="http://schemas.openxmlformats.org/drawingml/2006/main">
              <a:ext uri="{FF2B5EF4-FFF2-40B4-BE49-F238E27FC236}">
                <a16:creationId xmlns:a16="http://schemas.microsoft.com/office/drawing/2014/main" id="{51698BB4-9110-4090-805A-1EAA80B64B0C}"/>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6  /  AIの間違いを見抜き、直す</a:t>
            </a:r>
          </a:p>
        </p:txBody>
      </p:sp>
      <p:sp>
        <p:nvSpPr>
          <p:cNvPr id="3" name="text-1411">
            <a:extLst xmlns:a="http://schemas.openxmlformats.org/drawingml/2006/main">
              <a:ext uri="{FF2B5EF4-FFF2-40B4-BE49-F238E27FC236}">
                <a16:creationId xmlns:a16="http://schemas.microsoft.com/office/drawing/2014/main" id="{20133B17-95F6-420A-9656-A4FCEA26282B}"/>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照合チェックは、六項目で固定します</a:t>
            </a:r>
          </a:p>
        </p:txBody>
      </p:sp>
      <p:sp>
        <p:nvSpPr>
          <p:cNvPr id="4" name="box-1412">
            <a:extLst xmlns:a="http://schemas.openxmlformats.org/drawingml/2006/main">
              <a:ext uri="{FF2B5EF4-FFF2-40B4-BE49-F238E27FC236}">
                <a16:creationId xmlns:a16="http://schemas.microsoft.com/office/drawing/2014/main" id="{36DE454C-9AE2-45A1-A197-BDD2F02085CC}"/>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413">
            <a:extLst xmlns:a="http://schemas.openxmlformats.org/drawingml/2006/main">
              <a:ext uri="{FF2B5EF4-FFF2-40B4-BE49-F238E27FC236}">
                <a16:creationId xmlns:a16="http://schemas.microsoft.com/office/drawing/2014/main" id="{7D238962-E0CC-498C-95B8-A620401EF4AE}"/>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414">
            <a:extLst xmlns:a="http://schemas.openxmlformats.org/drawingml/2006/main">
              <a:ext uri="{FF2B5EF4-FFF2-40B4-BE49-F238E27FC236}">
                <a16:creationId xmlns:a16="http://schemas.microsoft.com/office/drawing/2014/main" id="{BA026098-B3F5-4F94-9E97-4738378A267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要点｜毎回同じ順序で確認すると、抜けと属人化が減る</a:t>
            </a:r>
          </a:p>
        </p:txBody>
      </p:sp>
      <p:sp>
        <p:nvSpPr>
          <p:cNvPr id="7" name="text-1415">
            <a:extLst xmlns:a="http://schemas.openxmlformats.org/drawingml/2006/main">
              <a:ext uri="{FF2B5EF4-FFF2-40B4-BE49-F238E27FC236}">
                <a16:creationId xmlns:a16="http://schemas.microsoft.com/office/drawing/2014/main" id="{B59C0640-7DA0-43FD-899B-1E9A10364CC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49</a:t>
            </a:r>
          </a:p>
        </p:txBody>
      </p:sp>
      <p:sp>
        <p:nvSpPr>
          <p:cNvPr id="8" name="box-1416">
            <a:extLst xmlns:a="http://schemas.openxmlformats.org/drawingml/2006/main">
              <a:ext uri="{FF2B5EF4-FFF2-40B4-BE49-F238E27FC236}">
                <a16:creationId xmlns:a16="http://schemas.microsoft.com/office/drawing/2014/main" id="{567BA1AE-E947-46EB-AB6F-E1F1E174CA16}"/>
              </a:ext>
            </a:extLst>
          </p:cNvPr>
          <p:cNvSpPr>
            <a:spLocks xmlns:a="http://schemas.openxmlformats.org/drawingml/2006/main" noGrp="1"/>
          </p:cNvSpPr>
          <p:nvPr/>
        </p:nvSpPr>
        <p:spPr>
          <a:xfrm xmlns:a="http://schemas.openxmlformats.org/drawingml/2006/main">
            <a:off x="5524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9" name="box-1417">
            <a:extLst xmlns:a="http://schemas.openxmlformats.org/drawingml/2006/main">
              <a:ext uri="{FF2B5EF4-FFF2-40B4-BE49-F238E27FC236}">
                <a16:creationId xmlns:a16="http://schemas.microsoft.com/office/drawing/2014/main" id="{C73F345D-5B3F-40AB-AFD8-FEF0A9BCD0CC}"/>
              </a:ext>
            </a:extLst>
          </p:cNvPr>
          <p:cNvSpPr>
            <a:spLocks xmlns:a="http://schemas.openxmlformats.org/drawingml/2006/main" noGrp="1"/>
          </p:cNvSpPr>
          <p:nvPr/>
        </p:nvSpPr>
        <p:spPr>
          <a:xfrm xmlns:a="http://schemas.openxmlformats.org/drawingml/2006/main">
            <a:off x="7429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0" name="text-1418">
            <a:extLst xmlns:a="http://schemas.openxmlformats.org/drawingml/2006/main">
              <a:ext uri="{FF2B5EF4-FFF2-40B4-BE49-F238E27FC236}">
                <a16:creationId xmlns:a16="http://schemas.microsoft.com/office/drawing/2014/main" id="{16FB4548-98F0-4872-B719-50E235B1244C}"/>
              </a:ext>
            </a:extLst>
          </p:cNvPr>
          <p:cNvSpPr>
            <a:spLocks xmlns:a="http://schemas.openxmlformats.org/drawingml/2006/main" noGrp="1"/>
          </p:cNvSpPr>
          <p:nvPr/>
        </p:nvSpPr>
        <p:spPr>
          <a:xfrm xmlns:a="http://schemas.openxmlformats.org/drawingml/2006/main">
            <a:off x="7429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1" name="text-1419">
            <a:extLst xmlns:a="http://schemas.openxmlformats.org/drawingml/2006/main">
              <a:ext uri="{FF2B5EF4-FFF2-40B4-BE49-F238E27FC236}">
                <a16:creationId xmlns:a16="http://schemas.microsoft.com/office/drawing/2014/main" id="{77AE1FEE-672A-4813-AC03-4549CAAE0D3C}"/>
              </a:ext>
            </a:extLst>
          </p:cNvPr>
          <p:cNvSpPr>
            <a:spLocks xmlns:a="http://schemas.openxmlformats.org/drawingml/2006/main" noGrp="1"/>
          </p:cNvSpPr>
          <p:nvPr/>
        </p:nvSpPr>
        <p:spPr>
          <a:xfrm xmlns:a="http://schemas.openxmlformats.org/drawingml/2006/main">
            <a:off x="12001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数値・日付・固有名詞</a:t>
            </a:r>
          </a:p>
        </p:txBody>
      </p:sp>
      <p:sp>
        <p:nvSpPr>
          <p:cNvPr id="12" name="box-1420">
            <a:extLst xmlns:a="http://schemas.openxmlformats.org/drawingml/2006/main">
              <a:ext uri="{FF2B5EF4-FFF2-40B4-BE49-F238E27FC236}">
                <a16:creationId xmlns:a16="http://schemas.microsoft.com/office/drawing/2014/main" id="{B32FF0ED-3588-404B-A70E-0892AC9E362C}"/>
              </a:ext>
            </a:extLst>
          </p:cNvPr>
          <p:cNvSpPr>
            <a:spLocks xmlns:a="http://schemas.openxmlformats.org/drawingml/2006/main" noGrp="1"/>
          </p:cNvSpPr>
          <p:nvPr/>
        </p:nvSpPr>
        <p:spPr>
          <a:xfrm xmlns:a="http://schemas.openxmlformats.org/drawingml/2006/main">
            <a:off x="6153150" y="14668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3" name="box-1421">
            <a:extLst xmlns:a="http://schemas.openxmlformats.org/drawingml/2006/main">
              <a:ext uri="{FF2B5EF4-FFF2-40B4-BE49-F238E27FC236}">
                <a16:creationId xmlns:a16="http://schemas.microsoft.com/office/drawing/2014/main" id="{258E75AA-9761-4E89-AE68-7D7A0D7F8FC1}"/>
              </a:ext>
            </a:extLst>
          </p:cNvPr>
          <p:cNvSpPr>
            <a:spLocks xmlns:a="http://schemas.openxmlformats.org/drawingml/2006/main" noGrp="1"/>
          </p:cNvSpPr>
          <p:nvPr/>
        </p:nvSpPr>
        <p:spPr>
          <a:xfrm xmlns:a="http://schemas.openxmlformats.org/drawingml/2006/main">
            <a:off x="6343650" y="20193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4" name="text-1422">
            <a:extLst xmlns:a="http://schemas.openxmlformats.org/drawingml/2006/main">
              <a:ext uri="{FF2B5EF4-FFF2-40B4-BE49-F238E27FC236}">
                <a16:creationId xmlns:a16="http://schemas.microsoft.com/office/drawing/2014/main" id="{4502479A-21E1-455A-89EE-BAB2F52E0F73}"/>
              </a:ext>
            </a:extLst>
          </p:cNvPr>
          <p:cNvSpPr>
            <a:spLocks xmlns:a="http://schemas.openxmlformats.org/drawingml/2006/main" noGrp="1"/>
          </p:cNvSpPr>
          <p:nvPr/>
        </p:nvSpPr>
        <p:spPr>
          <a:xfrm xmlns:a="http://schemas.openxmlformats.org/drawingml/2006/main">
            <a:off x="6343650" y="2057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5" name="text-1423">
            <a:extLst xmlns:a="http://schemas.openxmlformats.org/drawingml/2006/main">
              <a:ext uri="{FF2B5EF4-FFF2-40B4-BE49-F238E27FC236}">
                <a16:creationId xmlns:a16="http://schemas.microsoft.com/office/drawing/2014/main" id="{1D2BAD4D-D476-448D-9CE7-2F9520062EC6}"/>
              </a:ext>
            </a:extLst>
          </p:cNvPr>
          <p:cNvSpPr>
            <a:spLocks xmlns:a="http://schemas.openxmlformats.org/drawingml/2006/main" noGrp="1"/>
          </p:cNvSpPr>
          <p:nvPr/>
        </p:nvSpPr>
        <p:spPr>
          <a:xfrm xmlns:a="http://schemas.openxmlformats.org/drawingml/2006/main">
            <a:off x="6800850" y="16002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事実／発言／観察／解釈の区別</a:t>
            </a:r>
          </a:p>
        </p:txBody>
      </p:sp>
      <p:sp>
        <p:nvSpPr>
          <p:cNvPr id="16" name="box-1424">
            <a:extLst xmlns:a="http://schemas.openxmlformats.org/drawingml/2006/main">
              <a:ext uri="{FF2B5EF4-FFF2-40B4-BE49-F238E27FC236}">
                <a16:creationId xmlns:a16="http://schemas.microsoft.com/office/drawing/2014/main" id="{E918793A-3BA4-44FF-A8A9-428B5A0AECD7}"/>
              </a:ext>
            </a:extLst>
          </p:cNvPr>
          <p:cNvSpPr>
            <a:spLocks xmlns:a="http://schemas.openxmlformats.org/drawingml/2006/main" noGrp="1"/>
          </p:cNvSpPr>
          <p:nvPr/>
        </p:nvSpPr>
        <p:spPr>
          <a:xfrm xmlns:a="http://schemas.openxmlformats.org/drawingml/2006/main">
            <a:off x="5524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17" name="box-1425">
            <a:extLst xmlns:a="http://schemas.openxmlformats.org/drawingml/2006/main">
              <a:ext uri="{FF2B5EF4-FFF2-40B4-BE49-F238E27FC236}">
                <a16:creationId xmlns:a16="http://schemas.microsoft.com/office/drawing/2014/main" id="{A4F2809D-6698-47E9-A45D-53284FB22F23}"/>
              </a:ext>
            </a:extLst>
          </p:cNvPr>
          <p:cNvSpPr>
            <a:spLocks xmlns:a="http://schemas.openxmlformats.org/drawingml/2006/main" noGrp="1"/>
          </p:cNvSpPr>
          <p:nvPr/>
        </p:nvSpPr>
        <p:spPr>
          <a:xfrm xmlns:a="http://schemas.openxmlformats.org/drawingml/2006/main">
            <a:off x="7429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18" name="text-1426">
            <a:extLst xmlns:a="http://schemas.openxmlformats.org/drawingml/2006/main">
              <a:ext uri="{FF2B5EF4-FFF2-40B4-BE49-F238E27FC236}">
                <a16:creationId xmlns:a16="http://schemas.microsoft.com/office/drawing/2014/main" id="{1DAA462A-8269-48C0-B296-1416EB73CF57}"/>
              </a:ext>
            </a:extLst>
          </p:cNvPr>
          <p:cNvSpPr>
            <a:spLocks xmlns:a="http://schemas.openxmlformats.org/drawingml/2006/main" noGrp="1"/>
          </p:cNvSpPr>
          <p:nvPr/>
        </p:nvSpPr>
        <p:spPr>
          <a:xfrm xmlns:a="http://schemas.openxmlformats.org/drawingml/2006/main">
            <a:off x="7429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19" name="text-1427">
            <a:extLst xmlns:a="http://schemas.openxmlformats.org/drawingml/2006/main">
              <a:ext uri="{FF2B5EF4-FFF2-40B4-BE49-F238E27FC236}">
                <a16:creationId xmlns:a16="http://schemas.microsoft.com/office/drawing/2014/main" id="{0D5A3453-F5FC-485C-9D7A-C9DCF44912D8}"/>
              </a:ext>
            </a:extLst>
          </p:cNvPr>
          <p:cNvSpPr>
            <a:spLocks xmlns:a="http://schemas.openxmlformats.org/drawingml/2006/main" noGrp="1"/>
          </p:cNvSpPr>
          <p:nvPr/>
        </p:nvSpPr>
        <p:spPr>
          <a:xfrm xmlns:a="http://schemas.openxmlformats.org/drawingml/2006/main">
            <a:off x="12001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希望／決定／検討中の区別</a:t>
            </a:r>
          </a:p>
        </p:txBody>
      </p:sp>
      <p:sp>
        <p:nvSpPr>
          <p:cNvPr id="20" name="box-1428">
            <a:extLst xmlns:a="http://schemas.openxmlformats.org/drawingml/2006/main">
              <a:ext uri="{FF2B5EF4-FFF2-40B4-BE49-F238E27FC236}">
                <a16:creationId xmlns:a16="http://schemas.microsoft.com/office/drawing/2014/main" id="{AEBE9724-ADB0-4FDB-9C36-CFC6FD0D6478}"/>
              </a:ext>
            </a:extLst>
          </p:cNvPr>
          <p:cNvSpPr>
            <a:spLocks xmlns:a="http://schemas.openxmlformats.org/drawingml/2006/main" noGrp="1"/>
          </p:cNvSpPr>
          <p:nvPr/>
        </p:nvSpPr>
        <p:spPr>
          <a:xfrm xmlns:a="http://schemas.openxmlformats.org/drawingml/2006/main">
            <a:off x="6153150" y="300990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1" name="box-1429">
            <a:extLst xmlns:a="http://schemas.openxmlformats.org/drawingml/2006/main">
              <a:ext uri="{FF2B5EF4-FFF2-40B4-BE49-F238E27FC236}">
                <a16:creationId xmlns:a16="http://schemas.microsoft.com/office/drawing/2014/main" id="{D83E5E3F-31F3-4E53-BA0C-F757204F723F}"/>
              </a:ext>
            </a:extLst>
          </p:cNvPr>
          <p:cNvSpPr>
            <a:spLocks xmlns:a="http://schemas.openxmlformats.org/drawingml/2006/main" noGrp="1"/>
          </p:cNvSpPr>
          <p:nvPr/>
        </p:nvSpPr>
        <p:spPr>
          <a:xfrm xmlns:a="http://schemas.openxmlformats.org/drawingml/2006/main">
            <a:off x="6343650" y="356235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2" name="text-1430">
            <a:extLst xmlns:a="http://schemas.openxmlformats.org/drawingml/2006/main">
              <a:ext uri="{FF2B5EF4-FFF2-40B4-BE49-F238E27FC236}">
                <a16:creationId xmlns:a16="http://schemas.microsoft.com/office/drawing/2014/main" id="{B5565283-4CF3-46D4-8C12-A7F550A7A9BD}"/>
              </a:ext>
            </a:extLst>
          </p:cNvPr>
          <p:cNvSpPr>
            <a:spLocks xmlns:a="http://schemas.openxmlformats.org/drawingml/2006/main" noGrp="1"/>
          </p:cNvSpPr>
          <p:nvPr/>
        </p:nvSpPr>
        <p:spPr>
          <a:xfrm xmlns:a="http://schemas.openxmlformats.org/drawingml/2006/main">
            <a:off x="6343650" y="3600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3" name="text-1431">
            <a:extLst xmlns:a="http://schemas.openxmlformats.org/drawingml/2006/main">
              <a:ext uri="{FF2B5EF4-FFF2-40B4-BE49-F238E27FC236}">
                <a16:creationId xmlns:a16="http://schemas.microsoft.com/office/drawing/2014/main" id="{DD59B107-92ED-421B-BC03-A52B6CAF1379}"/>
              </a:ext>
            </a:extLst>
          </p:cNvPr>
          <p:cNvSpPr>
            <a:spLocks xmlns:a="http://schemas.openxmlformats.org/drawingml/2006/main" noGrp="1"/>
          </p:cNvSpPr>
          <p:nvPr/>
        </p:nvSpPr>
        <p:spPr>
          <a:xfrm xmlns:a="http://schemas.openxmlformats.org/drawingml/2006/main">
            <a:off x="6800850" y="314325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未確認・矛盾の保持</a:t>
            </a:r>
          </a:p>
        </p:txBody>
      </p:sp>
      <p:sp>
        <p:nvSpPr>
          <p:cNvPr id="24" name="box-1432">
            <a:extLst xmlns:a="http://schemas.openxmlformats.org/drawingml/2006/main">
              <a:ext uri="{FF2B5EF4-FFF2-40B4-BE49-F238E27FC236}">
                <a16:creationId xmlns:a16="http://schemas.microsoft.com/office/drawing/2014/main" id="{3A85A46F-0269-4859-8F89-635A72C990A9}"/>
              </a:ext>
            </a:extLst>
          </p:cNvPr>
          <p:cNvSpPr>
            <a:spLocks xmlns:a="http://schemas.openxmlformats.org/drawingml/2006/main" noGrp="1"/>
          </p:cNvSpPr>
          <p:nvPr/>
        </p:nvSpPr>
        <p:spPr>
          <a:xfrm xmlns:a="http://schemas.openxmlformats.org/drawingml/2006/main">
            <a:off x="5524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5" name="box-1433">
            <a:extLst xmlns:a="http://schemas.openxmlformats.org/drawingml/2006/main">
              <a:ext uri="{FF2B5EF4-FFF2-40B4-BE49-F238E27FC236}">
                <a16:creationId xmlns:a16="http://schemas.microsoft.com/office/drawing/2014/main" id="{57641D02-3133-444F-A834-B176BF09AA6C}"/>
              </a:ext>
            </a:extLst>
          </p:cNvPr>
          <p:cNvSpPr>
            <a:spLocks xmlns:a="http://schemas.openxmlformats.org/drawingml/2006/main" noGrp="1"/>
          </p:cNvSpPr>
          <p:nvPr/>
        </p:nvSpPr>
        <p:spPr>
          <a:xfrm xmlns:a="http://schemas.openxmlformats.org/drawingml/2006/main">
            <a:off x="7429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26" name="text-1434">
            <a:extLst xmlns:a="http://schemas.openxmlformats.org/drawingml/2006/main">
              <a:ext uri="{FF2B5EF4-FFF2-40B4-BE49-F238E27FC236}">
                <a16:creationId xmlns:a16="http://schemas.microsoft.com/office/drawing/2014/main" id="{D288ECAE-AB6D-467A-B906-031E1D170A56}"/>
              </a:ext>
            </a:extLst>
          </p:cNvPr>
          <p:cNvSpPr>
            <a:spLocks xmlns:a="http://schemas.openxmlformats.org/drawingml/2006/main" noGrp="1"/>
          </p:cNvSpPr>
          <p:nvPr/>
        </p:nvSpPr>
        <p:spPr>
          <a:xfrm xmlns:a="http://schemas.openxmlformats.org/drawingml/2006/main">
            <a:off x="7429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27" name="text-1435">
            <a:extLst xmlns:a="http://schemas.openxmlformats.org/drawingml/2006/main">
              <a:ext uri="{FF2B5EF4-FFF2-40B4-BE49-F238E27FC236}">
                <a16:creationId xmlns:a16="http://schemas.microsoft.com/office/drawing/2014/main" id="{4A8473A0-8640-4BBB-B0A3-CD5B57C072F8}"/>
              </a:ext>
            </a:extLst>
          </p:cNvPr>
          <p:cNvSpPr>
            <a:spLocks xmlns:a="http://schemas.openxmlformats.org/drawingml/2006/main" noGrp="1"/>
          </p:cNvSpPr>
          <p:nvPr/>
        </p:nvSpPr>
        <p:spPr>
          <a:xfrm xmlns:a="http://schemas.openxmlformats.org/drawingml/2006/main">
            <a:off x="12001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原資料ID・引用の一致</a:t>
            </a:r>
          </a:p>
        </p:txBody>
      </p:sp>
      <p:sp>
        <p:nvSpPr>
          <p:cNvPr id="28" name="box-1436">
            <a:extLst xmlns:a="http://schemas.openxmlformats.org/drawingml/2006/main">
              <a:ext uri="{FF2B5EF4-FFF2-40B4-BE49-F238E27FC236}">
                <a16:creationId xmlns:a16="http://schemas.microsoft.com/office/drawing/2014/main" id="{84E6C2A8-5A4E-466E-91B6-B07D23530296}"/>
              </a:ext>
            </a:extLst>
          </p:cNvPr>
          <p:cNvSpPr>
            <a:spLocks xmlns:a="http://schemas.openxmlformats.org/drawingml/2006/main" noGrp="1"/>
          </p:cNvSpPr>
          <p:nvPr/>
        </p:nvSpPr>
        <p:spPr>
          <a:xfrm xmlns:a="http://schemas.openxmlformats.org/drawingml/2006/main">
            <a:off x="6153150" y="4552950"/>
            <a:ext cx="5448300" cy="1390650"/>
          </a:xfrm>
          <a:prstGeom xmlns:a="http://schemas.openxmlformats.org/drawingml/2006/main" prst="roundRect">
            <a:avLst>
              <a:gd name="adj" fmla="val 8219"/>
            </a:avLst>
          </a:prstGeom>
          <a:solidFill xmlns:a="http://schemas.openxmlformats.org/drawingml/2006/main">
            <a:srgbClr val="FFFFFF"/>
          </a:solidFill>
          <a:ln xmlns:a="http://schemas.openxmlformats.org/drawingml/2006/main" w="9525">
            <a:solidFill>
              <a:srgbClr val="D6E1E8"/>
            </a:solidFill>
            <a:prstDash val="solid"/>
          </a:ln>
        </p:spPr>
      </p:sp>
      <p:sp>
        <p:nvSpPr>
          <p:cNvPr id="29" name="box-1437">
            <a:extLst xmlns:a="http://schemas.openxmlformats.org/drawingml/2006/main">
              <a:ext uri="{FF2B5EF4-FFF2-40B4-BE49-F238E27FC236}">
                <a16:creationId xmlns:a16="http://schemas.microsoft.com/office/drawing/2014/main" id="{B4CB9F3D-5DCD-4F0E-A683-90C09D194683}"/>
              </a:ext>
            </a:extLst>
          </p:cNvPr>
          <p:cNvSpPr>
            <a:spLocks xmlns:a="http://schemas.openxmlformats.org/drawingml/2006/main" noGrp="1"/>
          </p:cNvSpPr>
          <p:nvPr/>
        </p:nvSpPr>
        <p:spPr>
          <a:xfrm xmlns:a="http://schemas.openxmlformats.org/drawingml/2006/main">
            <a:off x="6343650" y="5105400"/>
            <a:ext cx="285750" cy="285750"/>
          </a:xfrm>
          <a:prstGeom xmlns:a="http://schemas.openxmlformats.org/drawingml/2006/main" prst="roundRect">
            <a:avLst>
              <a:gd name="adj" fmla="val 20000"/>
            </a:avLst>
          </a:prstGeom>
          <a:solidFill xmlns:a="http://schemas.openxmlformats.org/drawingml/2006/main">
            <a:srgbClr val="E7F5F3"/>
          </a:solidFill>
          <a:ln xmlns:a="http://schemas.openxmlformats.org/drawingml/2006/main" w="9525">
            <a:solidFill>
              <a:srgbClr val="138E89"/>
            </a:solidFill>
            <a:prstDash val="solid"/>
          </a:ln>
        </p:spPr>
      </p:sp>
      <p:sp>
        <p:nvSpPr>
          <p:cNvPr id="30" name="text-1438">
            <a:extLst xmlns:a="http://schemas.openxmlformats.org/drawingml/2006/main">
              <a:ext uri="{FF2B5EF4-FFF2-40B4-BE49-F238E27FC236}">
                <a16:creationId xmlns:a16="http://schemas.microsoft.com/office/drawing/2014/main" id="{51462FEF-F85F-4453-8E40-4F60413B8017}"/>
              </a:ext>
            </a:extLst>
          </p:cNvPr>
          <p:cNvSpPr>
            <a:spLocks xmlns:a="http://schemas.openxmlformats.org/drawingml/2006/main" noGrp="1"/>
          </p:cNvSpPr>
          <p:nvPr/>
        </p:nvSpPr>
        <p:spPr>
          <a:xfrm xmlns:a="http://schemas.openxmlformats.org/drawingml/2006/main">
            <a:off x="6343650" y="5143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83333"/>
          </a:bodyPr>
          <a:lstStyle xmlns:a="http://schemas.openxmlformats.org/drawingml/2006/main"/>
          <a:p xmlns:a="http://schemas.openxmlformats.org/drawingml/2006/main">
            <a:pPr algn="ctr">
              <a:defRPr sz="1200" b="1">
                <a:solidFill>
                  <a:srgbClr val="0B6F6B"/>
                </a:solidFill>
                <a:latin typeface="Hiragino Sans"/>
                <a:ea typeface="Hiragino Sans"/>
                <a:cs typeface="Hiragino Sans"/>
              </a:defRPr>
            </a:pPr>
            <a:r>
              <a:rPr sz="1200" b="1">
                <a:solidFill>
                  <a:srgbClr val="0B6F6B"/>
                </a:solidFill>
                <a:latin typeface="Hiragino Sans"/>
                <a:ea typeface="Hiragino Sans"/>
                <a:cs typeface="Hiragino Sans"/>
              </a:rPr>
              <a:t>✓</a:t>
            </a:r>
          </a:p>
        </p:txBody>
      </p:sp>
      <p:sp>
        <p:nvSpPr>
          <p:cNvPr id="31" name="text-1439">
            <a:extLst xmlns:a="http://schemas.openxmlformats.org/drawingml/2006/main">
              <a:ext uri="{FF2B5EF4-FFF2-40B4-BE49-F238E27FC236}">
                <a16:creationId xmlns:a16="http://schemas.microsoft.com/office/drawing/2014/main" id="{0AC5D0AB-70A1-4940-B7DE-81EF74AD0E69}"/>
              </a:ext>
            </a:extLst>
          </p:cNvPr>
          <p:cNvSpPr>
            <a:spLocks xmlns:a="http://schemas.openxmlformats.org/drawingml/2006/main" noGrp="1"/>
          </p:cNvSpPr>
          <p:nvPr/>
        </p:nvSpPr>
        <p:spPr>
          <a:xfrm xmlns:a="http://schemas.openxmlformats.org/drawingml/2006/main">
            <a:off x="6800850" y="4686300"/>
            <a:ext cx="4610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203746"/>
                </a:solidFill>
                <a:latin typeface="Hiragino Sans"/>
                <a:ea typeface="Hiragino Sans"/>
                <a:cs typeface="Hiragino Sans"/>
              </a:defRPr>
            </a:pPr>
            <a:r>
              <a:rPr sz="1275" b="0">
                <a:solidFill>
                  <a:srgbClr val="203746"/>
                </a:solidFill>
                <a:latin typeface="Hiragino Sans"/>
                <a:ea typeface="Hiragino Sans"/>
                <a:cs typeface="Hiragino Sans"/>
              </a:rPr>
              <a:t>専門判断と最終承認の境界</a:t>
            </a:r>
          </a:p>
        </p:txBody>
      </p:sp>
    </p:spTree>
    <p:extLst>
      <p:ext uri="{BB962C8B-B14F-4D97-AF65-F5344CB8AC3E}">
        <p14:creationId xmlns:p14="http://schemas.microsoft.com/office/powerpoint/2010/main" val="1495439047"/>
      </p:ext>
    </p:extLst>
  </p:cSld>
</p:sld>
</file>

<file path=ppt/slides/slide50.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1440">
            <a:extLst xmlns:a="http://schemas.openxmlformats.org/drawingml/2006/main">
              <a:ext uri="{FF2B5EF4-FFF2-40B4-BE49-F238E27FC236}">
                <a16:creationId xmlns:a16="http://schemas.microsoft.com/office/drawing/2014/main" id="{93172531-DE11-4AF8-92B2-9C48B75E255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441">
            <a:extLst xmlns:a="http://schemas.openxmlformats.org/drawingml/2006/main">
              <a:ext uri="{FF2B5EF4-FFF2-40B4-BE49-F238E27FC236}">
                <a16:creationId xmlns:a16="http://schemas.microsoft.com/office/drawing/2014/main" id="{3B7CCF71-FD21-4E13-84DC-A1640C9F274F}"/>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442">
            <a:extLst xmlns:a="http://schemas.openxmlformats.org/drawingml/2006/main">
              <a:ext uri="{FF2B5EF4-FFF2-40B4-BE49-F238E27FC236}">
                <a16:creationId xmlns:a16="http://schemas.microsoft.com/office/drawing/2014/main" id="{4FCF6DA8-C4CA-4CA5-A374-3DB13B861855}"/>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7｜五つの業務領域へ展開する</a:t>
            </a:r>
          </a:p>
        </p:txBody>
      </p:sp>
      <p:sp>
        <p:nvSpPr>
          <p:cNvPr id="4" name="box-1443">
            <a:extLst xmlns:a="http://schemas.openxmlformats.org/drawingml/2006/main">
              <a:ext uri="{FF2B5EF4-FFF2-40B4-BE49-F238E27FC236}">
                <a16:creationId xmlns:a16="http://schemas.microsoft.com/office/drawing/2014/main" id="{015789EC-2F3C-459E-8B87-CD5EC26C9CD5}"/>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444">
            <a:extLst xmlns:a="http://schemas.openxmlformats.org/drawingml/2006/main">
              <a:ext uri="{FF2B5EF4-FFF2-40B4-BE49-F238E27FC236}">
                <a16:creationId xmlns:a16="http://schemas.microsoft.com/office/drawing/2014/main" id="{87A5AAA4-0DAD-44E1-A52A-25AC85266562}"/>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445">
            <a:extLst xmlns:a="http://schemas.openxmlformats.org/drawingml/2006/main">
              <a:ext uri="{FF2B5EF4-FFF2-40B4-BE49-F238E27FC236}">
                <a16:creationId xmlns:a16="http://schemas.microsoft.com/office/drawing/2014/main" id="{C773DF72-D337-4DFB-8780-E214F3AD42CA}"/>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要点｜基本構造は共通でも、入力・利用先・判断禁止範囲は領域ごとに変わる</a:t>
            </a:r>
          </a:p>
        </p:txBody>
      </p:sp>
      <p:sp>
        <p:nvSpPr>
          <p:cNvPr id="7" name="text-1446">
            <a:extLst xmlns:a="http://schemas.openxmlformats.org/drawingml/2006/main">
              <a:ext uri="{FF2B5EF4-FFF2-40B4-BE49-F238E27FC236}">
                <a16:creationId xmlns:a16="http://schemas.microsoft.com/office/drawing/2014/main" id="{97A7C3C1-0061-48A7-A6DB-04BB01660E3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50</a:t>
            </a:r>
          </a:p>
        </p:txBody>
      </p:sp>
      <p:sp>
        <p:nvSpPr>
          <p:cNvPr id="8" name="text-1447">
            <a:extLst xmlns:a="http://schemas.openxmlformats.org/drawingml/2006/main">
              <a:ext uri="{FF2B5EF4-FFF2-40B4-BE49-F238E27FC236}">
                <a16:creationId xmlns:a16="http://schemas.microsoft.com/office/drawing/2014/main" id="{0B762943-023F-444D-9E4A-3109CA692DDC}"/>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07</a:t>
            </a:r>
          </a:p>
        </p:txBody>
      </p:sp>
      <p:sp>
        <p:nvSpPr>
          <p:cNvPr id="9" name="text-1448">
            <a:extLst xmlns:a="http://schemas.openxmlformats.org/drawingml/2006/main">
              <a:ext uri="{FF2B5EF4-FFF2-40B4-BE49-F238E27FC236}">
                <a16:creationId xmlns:a16="http://schemas.microsoft.com/office/drawing/2014/main" id="{AF046AD2-27AF-4F36-8D37-A27B53C47F95}"/>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7</a:t>
            </a:r>
          </a:p>
        </p:txBody>
      </p:sp>
      <p:sp>
        <p:nvSpPr>
          <p:cNvPr id="10" name="box-1449">
            <a:extLst xmlns:a="http://schemas.openxmlformats.org/drawingml/2006/main">
              <a:ext uri="{FF2B5EF4-FFF2-40B4-BE49-F238E27FC236}">
                <a16:creationId xmlns:a16="http://schemas.microsoft.com/office/drawing/2014/main" id="{E143D720-79B4-4C9B-9872-938981635E93}"/>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1450">
            <a:extLst xmlns:a="http://schemas.openxmlformats.org/drawingml/2006/main">
              <a:ext uri="{FF2B5EF4-FFF2-40B4-BE49-F238E27FC236}">
                <a16:creationId xmlns:a16="http://schemas.microsoft.com/office/drawing/2014/main" id="{E715A7C7-EDCA-4307-B988-E86504D7D73F}"/>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1451">
            <a:extLst xmlns:a="http://schemas.openxmlformats.org/drawingml/2006/main">
              <a:ext uri="{FF2B5EF4-FFF2-40B4-BE49-F238E27FC236}">
                <a16:creationId xmlns:a16="http://schemas.microsoft.com/office/drawing/2014/main" id="{39DD1DBD-7D8F-4FCF-B7B6-2E8B9EDE91C9}"/>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領域別の入力→整理→利用先マップ</a:t>
            </a:r>
          </a:p>
        </p:txBody>
      </p:sp>
      <p:sp>
        <p:nvSpPr>
          <p:cNvPr id="13" name="box-1452">
            <a:extLst xmlns:a="http://schemas.openxmlformats.org/drawingml/2006/main">
              <a:ext uri="{FF2B5EF4-FFF2-40B4-BE49-F238E27FC236}">
                <a16:creationId xmlns:a16="http://schemas.microsoft.com/office/drawing/2014/main" id="{5B2FC99D-AB01-4B60-ABE5-458F427E6522}"/>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1453">
            <a:extLst xmlns:a="http://schemas.openxmlformats.org/drawingml/2006/main">
              <a:ext uri="{FF2B5EF4-FFF2-40B4-BE49-F238E27FC236}">
                <a16:creationId xmlns:a16="http://schemas.microsoft.com/office/drawing/2014/main" id="{A7A0BC58-7062-4CF1-868B-6BCF879EBAFF}"/>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1454">
            <a:extLst xmlns:a="http://schemas.openxmlformats.org/drawingml/2006/main">
              <a:ext uri="{FF2B5EF4-FFF2-40B4-BE49-F238E27FC236}">
                <a16:creationId xmlns:a16="http://schemas.microsoft.com/office/drawing/2014/main" id="{FF2E3BD2-DAB2-495B-BA2F-7696B74D8767}"/>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営業</a:t>
            </a:r>
          </a:p>
        </p:txBody>
      </p:sp>
      <p:sp>
        <p:nvSpPr>
          <p:cNvPr id="16" name="box-1455">
            <a:extLst xmlns:a="http://schemas.openxmlformats.org/drawingml/2006/main">
              <a:ext uri="{FF2B5EF4-FFF2-40B4-BE49-F238E27FC236}">
                <a16:creationId xmlns:a16="http://schemas.microsoft.com/office/drawing/2014/main" id="{17EAC7DA-7170-44A8-93A2-0B7A58012A3C}"/>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1456">
            <a:extLst xmlns:a="http://schemas.openxmlformats.org/drawingml/2006/main">
              <a:ext uri="{FF2B5EF4-FFF2-40B4-BE49-F238E27FC236}">
                <a16:creationId xmlns:a16="http://schemas.microsoft.com/office/drawing/2014/main" id="{3D86BB28-64AB-4773-AB43-44A56DD167BA}"/>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1457">
            <a:extLst xmlns:a="http://schemas.openxmlformats.org/drawingml/2006/main">
              <a:ext uri="{FF2B5EF4-FFF2-40B4-BE49-F238E27FC236}">
                <a16:creationId xmlns:a16="http://schemas.microsoft.com/office/drawing/2014/main" id="{24ED97B4-29EB-4F6D-996D-DA0552508E56}"/>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企画・接客</a:t>
            </a:r>
          </a:p>
        </p:txBody>
      </p:sp>
      <p:sp>
        <p:nvSpPr>
          <p:cNvPr id="19" name="box-1458">
            <a:extLst xmlns:a="http://schemas.openxmlformats.org/drawingml/2006/main">
              <a:ext uri="{FF2B5EF4-FFF2-40B4-BE49-F238E27FC236}">
                <a16:creationId xmlns:a16="http://schemas.microsoft.com/office/drawing/2014/main" id="{6861C6B6-FF92-4347-9F95-84802548047F}"/>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1459">
            <a:extLst xmlns:a="http://schemas.openxmlformats.org/drawingml/2006/main">
              <a:ext uri="{FF2B5EF4-FFF2-40B4-BE49-F238E27FC236}">
                <a16:creationId xmlns:a16="http://schemas.microsoft.com/office/drawing/2014/main" id="{DCCD9D9E-7545-44D7-B596-B7CC636AC87E}"/>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1460">
            <a:extLst xmlns:a="http://schemas.openxmlformats.org/drawingml/2006/main">
              <a:ext uri="{FF2B5EF4-FFF2-40B4-BE49-F238E27FC236}">
                <a16:creationId xmlns:a16="http://schemas.microsoft.com/office/drawing/2014/main" id="{FC8C0A9E-7737-4C54-86B7-4C7210F21D9F}"/>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現場・介護</a:t>
            </a:r>
          </a:p>
        </p:txBody>
      </p:sp>
      <p:sp>
        <p:nvSpPr>
          <p:cNvPr id="22" name="box-1461">
            <a:extLst xmlns:a="http://schemas.openxmlformats.org/drawingml/2006/main">
              <a:ext uri="{FF2B5EF4-FFF2-40B4-BE49-F238E27FC236}">
                <a16:creationId xmlns:a16="http://schemas.microsoft.com/office/drawing/2014/main" id="{E4F7372B-33CE-4B77-A20A-30E6DB1EA14F}"/>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1462">
            <a:extLst xmlns:a="http://schemas.openxmlformats.org/drawingml/2006/main">
              <a:ext uri="{FF2B5EF4-FFF2-40B4-BE49-F238E27FC236}">
                <a16:creationId xmlns:a16="http://schemas.microsoft.com/office/drawing/2014/main" id="{A8F641E9-5964-486D-A178-77C5AB4ED460}"/>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基本構造は共通でも、入力・利用先・判断禁止範囲は領域ごとに変わる</a:t>
            </a:r>
          </a:p>
        </p:txBody>
      </p:sp>
    </p:spTree>
    <p:extLst>
      <p:ext uri="{BB962C8B-B14F-4D97-AF65-F5344CB8AC3E}">
        <p14:creationId xmlns:p14="http://schemas.microsoft.com/office/powerpoint/2010/main" val="129131993"/>
      </p:ext>
    </p:extLst>
  </p:cSld>
</p:sld>
</file>

<file path=ppt/slides/slide5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2" name="box-1463">
            <a:extLst xmlns:a="http://schemas.openxmlformats.org/drawingml/2006/main">
              <a:ext uri="{FF2B5EF4-FFF2-40B4-BE49-F238E27FC236}">
                <a16:creationId xmlns:a16="http://schemas.microsoft.com/office/drawing/2014/main" id="{C76F541B-FFC4-46CA-8EEC-7ECF87AD31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464">
            <a:extLst xmlns:a="http://schemas.openxmlformats.org/drawingml/2006/main">
              <a:ext uri="{FF2B5EF4-FFF2-40B4-BE49-F238E27FC236}">
                <a16:creationId xmlns:a16="http://schemas.microsoft.com/office/drawing/2014/main" id="{B23F6C76-B2D3-4D9C-9112-7D7B914AE1D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465">
            <a:extLst xmlns:a="http://schemas.openxmlformats.org/drawingml/2006/main">
              <a:ext uri="{FF2B5EF4-FFF2-40B4-BE49-F238E27FC236}">
                <a16:creationId xmlns:a16="http://schemas.microsoft.com/office/drawing/2014/main" id="{F2FFD713-FC59-43C1-9559-D038B2F23234}"/>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営業｜商談メモを、次回提案へつなぎます</a:t>
            </a:r>
          </a:p>
        </p:txBody>
      </p:sp>
      <p:sp>
        <p:nvSpPr>
          <p:cNvPr id="4" name="box-1466">
            <a:extLst xmlns:a="http://schemas.openxmlformats.org/drawingml/2006/main">
              <a:ext uri="{FF2B5EF4-FFF2-40B4-BE49-F238E27FC236}">
                <a16:creationId xmlns:a16="http://schemas.microsoft.com/office/drawing/2014/main" id="{C51AE440-32F4-41EC-9202-5E3C1BB77E3A}"/>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467">
            <a:extLst xmlns:a="http://schemas.openxmlformats.org/drawingml/2006/main">
              <a:ext uri="{FF2B5EF4-FFF2-40B4-BE49-F238E27FC236}">
                <a16:creationId xmlns:a16="http://schemas.microsoft.com/office/drawing/2014/main" id="{F2E55557-7106-4955-87BA-18A01B62BB95}"/>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468">
            <a:extLst xmlns:a="http://schemas.openxmlformats.org/drawingml/2006/main">
              <a:ext uri="{FF2B5EF4-FFF2-40B4-BE49-F238E27FC236}">
                <a16:creationId xmlns:a16="http://schemas.microsoft.com/office/drawing/2014/main" id="{A3F287B3-3117-4A9F-B866-A686A273ADF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要点｜要望・制約・意思決定条件を分け、次回確認を具体化する</a:t>
            </a:r>
          </a:p>
        </p:txBody>
      </p:sp>
      <p:sp>
        <p:nvSpPr>
          <p:cNvPr id="7" name="text-1469">
            <a:extLst xmlns:a="http://schemas.openxmlformats.org/drawingml/2006/main">
              <a:ext uri="{FF2B5EF4-FFF2-40B4-BE49-F238E27FC236}">
                <a16:creationId xmlns:a16="http://schemas.microsoft.com/office/drawing/2014/main" id="{EC8A7D20-908F-4575-9236-E3894D12FBEA}"/>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51</a:t>
            </a:r>
          </a:p>
        </p:txBody>
      </p:sp>
      <p:sp>
        <p:nvSpPr>
          <p:cNvPr id="8" name="box-1470">
            <a:extLst xmlns:a="http://schemas.openxmlformats.org/drawingml/2006/main">
              <a:ext uri="{FF2B5EF4-FFF2-40B4-BE49-F238E27FC236}">
                <a16:creationId xmlns:a16="http://schemas.microsoft.com/office/drawing/2014/main" id="{50D758DC-D40F-4AD3-8D2B-24E2EF70494B}"/>
              </a:ext>
            </a:extLst>
          </p:cNvPr>
          <p:cNvSpPr>
            <a:spLocks xmlns:a="http://schemas.openxmlformats.org/drawingml/2006/main" noGrp="1"/>
          </p:cNvSpPr>
          <p:nvPr/>
        </p:nvSpPr>
        <p:spPr>
          <a:xfrm xmlns:a="http://schemas.openxmlformats.org/drawingml/2006/main">
            <a:off x="552450" y="1495425"/>
            <a:ext cx="2541270"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471">
            <a:extLst xmlns:a="http://schemas.openxmlformats.org/drawingml/2006/main">
              <a:ext uri="{FF2B5EF4-FFF2-40B4-BE49-F238E27FC236}">
                <a16:creationId xmlns:a16="http://schemas.microsoft.com/office/drawing/2014/main" id="{27D6FA0B-372F-4609-954A-7936FA79EB49}"/>
              </a:ext>
            </a:extLst>
          </p:cNvPr>
          <p:cNvSpPr>
            <a:spLocks xmlns:a="http://schemas.openxmlformats.org/drawingml/2006/main" noGrp="1"/>
          </p:cNvSpPr>
          <p:nvPr/>
        </p:nvSpPr>
        <p:spPr>
          <a:xfrm xmlns:a="http://schemas.openxmlformats.org/drawingml/2006/main">
            <a:off x="647700" y="1562100"/>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入力</a:t>
            </a:r>
          </a:p>
        </p:txBody>
      </p:sp>
      <p:sp>
        <p:nvSpPr>
          <p:cNvPr id="10" name="box-1472">
            <a:extLst xmlns:a="http://schemas.openxmlformats.org/drawingml/2006/main">
              <a:ext uri="{FF2B5EF4-FFF2-40B4-BE49-F238E27FC236}">
                <a16:creationId xmlns:a16="http://schemas.microsoft.com/office/drawing/2014/main" id="{EAAE08FB-2061-4B35-A3AB-5C1706D0CA8F}"/>
              </a:ext>
            </a:extLst>
          </p:cNvPr>
          <p:cNvSpPr>
            <a:spLocks xmlns:a="http://schemas.openxmlformats.org/drawingml/2006/main" noGrp="1"/>
          </p:cNvSpPr>
          <p:nvPr/>
        </p:nvSpPr>
        <p:spPr>
          <a:xfrm xmlns:a="http://schemas.openxmlformats.org/drawingml/2006/main">
            <a:off x="3093720"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473">
            <a:extLst xmlns:a="http://schemas.openxmlformats.org/drawingml/2006/main">
              <a:ext uri="{FF2B5EF4-FFF2-40B4-BE49-F238E27FC236}">
                <a16:creationId xmlns:a16="http://schemas.microsoft.com/office/drawing/2014/main" id="{8A5B2B25-8653-498E-A3AE-8A688ADE47E3}"/>
              </a:ext>
            </a:extLst>
          </p:cNvPr>
          <p:cNvSpPr>
            <a:spLocks xmlns:a="http://schemas.openxmlformats.org/drawingml/2006/main" noGrp="1"/>
          </p:cNvSpPr>
          <p:nvPr/>
        </p:nvSpPr>
        <p:spPr>
          <a:xfrm xmlns:a="http://schemas.openxmlformats.org/drawingml/2006/main">
            <a:off x="3188970"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整理</a:t>
            </a:r>
          </a:p>
        </p:txBody>
      </p:sp>
      <p:sp>
        <p:nvSpPr>
          <p:cNvPr id="12" name="box-1474">
            <a:extLst xmlns:a="http://schemas.openxmlformats.org/drawingml/2006/main">
              <a:ext uri="{FF2B5EF4-FFF2-40B4-BE49-F238E27FC236}">
                <a16:creationId xmlns:a16="http://schemas.microsoft.com/office/drawing/2014/main" id="{FB872733-8D8B-4BBF-BD36-37CC66470848}"/>
              </a:ext>
            </a:extLst>
          </p:cNvPr>
          <p:cNvSpPr>
            <a:spLocks xmlns:a="http://schemas.openxmlformats.org/drawingml/2006/main" noGrp="1"/>
          </p:cNvSpPr>
          <p:nvPr/>
        </p:nvSpPr>
        <p:spPr>
          <a:xfrm xmlns:a="http://schemas.openxmlformats.org/drawingml/2006/main">
            <a:off x="7347585" y="1495425"/>
            <a:ext cx="4253865" cy="1100138"/>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475">
            <a:extLst xmlns:a="http://schemas.openxmlformats.org/drawingml/2006/main">
              <a:ext uri="{FF2B5EF4-FFF2-40B4-BE49-F238E27FC236}">
                <a16:creationId xmlns:a16="http://schemas.microsoft.com/office/drawing/2014/main" id="{5CF2628A-D4B6-46E5-AA84-170EAE635274}"/>
              </a:ext>
            </a:extLst>
          </p:cNvPr>
          <p:cNvSpPr>
            <a:spLocks xmlns:a="http://schemas.openxmlformats.org/drawingml/2006/main" noGrp="1"/>
          </p:cNvSpPr>
          <p:nvPr/>
        </p:nvSpPr>
        <p:spPr>
          <a:xfrm xmlns:a="http://schemas.openxmlformats.org/drawingml/2006/main">
            <a:off x="7442835" y="1562100"/>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利用先</a:t>
            </a:r>
          </a:p>
        </p:txBody>
      </p:sp>
      <p:sp>
        <p:nvSpPr>
          <p:cNvPr id="14" name="box-1476">
            <a:extLst xmlns:a="http://schemas.openxmlformats.org/drawingml/2006/main">
              <a:ext uri="{FF2B5EF4-FFF2-40B4-BE49-F238E27FC236}">
                <a16:creationId xmlns:a16="http://schemas.microsoft.com/office/drawing/2014/main" id="{9A2E046A-F024-42C7-810E-83385C46D65D}"/>
              </a:ext>
            </a:extLst>
          </p:cNvPr>
          <p:cNvSpPr>
            <a:spLocks xmlns:a="http://schemas.openxmlformats.org/drawingml/2006/main" noGrp="1"/>
          </p:cNvSpPr>
          <p:nvPr/>
        </p:nvSpPr>
        <p:spPr>
          <a:xfrm xmlns:a="http://schemas.openxmlformats.org/drawingml/2006/main">
            <a:off x="552450" y="2595563"/>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477">
            <a:extLst xmlns:a="http://schemas.openxmlformats.org/drawingml/2006/main">
              <a:ext uri="{FF2B5EF4-FFF2-40B4-BE49-F238E27FC236}">
                <a16:creationId xmlns:a16="http://schemas.microsoft.com/office/drawing/2014/main" id="{22921F4C-BD1C-412D-826F-93951F0957C8}"/>
              </a:ext>
            </a:extLst>
          </p:cNvPr>
          <p:cNvSpPr>
            <a:spLocks xmlns:a="http://schemas.openxmlformats.org/drawingml/2006/main" noGrp="1"/>
          </p:cNvSpPr>
          <p:nvPr/>
        </p:nvSpPr>
        <p:spPr>
          <a:xfrm xmlns:a="http://schemas.openxmlformats.org/drawingml/2006/main">
            <a:off x="647700" y="2662238"/>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商談記録</a:t>
            </a:r>
          </a:p>
        </p:txBody>
      </p:sp>
      <p:sp>
        <p:nvSpPr>
          <p:cNvPr id="16" name="box-1478">
            <a:extLst xmlns:a="http://schemas.openxmlformats.org/drawingml/2006/main">
              <a:ext uri="{FF2B5EF4-FFF2-40B4-BE49-F238E27FC236}">
                <a16:creationId xmlns:a16="http://schemas.microsoft.com/office/drawing/2014/main" id="{CAF46BF0-5016-45B5-8138-79E8AC773C28}"/>
              </a:ext>
            </a:extLst>
          </p:cNvPr>
          <p:cNvSpPr>
            <a:spLocks xmlns:a="http://schemas.openxmlformats.org/drawingml/2006/main" noGrp="1"/>
          </p:cNvSpPr>
          <p:nvPr/>
        </p:nvSpPr>
        <p:spPr>
          <a:xfrm xmlns:a="http://schemas.openxmlformats.org/drawingml/2006/main">
            <a:off x="3093720"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479">
            <a:extLst xmlns:a="http://schemas.openxmlformats.org/drawingml/2006/main">
              <a:ext uri="{FF2B5EF4-FFF2-40B4-BE49-F238E27FC236}">
                <a16:creationId xmlns:a16="http://schemas.microsoft.com/office/drawing/2014/main" id="{B8538D64-2510-480F-9FB3-3387E60FD644}"/>
              </a:ext>
            </a:extLst>
          </p:cNvPr>
          <p:cNvSpPr>
            <a:spLocks xmlns:a="http://schemas.openxmlformats.org/drawingml/2006/main" noGrp="1"/>
          </p:cNvSpPr>
          <p:nvPr/>
        </p:nvSpPr>
        <p:spPr>
          <a:xfrm xmlns:a="http://schemas.openxmlformats.org/drawingml/2006/main">
            <a:off x="3188970"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発言・要望・課題</a:t>
            </a:r>
          </a:p>
        </p:txBody>
      </p:sp>
      <p:sp>
        <p:nvSpPr>
          <p:cNvPr id="18" name="box-1480">
            <a:extLst xmlns:a="http://schemas.openxmlformats.org/drawingml/2006/main">
              <a:ext uri="{FF2B5EF4-FFF2-40B4-BE49-F238E27FC236}">
                <a16:creationId xmlns:a16="http://schemas.microsoft.com/office/drawing/2014/main" id="{4502F899-5B34-4B9B-B080-80A623267F9E}"/>
              </a:ext>
            </a:extLst>
          </p:cNvPr>
          <p:cNvSpPr>
            <a:spLocks xmlns:a="http://schemas.openxmlformats.org/drawingml/2006/main" noGrp="1"/>
          </p:cNvSpPr>
          <p:nvPr/>
        </p:nvSpPr>
        <p:spPr>
          <a:xfrm xmlns:a="http://schemas.openxmlformats.org/drawingml/2006/main">
            <a:off x="7347585" y="2595563"/>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481">
            <a:extLst xmlns:a="http://schemas.openxmlformats.org/drawingml/2006/main">
              <a:ext uri="{FF2B5EF4-FFF2-40B4-BE49-F238E27FC236}">
                <a16:creationId xmlns:a16="http://schemas.microsoft.com/office/drawing/2014/main" id="{0D87906B-A192-46C2-96D0-1924575BA9BE}"/>
              </a:ext>
            </a:extLst>
          </p:cNvPr>
          <p:cNvSpPr>
            <a:spLocks xmlns:a="http://schemas.openxmlformats.org/drawingml/2006/main" noGrp="1"/>
          </p:cNvSpPr>
          <p:nvPr/>
        </p:nvSpPr>
        <p:spPr>
          <a:xfrm xmlns:a="http://schemas.openxmlformats.org/drawingml/2006/main">
            <a:off x="7442835" y="2662238"/>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提案条件</a:t>
            </a:r>
          </a:p>
        </p:txBody>
      </p:sp>
      <p:sp>
        <p:nvSpPr>
          <p:cNvPr id="20" name="box-1482">
            <a:extLst xmlns:a="http://schemas.openxmlformats.org/drawingml/2006/main">
              <a:ext uri="{FF2B5EF4-FFF2-40B4-BE49-F238E27FC236}">
                <a16:creationId xmlns:a16="http://schemas.microsoft.com/office/drawing/2014/main" id="{0EF6EA62-BA8A-4083-B988-6A47F94BAD9B}"/>
              </a:ext>
            </a:extLst>
          </p:cNvPr>
          <p:cNvSpPr>
            <a:spLocks xmlns:a="http://schemas.openxmlformats.org/drawingml/2006/main" noGrp="1"/>
          </p:cNvSpPr>
          <p:nvPr/>
        </p:nvSpPr>
        <p:spPr>
          <a:xfrm xmlns:a="http://schemas.openxmlformats.org/drawingml/2006/main">
            <a:off x="552450" y="3695700"/>
            <a:ext cx="2541270"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1483">
            <a:extLst xmlns:a="http://schemas.openxmlformats.org/drawingml/2006/main">
              <a:ext uri="{FF2B5EF4-FFF2-40B4-BE49-F238E27FC236}">
                <a16:creationId xmlns:a16="http://schemas.microsoft.com/office/drawing/2014/main" id="{0291753E-9E7D-4661-92FA-D6B28E9DA75B}"/>
              </a:ext>
            </a:extLst>
          </p:cNvPr>
          <p:cNvSpPr>
            <a:spLocks xmlns:a="http://schemas.openxmlformats.org/drawingml/2006/main" noGrp="1"/>
          </p:cNvSpPr>
          <p:nvPr/>
        </p:nvSpPr>
        <p:spPr>
          <a:xfrm xmlns:a="http://schemas.openxmlformats.org/drawingml/2006/main">
            <a:off x="647700" y="3762375"/>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顧客メール</a:t>
            </a:r>
          </a:p>
        </p:txBody>
      </p:sp>
      <p:sp>
        <p:nvSpPr>
          <p:cNvPr id="22" name="box-1484">
            <a:extLst xmlns:a="http://schemas.openxmlformats.org/drawingml/2006/main">
              <a:ext uri="{FF2B5EF4-FFF2-40B4-BE49-F238E27FC236}">
                <a16:creationId xmlns:a16="http://schemas.microsoft.com/office/drawing/2014/main" id="{BB48D342-12D8-4AB4-95A4-34EFE25DA876}"/>
              </a:ext>
            </a:extLst>
          </p:cNvPr>
          <p:cNvSpPr>
            <a:spLocks xmlns:a="http://schemas.openxmlformats.org/drawingml/2006/main" noGrp="1"/>
          </p:cNvSpPr>
          <p:nvPr/>
        </p:nvSpPr>
        <p:spPr>
          <a:xfrm xmlns:a="http://schemas.openxmlformats.org/drawingml/2006/main">
            <a:off x="3093720"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1485">
            <a:extLst xmlns:a="http://schemas.openxmlformats.org/drawingml/2006/main">
              <a:ext uri="{FF2B5EF4-FFF2-40B4-BE49-F238E27FC236}">
                <a16:creationId xmlns:a16="http://schemas.microsoft.com/office/drawing/2014/main" id="{F06EE064-450C-4183-A14B-20AF7935D4CE}"/>
              </a:ext>
            </a:extLst>
          </p:cNvPr>
          <p:cNvSpPr>
            <a:spLocks xmlns:a="http://schemas.openxmlformats.org/drawingml/2006/main" noGrp="1"/>
          </p:cNvSpPr>
          <p:nvPr/>
        </p:nvSpPr>
        <p:spPr>
          <a:xfrm xmlns:a="http://schemas.openxmlformats.org/drawingml/2006/main">
            <a:off x="3188970"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期限・制約・未確認</a:t>
            </a:r>
          </a:p>
        </p:txBody>
      </p:sp>
      <p:sp>
        <p:nvSpPr>
          <p:cNvPr id="24" name="box-1486">
            <a:extLst xmlns:a="http://schemas.openxmlformats.org/drawingml/2006/main">
              <a:ext uri="{FF2B5EF4-FFF2-40B4-BE49-F238E27FC236}">
                <a16:creationId xmlns:a16="http://schemas.microsoft.com/office/drawing/2014/main" id="{7787D013-C427-46E9-8D9E-25F525B7FE6C}"/>
              </a:ext>
            </a:extLst>
          </p:cNvPr>
          <p:cNvSpPr>
            <a:spLocks xmlns:a="http://schemas.openxmlformats.org/drawingml/2006/main" noGrp="1"/>
          </p:cNvSpPr>
          <p:nvPr/>
        </p:nvSpPr>
        <p:spPr>
          <a:xfrm xmlns:a="http://schemas.openxmlformats.org/drawingml/2006/main">
            <a:off x="7347585" y="3695700"/>
            <a:ext cx="4253865" cy="1100138"/>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487">
            <a:extLst xmlns:a="http://schemas.openxmlformats.org/drawingml/2006/main">
              <a:ext uri="{FF2B5EF4-FFF2-40B4-BE49-F238E27FC236}">
                <a16:creationId xmlns:a16="http://schemas.microsoft.com/office/drawing/2014/main" id="{F21489E2-4F19-49A3-B414-9E445E3C269A}"/>
              </a:ext>
            </a:extLst>
          </p:cNvPr>
          <p:cNvSpPr>
            <a:spLocks xmlns:a="http://schemas.openxmlformats.org/drawingml/2006/main" noGrp="1"/>
          </p:cNvSpPr>
          <p:nvPr/>
        </p:nvSpPr>
        <p:spPr>
          <a:xfrm xmlns:a="http://schemas.openxmlformats.org/drawingml/2006/main">
            <a:off x="7442835" y="3762375"/>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次回質問</a:t>
            </a:r>
          </a:p>
        </p:txBody>
      </p:sp>
      <p:sp>
        <p:nvSpPr>
          <p:cNvPr id="26" name="box-1488">
            <a:extLst xmlns:a="http://schemas.openxmlformats.org/drawingml/2006/main">
              <a:ext uri="{FF2B5EF4-FFF2-40B4-BE49-F238E27FC236}">
                <a16:creationId xmlns:a16="http://schemas.microsoft.com/office/drawing/2014/main" id="{F7C42020-3B9E-42B6-8A9E-580CC3204974}"/>
              </a:ext>
            </a:extLst>
          </p:cNvPr>
          <p:cNvSpPr>
            <a:spLocks xmlns:a="http://schemas.openxmlformats.org/drawingml/2006/main" noGrp="1"/>
          </p:cNvSpPr>
          <p:nvPr/>
        </p:nvSpPr>
        <p:spPr>
          <a:xfrm xmlns:a="http://schemas.openxmlformats.org/drawingml/2006/main">
            <a:off x="552450" y="4795838"/>
            <a:ext cx="2541270"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1489">
            <a:extLst xmlns:a="http://schemas.openxmlformats.org/drawingml/2006/main">
              <a:ext uri="{FF2B5EF4-FFF2-40B4-BE49-F238E27FC236}">
                <a16:creationId xmlns:a16="http://schemas.microsoft.com/office/drawing/2014/main" id="{241AD7EA-5007-4652-BA4E-C26C921DF1B6}"/>
              </a:ext>
            </a:extLst>
          </p:cNvPr>
          <p:cNvSpPr>
            <a:spLocks xmlns:a="http://schemas.openxmlformats.org/drawingml/2006/main" noGrp="1"/>
          </p:cNvSpPr>
          <p:nvPr/>
        </p:nvSpPr>
        <p:spPr>
          <a:xfrm xmlns:a="http://schemas.openxmlformats.org/drawingml/2006/main">
            <a:off x="647700" y="4862513"/>
            <a:ext cx="2350770"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営業メモ</a:t>
            </a:r>
          </a:p>
        </p:txBody>
      </p:sp>
      <p:sp>
        <p:nvSpPr>
          <p:cNvPr id="28" name="box-1490">
            <a:extLst xmlns:a="http://schemas.openxmlformats.org/drawingml/2006/main">
              <a:ext uri="{FF2B5EF4-FFF2-40B4-BE49-F238E27FC236}">
                <a16:creationId xmlns:a16="http://schemas.microsoft.com/office/drawing/2014/main" id="{62824399-ADC2-4758-B7FC-27C910BEC837}"/>
              </a:ext>
            </a:extLst>
          </p:cNvPr>
          <p:cNvSpPr>
            <a:spLocks xmlns:a="http://schemas.openxmlformats.org/drawingml/2006/main" noGrp="1"/>
          </p:cNvSpPr>
          <p:nvPr/>
        </p:nvSpPr>
        <p:spPr>
          <a:xfrm xmlns:a="http://schemas.openxmlformats.org/drawingml/2006/main">
            <a:off x="3093720"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1491">
            <a:extLst xmlns:a="http://schemas.openxmlformats.org/drawingml/2006/main">
              <a:ext uri="{FF2B5EF4-FFF2-40B4-BE49-F238E27FC236}">
                <a16:creationId xmlns:a16="http://schemas.microsoft.com/office/drawing/2014/main" id="{13A17228-2528-4C9E-9B74-7EED58C6EFB6}"/>
              </a:ext>
            </a:extLst>
          </p:cNvPr>
          <p:cNvSpPr>
            <a:spLocks xmlns:a="http://schemas.openxmlformats.org/drawingml/2006/main" noGrp="1"/>
          </p:cNvSpPr>
          <p:nvPr/>
        </p:nvSpPr>
        <p:spPr>
          <a:xfrm xmlns:a="http://schemas.openxmlformats.org/drawingml/2006/main">
            <a:off x="3188970"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観察・担当者の解釈</a:t>
            </a:r>
          </a:p>
        </p:txBody>
      </p:sp>
      <p:sp>
        <p:nvSpPr>
          <p:cNvPr id="30" name="box-1492">
            <a:extLst xmlns:a="http://schemas.openxmlformats.org/drawingml/2006/main">
              <a:ext uri="{FF2B5EF4-FFF2-40B4-BE49-F238E27FC236}">
                <a16:creationId xmlns:a16="http://schemas.microsoft.com/office/drawing/2014/main" id="{A0800301-6E1D-4ADD-AA73-A48DAB99D8F5}"/>
              </a:ext>
            </a:extLst>
          </p:cNvPr>
          <p:cNvSpPr>
            <a:spLocks xmlns:a="http://schemas.openxmlformats.org/drawingml/2006/main" noGrp="1"/>
          </p:cNvSpPr>
          <p:nvPr/>
        </p:nvSpPr>
        <p:spPr>
          <a:xfrm xmlns:a="http://schemas.openxmlformats.org/drawingml/2006/main">
            <a:off x="7347585" y="4795838"/>
            <a:ext cx="4253865" cy="1100138"/>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1493">
            <a:extLst xmlns:a="http://schemas.openxmlformats.org/drawingml/2006/main">
              <a:ext uri="{FF2B5EF4-FFF2-40B4-BE49-F238E27FC236}">
                <a16:creationId xmlns:a16="http://schemas.microsoft.com/office/drawing/2014/main" id="{2BF41559-973D-46BE-882C-5BB405D4519A}"/>
              </a:ext>
            </a:extLst>
          </p:cNvPr>
          <p:cNvSpPr>
            <a:spLocks xmlns:a="http://schemas.openxmlformats.org/drawingml/2006/main" noGrp="1"/>
          </p:cNvSpPr>
          <p:nvPr/>
        </p:nvSpPr>
        <p:spPr>
          <a:xfrm xmlns:a="http://schemas.openxmlformats.org/drawingml/2006/main">
            <a:off x="7442835" y="4862513"/>
            <a:ext cx="4063365" cy="966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社内引継ぎ</a:t>
            </a:r>
          </a:p>
        </p:txBody>
      </p:sp>
    </p:spTree>
    <p:extLst>
      <p:ext uri="{BB962C8B-B14F-4D97-AF65-F5344CB8AC3E}">
        <p14:creationId xmlns:p14="http://schemas.microsoft.com/office/powerpoint/2010/main" val="1268709161"/>
      </p:ext>
    </p:extLst>
  </p:cSld>
</p:sld>
</file>

<file path=ppt/slides/slide52.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1" name="box-1494">
            <a:extLst xmlns:a="http://schemas.openxmlformats.org/drawingml/2006/main">
              <a:ext uri="{FF2B5EF4-FFF2-40B4-BE49-F238E27FC236}">
                <a16:creationId xmlns:a16="http://schemas.microsoft.com/office/drawing/2014/main" id="{D33B420E-1DCF-4A33-9F0C-C6320D7B2C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495">
            <a:extLst xmlns:a="http://schemas.openxmlformats.org/drawingml/2006/main">
              <a:ext uri="{FF2B5EF4-FFF2-40B4-BE49-F238E27FC236}">
                <a16:creationId xmlns:a16="http://schemas.microsoft.com/office/drawing/2014/main" id="{ED1C04D0-214F-4C69-BB97-065E832B487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496">
            <a:extLst xmlns:a="http://schemas.openxmlformats.org/drawingml/2006/main">
              <a:ext uri="{FF2B5EF4-FFF2-40B4-BE49-F238E27FC236}">
                <a16:creationId xmlns:a16="http://schemas.microsoft.com/office/drawing/2014/main" id="{04A01D8A-3438-4110-9E07-5E93846AF0A6}"/>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企画・管理｜複数の声から、追加調査を見つけます</a:t>
            </a:r>
          </a:p>
        </p:txBody>
      </p:sp>
      <p:sp>
        <p:nvSpPr>
          <p:cNvPr id="4" name="box-1497">
            <a:extLst xmlns:a="http://schemas.openxmlformats.org/drawingml/2006/main">
              <a:ext uri="{FF2B5EF4-FFF2-40B4-BE49-F238E27FC236}">
                <a16:creationId xmlns:a16="http://schemas.microsoft.com/office/drawing/2014/main" id="{E67426BE-6AB3-4C5F-92FF-2F4C8C77C2B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498">
            <a:extLst xmlns:a="http://schemas.openxmlformats.org/drawingml/2006/main">
              <a:ext uri="{FF2B5EF4-FFF2-40B4-BE49-F238E27FC236}">
                <a16:creationId xmlns:a16="http://schemas.microsoft.com/office/drawing/2014/main" id="{3AA61CAB-BD1A-4019-AC19-DE7986D8DAB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499">
            <a:extLst xmlns:a="http://schemas.openxmlformats.org/drawingml/2006/main">
              <a:ext uri="{FF2B5EF4-FFF2-40B4-BE49-F238E27FC236}">
                <a16:creationId xmlns:a16="http://schemas.microsoft.com/office/drawing/2014/main" id="{1112514E-06FC-4598-9945-BEBDB4096B54}"/>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要点｜共通傾向を急いで結論にせず、事実と仮説を分ける</a:t>
            </a:r>
          </a:p>
        </p:txBody>
      </p:sp>
      <p:sp>
        <p:nvSpPr>
          <p:cNvPr id="7" name="text-1500">
            <a:extLst xmlns:a="http://schemas.openxmlformats.org/drawingml/2006/main">
              <a:ext uri="{FF2B5EF4-FFF2-40B4-BE49-F238E27FC236}">
                <a16:creationId xmlns:a16="http://schemas.microsoft.com/office/drawing/2014/main" id="{697047F4-4D32-459F-948E-EB123E826EAD}"/>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52</a:t>
            </a:r>
          </a:p>
        </p:txBody>
      </p:sp>
      <p:sp>
        <p:nvSpPr>
          <p:cNvPr id="8" name="box-1501">
            <a:extLst xmlns:a="http://schemas.openxmlformats.org/drawingml/2006/main">
              <a:ext uri="{FF2B5EF4-FFF2-40B4-BE49-F238E27FC236}">
                <a16:creationId xmlns:a16="http://schemas.microsoft.com/office/drawing/2014/main" id="{D86034CA-3C60-43C4-AEC6-D096DB6F0E5A}"/>
              </a:ext>
            </a:extLst>
          </p:cNvPr>
          <p:cNvSpPr>
            <a:spLocks xmlns:a="http://schemas.openxmlformats.org/drawingml/2006/main" noGrp="1"/>
          </p:cNvSpPr>
          <p:nvPr/>
        </p:nvSpPr>
        <p:spPr>
          <a:xfrm xmlns:a="http://schemas.openxmlformats.org/drawingml/2006/main">
            <a:off x="552450" y="1428750"/>
            <a:ext cx="4810125" cy="4572000"/>
          </a:xfrm>
          <a:prstGeom xmlns:a="http://schemas.openxmlformats.org/drawingml/2006/main" prst="roundRect">
            <a:avLst>
              <a:gd name="adj" fmla="val 2500"/>
            </a:avLst>
          </a:prstGeom>
          <a:solidFill xmlns:a="http://schemas.openxmlformats.org/drawingml/2006/main">
            <a:srgbClr val="14364F"/>
          </a:solidFill>
          <a:ln xmlns:a="http://schemas.openxmlformats.org/drawingml/2006/main" w="0">
            <a:noFill/>
            <a:prstDash val="solid"/>
          </a:ln>
        </p:spPr>
      </p:sp>
      <p:sp>
        <p:nvSpPr>
          <p:cNvPr id="9" name="text-1502">
            <a:extLst xmlns:a="http://schemas.openxmlformats.org/drawingml/2006/main">
              <a:ext uri="{FF2B5EF4-FFF2-40B4-BE49-F238E27FC236}">
                <a16:creationId xmlns:a16="http://schemas.microsoft.com/office/drawing/2014/main" id="{A9BCD855-D069-4D6A-9EA9-0E027F461447}"/>
              </a:ext>
            </a:extLst>
          </p:cNvPr>
          <p:cNvSpPr>
            <a:spLocks xmlns:a="http://schemas.openxmlformats.org/drawingml/2006/main" noGrp="1"/>
          </p:cNvSpPr>
          <p:nvPr/>
        </p:nvSpPr>
        <p:spPr>
          <a:xfrm xmlns:a="http://schemas.openxmlformats.org/drawingml/2006/main">
            <a:off x="83820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D4EFEC"/>
                </a:solidFill>
                <a:latin typeface="Hiragino Sans"/>
                <a:ea typeface="Hiragino Sans"/>
                <a:cs typeface="Hiragino Sans"/>
              </a:defRPr>
            </a:pPr>
            <a:r>
              <a:rPr sz="1050" b="1">
                <a:solidFill>
                  <a:srgbClr val="D4EFEC"/>
                </a:solidFill>
                <a:latin typeface="Hiragino Sans"/>
                <a:ea typeface="Hiragino Sans"/>
                <a:cs typeface="Hiragino Sans"/>
              </a:rPr>
              <a:t>実務での見方</a:t>
            </a:r>
          </a:p>
        </p:txBody>
      </p:sp>
      <p:sp>
        <p:nvSpPr>
          <p:cNvPr id="10" name="box-1503">
            <a:extLst xmlns:a="http://schemas.openxmlformats.org/drawingml/2006/main">
              <a:ext uri="{FF2B5EF4-FFF2-40B4-BE49-F238E27FC236}">
                <a16:creationId xmlns:a16="http://schemas.microsoft.com/office/drawing/2014/main" id="{94944D71-8BC1-484F-9AC4-E7D0ACD6A688}"/>
              </a:ext>
            </a:extLst>
          </p:cNvPr>
          <p:cNvSpPr>
            <a:spLocks xmlns:a="http://schemas.openxmlformats.org/drawingml/2006/main" noGrp="1"/>
          </p:cNvSpPr>
          <p:nvPr/>
        </p:nvSpPr>
        <p:spPr>
          <a:xfrm xmlns:a="http://schemas.openxmlformats.org/drawingml/2006/main">
            <a:off x="838200" y="22669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1" name="box-1504">
            <a:extLst xmlns:a="http://schemas.openxmlformats.org/drawingml/2006/main">
              <a:ext uri="{FF2B5EF4-FFF2-40B4-BE49-F238E27FC236}">
                <a16:creationId xmlns:a16="http://schemas.microsoft.com/office/drawing/2014/main" id="{782FF0BE-345F-401C-982E-B8C1CD5464F4}"/>
              </a:ext>
            </a:extLst>
          </p:cNvPr>
          <p:cNvSpPr>
            <a:spLocks xmlns:a="http://schemas.openxmlformats.org/drawingml/2006/main" noGrp="1"/>
          </p:cNvSpPr>
          <p:nvPr/>
        </p:nvSpPr>
        <p:spPr>
          <a:xfrm xmlns:a="http://schemas.openxmlformats.org/drawingml/2006/main">
            <a:off x="990600" y="25622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2" name="text-1505">
            <a:extLst xmlns:a="http://schemas.openxmlformats.org/drawingml/2006/main">
              <a:ext uri="{FF2B5EF4-FFF2-40B4-BE49-F238E27FC236}">
                <a16:creationId xmlns:a16="http://schemas.microsoft.com/office/drawing/2014/main" id="{97B26EE7-B7E0-40F5-9C6C-81927A1B3C7D}"/>
              </a:ext>
            </a:extLst>
          </p:cNvPr>
          <p:cNvSpPr>
            <a:spLocks xmlns:a="http://schemas.openxmlformats.org/drawingml/2006/main" noGrp="1"/>
          </p:cNvSpPr>
          <p:nvPr/>
        </p:nvSpPr>
        <p:spPr>
          <a:xfrm xmlns:a="http://schemas.openxmlformats.org/drawingml/2006/main">
            <a:off x="1200150" y="23336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入力：インタビュー・自由記述・会議メモ</a:t>
            </a:r>
          </a:p>
        </p:txBody>
      </p:sp>
      <p:sp>
        <p:nvSpPr>
          <p:cNvPr id="13" name="box-1506">
            <a:extLst xmlns:a="http://schemas.openxmlformats.org/drawingml/2006/main">
              <a:ext uri="{FF2B5EF4-FFF2-40B4-BE49-F238E27FC236}">
                <a16:creationId xmlns:a16="http://schemas.microsoft.com/office/drawing/2014/main" id="{F91504CB-8C80-4D36-872E-F0FD38D2ABB1}"/>
              </a:ext>
            </a:extLst>
          </p:cNvPr>
          <p:cNvSpPr>
            <a:spLocks xmlns:a="http://schemas.openxmlformats.org/drawingml/2006/main" noGrp="1"/>
          </p:cNvSpPr>
          <p:nvPr/>
        </p:nvSpPr>
        <p:spPr>
          <a:xfrm xmlns:a="http://schemas.openxmlformats.org/drawingml/2006/main">
            <a:off x="838200" y="30480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4" name="box-1507">
            <a:extLst xmlns:a="http://schemas.openxmlformats.org/drawingml/2006/main">
              <a:ext uri="{FF2B5EF4-FFF2-40B4-BE49-F238E27FC236}">
                <a16:creationId xmlns:a16="http://schemas.microsoft.com/office/drawing/2014/main" id="{D1B4C1CC-54ED-4738-A3D5-FA92D894F900}"/>
              </a:ext>
            </a:extLst>
          </p:cNvPr>
          <p:cNvSpPr>
            <a:spLocks xmlns:a="http://schemas.openxmlformats.org/drawingml/2006/main" noGrp="1"/>
          </p:cNvSpPr>
          <p:nvPr/>
        </p:nvSpPr>
        <p:spPr>
          <a:xfrm xmlns:a="http://schemas.openxmlformats.org/drawingml/2006/main">
            <a:off x="990600" y="33432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5" name="text-1508">
            <a:extLst xmlns:a="http://schemas.openxmlformats.org/drawingml/2006/main">
              <a:ext uri="{FF2B5EF4-FFF2-40B4-BE49-F238E27FC236}">
                <a16:creationId xmlns:a16="http://schemas.microsoft.com/office/drawing/2014/main" id="{6D0C97FD-E19B-40C7-83E2-1D7C2BA3EE41}"/>
              </a:ext>
            </a:extLst>
          </p:cNvPr>
          <p:cNvSpPr>
            <a:spLocks xmlns:a="http://schemas.openxmlformats.org/drawingml/2006/main" noGrp="1"/>
          </p:cNvSpPr>
          <p:nvPr/>
        </p:nvSpPr>
        <p:spPr>
          <a:xfrm xmlns:a="http://schemas.openxmlformats.org/drawingml/2006/main">
            <a:off x="1200150" y="31146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整理：ニーズ・観察・仮説・反証</a:t>
            </a:r>
          </a:p>
        </p:txBody>
      </p:sp>
      <p:sp>
        <p:nvSpPr>
          <p:cNvPr id="16" name="box-1509">
            <a:extLst xmlns:a="http://schemas.openxmlformats.org/drawingml/2006/main">
              <a:ext uri="{FF2B5EF4-FFF2-40B4-BE49-F238E27FC236}">
                <a16:creationId xmlns:a16="http://schemas.microsoft.com/office/drawing/2014/main" id="{F91BF520-52F6-4A2E-B09C-46E1806188B6}"/>
              </a:ext>
            </a:extLst>
          </p:cNvPr>
          <p:cNvSpPr>
            <a:spLocks xmlns:a="http://schemas.openxmlformats.org/drawingml/2006/main" noGrp="1"/>
          </p:cNvSpPr>
          <p:nvPr/>
        </p:nvSpPr>
        <p:spPr>
          <a:xfrm xmlns:a="http://schemas.openxmlformats.org/drawingml/2006/main">
            <a:off x="838200" y="38290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7" name="box-1510">
            <a:extLst xmlns:a="http://schemas.openxmlformats.org/drawingml/2006/main">
              <a:ext uri="{FF2B5EF4-FFF2-40B4-BE49-F238E27FC236}">
                <a16:creationId xmlns:a16="http://schemas.microsoft.com/office/drawing/2014/main" id="{A82BD3D5-53DB-448B-A059-947E6D223559}"/>
              </a:ext>
            </a:extLst>
          </p:cNvPr>
          <p:cNvSpPr>
            <a:spLocks xmlns:a="http://schemas.openxmlformats.org/drawingml/2006/main" noGrp="1"/>
          </p:cNvSpPr>
          <p:nvPr/>
        </p:nvSpPr>
        <p:spPr>
          <a:xfrm xmlns:a="http://schemas.openxmlformats.org/drawingml/2006/main">
            <a:off x="990600" y="41243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8" name="text-1511">
            <a:extLst xmlns:a="http://schemas.openxmlformats.org/drawingml/2006/main">
              <a:ext uri="{FF2B5EF4-FFF2-40B4-BE49-F238E27FC236}">
                <a16:creationId xmlns:a16="http://schemas.microsoft.com/office/drawing/2014/main" id="{6B86BE63-34E9-4E01-A68B-91A88CA2E2D5}"/>
              </a:ext>
            </a:extLst>
          </p:cNvPr>
          <p:cNvSpPr>
            <a:spLocks xmlns:a="http://schemas.openxmlformats.org/drawingml/2006/main" noGrp="1"/>
          </p:cNvSpPr>
          <p:nvPr/>
        </p:nvSpPr>
        <p:spPr>
          <a:xfrm xmlns:a="http://schemas.openxmlformats.org/drawingml/2006/main">
            <a:off x="1200150" y="38957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利用先：追加調査計画・論点整理</a:t>
            </a:r>
          </a:p>
        </p:txBody>
      </p:sp>
      <p:sp>
        <p:nvSpPr>
          <p:cNvPr id="19" name="text-1512">
            <a:extLst xmlns:a="http://schemas.openxmlformats.org/drawingml/2006/main">
              <a:ext uri="{FF2B5EF4-FFF2-40B4-BE49-F238E27FC236}">
                <a16:creationId xmlns:a16="http://schemas.microsoft.com/office/drawing/2014/main" id="{E9421D25-6259-48D7-890A-1FA5C3A1AFE3}"/>
              </a:ext>
            </a:extLst>
          </p:cNvPr>
          <p:cNvSpPr>
            <a:spLocks xmlns:a="http://schemas.openxmlformats.org/drawingml/2006/main" noGrp="1"/>
          </p:cNvSpPr>
          <p:nvPr/>
        </p:nvSpPr>
        <p:spPr>
          <a:xfrm xmlns:a="http://schemas.openxmlformats.org/drawingml/2006/main">
            <a:off x="838200" y="56388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0">
                <a:solidFill>
                  <a:srgbClr val="D4EFEC"/>
                </a:solidFill>
                <a:latin typeface="Hiragino Sans"/>
                <a:ea typeface="Hiragino Sans"/>
                <a:cs typeface="Hiragino Sans"/>
              </a:defRPr>
            </a:pPr>
            <a:r>
              <a:rPr sz="825" b="0">
                <a:solidFill>
                  <a:srgbClr val="D4EFEC"/>
                </a:solidFill>
                <a:latin typeface="Hiragino Sans"/>
                <a:ea typeface="Hiragino Sans"/>
                <a:cs typeface="Hiragino Sans"/>
              </a:rPr>
              <a:t>※ 画像内の人物・記録は教材用イメージ</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32526c4021e463b"/>
          <a:srcRect xmlns:a="http://schemas.openxmlformats.org/drawingml/2006/main" l="14823" t="0" r="14823" b="0"/>
          <a:stretch xmlns:a="http://schemas.openxmlformats.org/drawingml/2006/main">
            <a:fillRect l="0" t="0" r="0" b="0"/>
          </a:stretch>
        </p:blipFill>
        <p:spPr>
          <a:xfrm xmlns:a="http://schemas.openxmlformats.org/drawingml/2006/main">
            <a:off x="5572125" y="1428750"/>
            <a:ext cx="60293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656026070"/>
      </p:ext>
    </p:extLst>
  </p:cSld>
</p:sld>
</file>

<file path=ppt/slides/slide5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1" name="box-1513">
            <a:extLst xmlns:a="http://schemas.openxmlformats.org/drawingml/2006/main">
              <a:ext uri="{FF2B5EF4-FFF2-40B4-BE49-F238E27FC236}">
                <a16:creationId xmlns:a16="http://schemas.microsoft.com/office/drawing/2014/main" id="{8E13F2B6-DC1E-4366-AF91-9346D91017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514">
            <a:extLst xmlns:a="http://schemas.openxmlformats.org/drawingml/2006/main">
              <a:ext uri="{FF2B5EF4-FFF2-40B4-BE49-F238E27FC236}">
                <a16:creationId xmlns:a16="http://schemas.microsoft.com/office/drawing/2014/main" id="{FE0AD90A-F1A3-4ACE-BD07-6690291D6C5E}"/>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515">
            <a:extLst xmlns:a="http://schemas.openxmlformats.org/drawingml/2006/main">
              <a:ext uri="{FF2B5EF4-FFF2-40B4-BE49-F238E27FC236}">
                <a16:creationId xmlns:a16="http://schemas.microsoft.com/office/drawing/2014/main" id="{1A149369-368F-461E-ABC9-08CF953CBC5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接客・サービス｜要望と対応状況を分けます</a:t>
            </a:r>
          </a:p>
        </p:txBody>
      </p:sp>
      <p:sp>
        <p:nvSpPr>
          <p:cNvPr id="4" name="box-1516">
            <a:extLst xmlns:a="http://schemas.openxmlformats.org/drawingml/2006/main">
              <a:ext uri="{FF2B5EF4-FFF2-40B4-BE49-F238E27FC236}">
                <a16:creationId xmlns:a16="http://schemas.microsoft.com/office/drawing/2014/main" id="{59AE4539-6A1D-4181-8650-E04340217DF4}"/>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517">
            <a:extLst xmlns:a="http://schemas.openxmlformats.org/drawingml/2006/main">
              <a:ext uri="{FF2B5EF4-FFF2-40B4-BE49-F238E27FC236}">
                <a16:creationId xmlns:a16="http://schemas.microsoft.com/office/drawing/2014/main" id="{3405D2AF-95F4-49A1-BC12-806C3DB9529A}"/>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518">
            <a:extLst xmlns:a="http://schemas.openxmlformats.org/drawingml/2006/main">
              <a:ext uri="{FF2B5EF4-FFF2-40B4-BE49-F238E27FC236}">
                <a16:creationId xmlns:a16="http://schemas.microsoft.com/office/drawing/2014/main" id="{A11F0730-EB6E-43B4-A1B2-8E5986B971F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要点｜顧客の希望、実施済み対応、未確認を別欄で管理する</a:t>
            </a:r>
          </a:p>
        </p:txBody>
      </p:sp>
      <p:sp>
        <p:nvSpPr>
          <p:cNvPr id="7" name="text-1519">
            <a:extLst xmlns:a="http://schemas.openxmlformats.org/drawingml/2006/main">
              <a:ext uri="{FF2B5EF4-FFF2-40B4-BE49-F238E27FC236}">
                <a16:creationId xmlns:a16="http://schemas.microsoft.com/office/drawing/2014/main" id="{9AEF210D-98C4-4F63-B92D-ECE321289864}"/>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53</a:t>
            </a:r>
          </a:p>
        </p:txBody>
      </p:sp>
      <p:sp>
        <p:nvSpPr>
          <p:cNvPr id="8" name="box-1520">
            <a:extLst xmlns:a="http://schemas.openxmlformats.org/drawingml/2006/main">
              <a:ext uri="{FF2B5EF4-FFF2-40B4-BE49-F238E27FC236}">
                <a16:creationId xmlns:a16="http://schemas.microsoft.com/office/drawing/2014/main" id="{3F786DB4-AA6B-4E6C-AA21-88D5A406760A}"/>
              </a:ext>
            </a:extLst>
          </p:cNvPr>
          <p:cNvSpPr>
            <a:spLocks xmlns:a="http://schemas.openxmlformats.org/drawingml/2006/main" noGrp="1"/>
          </p:cNvSpPr>
          <p:nvPr/>
        </p:nvSpPr>
        <p:spPr>
          <a:xfrm xmlns:a="http://schemas.openxmlformats.org/drawingml/2006/main">
            <a:off x="552450" y="1428750"/>
            <a:ext cx="4810125" cy="4572000"/>
          </a:xfrm>
          <a:prstGeom xmlns:a="http://schemas.openxmlformats.org/drawingml/2006/main" prst="roundRect">
            <a:avLst>
              <a:gd name="adj" fmla="val 2500"/>
            </a:avLst>
          </a:prstGeom>
          <a:solidFill xmlns:a="http://schemas.openxmlformats.org/drawingml/2006/main">
            <a:srgbClr val="14364F"/>
          </a:solidFill>
          <a:ln xmlns:a="http://schemas.openxmlformats.org/drawingml/2006/main" w="0">
            <a:noFill/>
            <a:prstDash val="solid"/>
          </a:ln>
        </p:spPr>
      </p:sp>
      <p:sp>
        <p:nvSpPr>
          <p:cNvPr id="9" name="text-1521">
            <a:extLst xmlns:a="http://schemas.openxmlformats.org/drawingml/2006/main">
              <a:ext uri="{FF2B5EF4-FFF2-40B4-BE49-F238E27FC236}">
                <a16:creationId xmlns:a16="http://schemas.microsoft.com/office/drawing/2014/main" id="{DC911B14-CACC-4C0C-B55D-FA3DFCC107F4}"/>
              </a:ext>
            </a:extLst>
          </p:cNvPr>
          <p:cNvSpPr>
            <a:spLocks xmlns:a="http://schemas.openxmlformats.org/drawingml/2006/main" noGrp="1"/>
          </p:cNvSpPr>
          <p:nvPr/>
        </p:nvSpPr>
        <p:spPr>
          <a:xfrm xmlns:a="http://schemas.openxmlformats.org/drawingml/2006/main">
            <a:off x="83820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D4EFEC"/>
                </a:solidFill>
                <a:latin typeface="Hiragino Sans"/>
                <a:ea typeface="Hiragino Sans"/>
                <a:cs typeface="Hiragino Sans"/>
              </a:defRPr>
            </a:pPr>
            <a:r>
              <a:rPr sz="1050" b="1">
                <a:solidFill>
                  <a:srgbClr val="D4EFEC"/>
                </a:solidFill>
                <a:latin typeface="Hiragino Sans"/>
                <a:ea typeface="Hiragino Sans"/>
                <a:cs typeface="Hiragino Sans"/>
              </a:rPr>
              <a:t>実務での見方</a:t>
            </a:r>
          </a:p>
        </p:txBody>
      </p:sp>
      <p:sp>
        <p:nvSpPr>
          <p:cNvPr id="10" name="box-1522">
            <a:extLst xmlns:a="http://schemas.openxmlformats.org/drawingml/2006/main">
              <a:ext uri="{FF2B5EF4-FFF2-40B4-BE49-F238E27FC236}">
                <a16:creationId xmlns:a16="http://schemas.microsoft.com/office/drawing/2014/main" id="{ED0FC963-C1F4-4CC2-872D-99D85EF9EA64}"/>
              </a:ext>
            </a:extLst>
          </p:cNvPr>
          <p:cNvSpPr>
            <a:spLocks xmlns:a="http://schemas.openxmlformats.org/drawingml/2006/main" noGrp="1"/>
          </p:cNvSpPr>
          <p:nvPr/>
        </p:nvSpPr>
        <p:spPr>
          <a:xfrm xmlns:a="http://schemas.openxmlformats.org/drawingml/2006/main">
            <a:off x="838200" y="22669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1" name="box-1523">
            <a:extLst xmlns:a="http://schemas.openxmlformats.org/drawingml/2006/main">
              <a:ext uri="{FF2B5EF4-FFF2-40B4-BE49-F238E27FC236}">
                <a16:creationId xmlns:a16="http://schemas.microsoft.com/office/drawing/2014/main" id="{EEC30ECE-806C-412E-8BAC-067F990854D5}"/>
              </a:ext>
            </a:extLst>
          </p:cNvPr>
          <p:cNvSpPr>
            <a:spLocks xmlns:a="http://schemas.openxmlformats.org/drawingml/2006/main" noGrp="1"/>
          </p:cNvSpPr>
          <p:nvPr/>
        </p:nvSpPr>
        <p:spPr>
          <a:xfrm xmlns:a="http://schemas.openxmlformats.org/drawingml/2006/main">
            <a:off x="990600" y="25622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2" name="text-1524">
            <a:extLst xmlns:a="http://schemas.openxmlformats.org/drawingml/2006/main">
              <a:ext uri="{FF2B5EF4-FFF2-40B4-BE49-F238E27FC236}">
                <a16:creationId xmlns:a16="http://schemas.microsoft.com/office/drawing/2014/main" id="{F4B0998C-BACD-48E2-B818-34EE39DDCE60}"/>
              </a:ext>
            </a:extLst>
          </p:cNvPr>
          <p:cNvSpPr>
            <a:spLocks xmlns:a="http://schemas.openxmlformats.org/drawingml/2006/main" noGrp="1"/>
          </p:cNvSpPr>
          <p:nvPr/>
        </p:nvSpPr>
        <p:spPr>
          <a:xfrm xmlns:a="http://schemas.openxmlformats.org/drawingml/2006/main">
            <a:off x="1200150" y="23336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入力：接客記録・問い合わせ・口コミ</a:t>
            </a:r>
          </a:p>
        </p:txBody>
      </p:sp>
      <p:sp>
        <p:nvSpPr>
          <p:cNvPr id="13" name="box-1525">
            <a:extLst xmlns:a="http://schemas.openxmlformats.org/drawingml/2006/main">
              <a:ext uri="{FF2B5EF4-FFF2-40B4-BE49-F238E27FC236}">
                <a16:creationId xmlns:a16="http://schemas.microsoft.com/office/drawing/2014/main" id="{DA680F14-A9EA-4436-B0D0-ED1A7E64C1B6}"/>
              </a:ext>
            </a:extLst>
          </p:cNvPr>
          <p:cNvSpPr>
            <a:spLocks xmlns:a="http://schemas.openxmlformats.org/drawingml/2006/main" noGrp="1"/>
          </p:cNvSpPr>
          <p:nvPr/>
        </p:nvSpPr>
        <p:spPr>
          <a:xfrm xmlns:a="http://schemas.openxmlformats.org/drawingml/2006/main">
            <a:off x="838200" y="30480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4" name="box-1526">
            <a:extLst xmlns:a="http://schemas.openxmlformats.org/drawingml/2006/main">
              <a:ext uri="{FF2B5EF4-FFF2-40B4-BE49-F238E27FC236}">
                <a16:creationId xmlns:a16="http://schemas.microsoft.com/office/drawing/2014/main" id="{88586095-9E29-42D1-92B5-2D79369ED8AB}"/>
              </a:ext>
            </a:extLst>
          </p:cNvPr>
          <p:cNvSpPr>
            <a:spLocks xmlns:a="http://schemas.openxmlformats.org/drawingml/2006/main" noGrp="1"/>
          </p:cNvSpPr>
          <p:nvPr/>
        </p:nvSpPr>
        <p:spPr>
          <a:xfrm xmlns:a="http://schemas.openxmlformats.org/drawingml/2006/main">
            <a:off x="990600" y="33432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5" name="text-1527">
            <a:extLst xmlns:a="http://schemas.openxmlformats.org/drawingml/2006/main">
              <a:ext uri="{FF2B5EF4-FFF2-40B4-BE49-F238E27FC236}">
                <a16:creationId xmlns:a16="http://schemas.microsoft.com/office/drawing/2014/main" id="{65A07973-2503-4B8F-BED1-03233F319D40}"/>
              </a:ext>
            </a:extLst>
          </p:cNvPr>
          <p:cNvSpPr>
            <a:spLocks xmlns:a="http://schemas.openxmlformats.org/drawingml/2006/main" noGrp="1"/>
          </p:cNvSpPr>
          <p:nvPr/>
        </p:nvSpPr>
        <p:spPr>
          <a:xfrm xmlns:a="http://schemas.openxmlformats.org/drawingml/2006/main">
            <a:off x="1200150" y="31146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整理：要望・対応済み・保留・未確認</a:t>
            </a:r>
          </a:p>
        </p:txBody>
      </p:sp>
      <p:sp>
        <p:nvSpPr>
          <p:cNvPr id="16" name="box-1528">
            <a:extLst xmlns:a="http://schemas.openxmlformats.org/drawingml/2006/main">
              <a:ext uri="{FF2B5EF4-FFF2-40B4-BE49-F238E27FC236}">
                <a16:creationId xmlns:a16="http://schemas.microsoft.com/office/drawing/2014/main" id="{51ECDF63-3CF6-4523-AA81-FE5DBC164967}"/>
              </a:ext>
            </a:extLst>
          </p:cNvPr>
          <p:cNvSpPr>
            <a:spLocks xmlns:a="http://schemas.openxmlformats.org/drawingml/2006/main" noGrp="1"/>
          </p:cNvSpPr>
          <p:nvPr/>
        </p:nvSpPr>
        <p:spPr>
          <a:xfrm xmlns:a="http://schemas.openxmlformats.org/drawingml/2006/main">
            <a:off x="838200" y="38290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7" name="box-1529">
            <a:extLst xmlns:a="http://schemas.openxmlformats.org/drawingml/2006/main">
              <a:ext uri="{FF2B5EF4-FFF2-40B4-BE49-F238E27FC236}">
                <a16:creationId xmlns:a16="http://schemas.microsoft.com/office/drawing/2014/main" id="{FCF38549-08F0-44C6-9B6D-34B6BA2783D3}"/>
              </a:ext>
            </a:extLst>
          </p:cNvPr>
          <p:cNvSpPr>
            <a:spLocks xmlns:a="http://schemas.openxmlformats.org/drawingml/2006/main" noGrp="1"/>
          </p:cNvSpPr>
          <p:nvPr/>
        </p:nvSpPr>
        <p:spPr>
          <a:xfrm xmlns:a="http://schemas.openxmlformats.org/drawingml/2006/main">
            <a:off x="990600" y="41243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8" name="text-1530">
            <a:extLst xmlns:a="http://schemas.openxmlformats.org/drawingml/2006/main">
              <a:ext uri="{FF2B5EF4-FFF2-40B4-BE49-F238E27FC236}">
                <a16:creationId xmlns:a16="http://schemas.microsoft.com/office/drawing/2014/main" id="{A46D02F7-10F0-40A4-B98C-47FF5C84461D}"/>
              </a:ext>
            </a:extLst>
          </p:cNvPr>
          <p:cNvSpPr>
            <a:spLocks xmlns:a="http://schemas.openxmlformats.org/drawingml/2006/main" noGrp="1"/>
          </p:cNvSpPr>
          <p:nvPr/>
        </p:nvSpPr>
        <p:spPr>
          <a:xfrm xmlns:a="http://schemas.openxmlformats.org/drawingml/2006/main">
            <a:off x="1200150" y="38957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利用先：次回対応・引継ぎ</a:t>
            </a:r>
          </a:p>
        </p:txBody>
      </p:sp>
      <p:sp>
        <p:nvSpPr>
          <p:cNvPr id="19" name="text-1531">
            <a:extLst xmlns:a="http://schemas.openxmlformats.org/drawingml/2006/main">
              <a:ext uri="{FF2B5EF4-FFF2-40B4-BE49-F238E27FC236}">
                <a16:creationId xmlns:a16="http://schemas.microsoft.com/office/drawing/2014/main" id="{FDAA7D3D-2D5D-4420-88F6-DFFB43FDAF8A}"/>
              </a:ext>
            </a:extLst>
          </p:cNvPr>
          <p:cNvSpPr>
            <a:spLocks xmlns:a="http://schemas.openxmlformats.org/drawingml/2006/main" noGrp="1"/>
          </p:cNvSpPr>
          <p:nvPr/>
        </p:nvSpPr>
        <p:spPr>
          <a:xfrm xmlns:a="http://schemas.openxmlformats.org/drawingml/2006/main">
            <a:off x="838200" y="56388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0">
                <a:solidFill>
                  <a:srgbClr val="D4EFEC"/>
                </a:solidFill>
                <a:latin typeface="Hiragino Sans"/>
                <a:ea typeface="Hiragino Sans"/>
                <a:cs typeface="Hiragino Sans"/>
              </a:defRPr>
            </a:pPr>
            <a:r>
              <a:rPr sz="825" b="0">
                <a:solidFill>
                  <a:srgbClr val="D4EFEC"/>
                </a:solidFill>
                <a:latin typeface="Hiragino Sans"/>
                <a:ea typeface="Hiragino Sans"/>
                <a:cs typeface="Hiragino Sans"/>
              </a:rPr>
              <a:t>※ 画像内の人物・記録は教材用イメージ</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cc33305e47341d2"/>
          <a:srcRect xmlns:a="http://schemas.openxmlformats.org/drawingml/2006/main" l="14981" t="0" r="14981" b="0"/>
          <a:stretch xmlns:a="http://schemas.openxmlformats.org/drawingml/2006/main">
            <a:fillRect l="0" t="0" r="0" b="0"/>
          </a:stretch>
        </p:blipFill>
        <p:spPr>
          <a:xfrm xmlns:a="http://schemas.openxmlformats.org/drawingml/2006/main">
            <a:off x="5572125" y="1428750"/>
            <a:ext cx="60293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2072999469"/>
      </p:ext>
    </p:extLst>
  </p:cSld>
</p:sld>
</file>

<file path=ppt/slides/slide5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1" name="box-1532">
            <a:extLst xmlns:a="http://schemas.openxmlformats.org/drawingml/2006/main">
              <a:ext uri="{FF2B5EF4-FFF2-40B4-BE49-F238E27FC236}">
                <a16:creationId xmlns:a16="http://schemas.microsoft.com/office/drawing/2014/main" id="{1E254919-4B1E-45A8-B59B-DE24C4FCD2F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533">
            <a:extLst xmlns:a="http://schemas.openxmlformats.org/drawingml/2006/main">
              <a:ext uri="{FF2B5EF4-FFF2-40B4-BE49-F238E27FC236}">
                <a16:creationId xmlns:a16="http://schemas.microsoft.com/office/drawing/2014/main" id="{577A5B6D-D1DC-4975-9406-E0E9BF8F42F0}"/>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534">
            <a:extLst xmlns:a="http://schemas.openxmlformats.org/drawingml/2006/main">
              <a:ext uri="{FF2B5EF4-FFF2-40B4-BE49-F238E27FC236}">
                <a16:creationId xmlns:a16="http://schemas.microsoft.com/office/drawing/2014/main" id="{4EC93B2A-0855-4612-A121-60F4EC5BFC4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工事・製造｜状況と原因仮説を分けます</a:t>
            </a:r>
          </a:p>
        </p:txBody>
      </p:sp>
      <p:sp>
        <p:nvSpPr>
          <p:cNvPr id="4" name="box-1535">
            <a:extLst xmlns:a="http://schemas.openxmlformats.org/drawingml/2006/main">
              <a:ext uri="{FF2B5EF4-FFF2-40B4-BE49-F238E27FC236}">
                <a16:creationId xmlns:a16="http://schemas.microsoft.com/office/drawing/2014/main" id="{D30AFD23-C7F8-4BC4-994D-7FA27C874BBD}"/>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536">
            <a:extLst xmlns:a="http://schemas.openxmlformats.org/drawingml/2006/main">
              <a:ext uri="{FF2B5EF4-FFF2-40B4-BE49-F238E27FC236}">
                <a16:creationId xmlns:a16="http://schemas.microsoft.com/office/drawing/2014/main" id="{5D76ADC2-B387-48FD-BE47-CEBC4DD445A3}"/>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537">
            <a:extLst xmlns:a="http://schemas.openxmlformats.org/drawingml/2006/main">
              <a:ext uri="{FF2B5EF4-FFF2-40B4-BE49-F238E27FC236}">
                <a16:creationId xmlns:a16="http://schemas.microsoft.com/office/drawing/2014/main" id="{D30A27F0-D5D2-47FA-999C-0D40EC9C0D15}"/>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要点｜安全判断・原因確定・品質保証は、AIへ任せない</a:t>
            </a:r>
          </a:p>
        </p:txBody>
      </p:sp>
      <p:sp>
        <p:nvSpPr>
          <p:cNvPr id="7" name="text-1538">
            <a:extLst xmlns:a="http://schemas.openxmlformats.org/drawingml/2006/main">
              <a:ext uri="{FF2B5EF4-FFF2-40B4-BE49-F238E27FC236}">
                <a16:creationId xmlns:a16="http://schemas.microsoft.com/office/drawing/2014/main" id="{995635FA-8CCD-4FAB-800A-3DEA181C8C52}"/>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54</a:t>
            </a:r>
          </a:p>
        </p:txBody>
      </p:sp>
      <p:sp>
        <p:nvSpPr>
          <p:cNvPr id="8" name="box-1539">
            <a:extLst xmlns:a="http://schemas.openxmlformats.org/drawingml/2006/main">
              <a:ext uri="{FF2B5EF4-FFF2-40B4-BE49-F238E27FC236}">
                <a16:creationId xmlns:a16="http://schemas.microsoft.com/office/drawing/2014/main" id="{22684D64-7C2B-432C-A252-254C5A6543AB}"/>
              </a:ext>
            </a:extLst>
          </p:cNvPr>
          <p:cNvSpPr>
            <a:spLocks xmlns:a="http://schemas.openxmlformats.org/drawingml/2006/main" noGrp="1"/>
          </p:cNvSpPr>
          <p:nvPr/>
        </p:nvSpPr>
        <p:spPr>
          <a:xfrm xmlns:a="http://schemas.openxmlformats.org/drawingml/2006/main">
            <a:off x="552450" y="1428750"/>
            <a:ext cx="4810125" cy="4572000"/>
          </a:xfrm>
          <a:prstGeom xmlns:a="http://schemas.openxmlformats.org/drawingml/2006/main" prst="roundRect">
            <a:avLst>
              <a:gd name="adj" fmla="val 2500"/>
            </a:avLst>
          </a:prstGeom>
          <a:solidFill xmlns:a="http://schemas.openxmlformats.org/drawingml/2006/main">
            <a:srgbClr val="14364F"/>
          </a:solidFill>
          <a:ln xmlns:a="http://schemas.openxmlformats.org/drawingml/2006/main" w="0">
            <a:noFill/>
            <a:prstDash val="solid"/>
          </a:ln>
        </p:spPr>
      </p:sp>
      <p:sp>
        <p:nvSpPr>
          <p:cNvPr id="9" name="text-1540">
            <a:extLst xmlns:a="http://schemas.openxmlformats.org/drawingml/2006/main">
              <a:ext uri="{FF2B5EF4-FFF2-40B4-BE49-F238E27FC236}">
                <a16:creationId xmlns:a16="http://schemas.microsoft.com/office/drawing/2014/main" id="{055DC53F-FE8B-4272-B7FC-6F86A1BF0D74}"/>
              </a:ext>
            </a:extLst>
          </p:cNvPr>
          <p:cNvSpPr>
            <a:spLocks xmlns:a="http://schemas.openxmlformats.org/drawingml/2006/main" noGrp="1"/>
          </p:cNvSpPr>
          <p:nvPr/>
        </p:nvSpPr>
        <p:spPr>
          <a:xfrm xmlns:a="http://schemas.openxmlformats.org/drawingml/2006/main">
            <a:off x="83820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D4EFEC"/>
                </a:solidFill>
                <a:latin typeface="Hiragino Sans"/>
                <a:ea typeface="Hiragino Sans"/>
                <a:cs typeface="Hiragino Sans"/>
              </a:defRPr>
            </a:pPr>
            <a:r>
              <a:rPr sz="1050" b="1">
                <a:solidFill>
                  <a:srgbClr val="D4EFEC"/>
                </a:solidFill>
                <a:latin typeface="Hiragino Sans"/>
                <a:ea typeface="Hiragino Sans"/>
                <a:cs typeface="Hiragino Sans"/>
              </a:rPr>
              <a:t>実務での見方</a:t>
            </a:r>
          </a:p>
        </p:txBody>
      </p:sp>
      <p:sp>
        <p:nvSpPr>
          <p:cNvPr id="10" name="box-1541">
            <a:extLst xmlns:a="http://schemas.openxmlformats.org/drawingml/2006/main">
              <a:ext uri="{FF2B5EF4-FFF2-40B4-BE49-F238E27FC236}">
                <a16:creationId xmlns:a16="http://schemas.microsoft.com/office/drawing/2014/main" id="{6ADE8B27-BDAB-409D-B9E4-CAD885AD7B2A}"/>
              </a:ext>
            </a:extLst>
          </p:cNvPr>
          <p:cNvSpPr>
            <a:spLocks xmlns:a="http://schemas.openxmlformats.org/drawingml/2006/main" noGrp="1"/>
          </p:cNvSpPr>
          <p:nvPr/>
        </p:nvSpPr>
        <p:spPr>
          <a:xfrm xmlns:a="http://schemas.openxmlformats.org/drawingml/2006/main">
            <a:off x="838200" y="22669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1" name="box-1542">
            <a:extLst xmlns:a="http://schemas.openxmlformats.org/drawingml/2006/main">
              <a:ext uri="{FF2B5EF4-FFF2-40B4-BE49-F238E27FC236}">
                <a16:creationId xmlns:a16="http://schemas.microsoft.com/office/drawing/2014/main" id="{E26887DD-9C1F-41C4-AF38-E57714A96B43}"/>
              </a:ext>
            </a:extLst>
          </p:cNvPr>
          <p:cNvSpPr>
            <a:spLocks xmlns:a="http://schemas.openxmlformats.org/drawingml/2006/main" noGrp="1"/>
          </p:cNvSpPr>
          <p:nvPr/>
        </p:nvSpPr>
        <p:spPr>
          <a:xfrm xmlns:a="http://schemas.openxmlformats.org/drawingml/2006/main">
            <a:off x="990600" y="25622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2" name="text-1543">
            <a:extLst xmlns:a="http://schemas.openxmlformats.org/drawingml/2006/main">
              <a:ext uri="{FF2B5EF4-FFF2-40B4-BE49-F238E27FC236}">
                <a16:creationId xmlns:a16="http://schemas.microsoft.com/office/drawing/2014/main" id="{71751647-EB87-4C98-81FD-DA2E4DDD9A65}"/>
              </a:ext>
            </a:extLst>
          </p:cNvPr>
          <p:cNvSpPr>
            <a:spLocks xmlns:a="http://schemas.openxmlformats.org/drawingml/2006/main" noGrp="1"/>
          </p:cNvSpPr>
          <p:nvPr/>
        </p:nvSpPr>
        <p:spPr>
          <a:xfrm xmlns:a="http://schemas.openxmlformats.org/drawingml/2006/main">
            <a:off x="1200150" y="23336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入力：日報・不具合記録・担当者メモ</a:t>
            </a:r>
          </a:p>
        </p:txBody>
      </p:sp>
      <p:sp>
        <p:nvSpPr>
          <p:cNvPr id="13" name="box-1544">
            <a:extLst xmlns:a="http://schemas.openxmlformats.org/drawingml/2006/main">
              <a:ext uri="{FF2B5EF4-FFF2-40B4-BE49-F238E27FC236}">
                <a16:creationId xmlns:a16="http://schemas.microsoft.com/office/drawing/2014/main" id="{9AD38C87-57AA-44E5-91CD-22D5DAA80A79}"/>
              </a:ext>
            </a:extLst>
          </p:cNvPr>
          <p:cNvSpPr>
            <a:spLocks xmlns:a="http://schemas.openxmlformats.org/drawingml/2006/main" noGrp="1"/>
          </p:cNvSpPr>
          <p:nvPr/>
        </p:nvSpPr>
        <p:spPr>
          <a:xfrm xmlns:a="http://schemas.openxmlformats.org/drawingml/2006/main">
            <a:off x="838200" y="30480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4" name="box-1545">
            <a:extLst xmlns:a="http://schemas.openxmlformats.org/drawingml/2006/main">
              <a:ext uri="{FF2B5EF4-FFF2-40B4-BE49-F238E27FC236}">
                <a16:creationId xmlns:a16="http://schemas.microsoft.com/office/drawing/2014/main" id="{678323FB-8DC5-4A83-B725-284A19879917}"/>
              </a:ext>
            </a:extLst>
          </p:cNvPr>
          <p:cNvSpPr>
            <a:spLocks xmlns:a="http://schemas.openxmlformats.org/drawingml/2006/main" noGrp="1"/>
          </p:cNvSpPr>
          <p:nvPr/>
        </p:nvSpPr>
        <p:spPr>
          <a:xfrm xmlns:a="http://schemas.openxmlformats.org/drawingml/2006/main">
            <a:off x="990600" y="33432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5" name="text-1546">
            <a:extLst xmlns:a="http://schemas.openxmlformats.org/drawingml/2006/main">
              <a:ext uri="{FF2B5EF4-FFF2-40B4-BE49-F238E27FC236}">
                <a16:creationId xmlns:a16="http://schemas.microsoft.com/office/drawing/2014/main" id="{EC221404-A53C-4417-9600-E52BCEAFD8A4}"/>
              </a:ext>
            </a:extLst>
          </p:cNvPr>
          <p:cNvSpPr>
            <a:spLocks xmlns:a="http://schemas.openxmlformats.org/drawingml/2006/main" noGrp="1"/>
          </p:cNvSpPr>
          <p:nvPr/>
        </p:nvSpPr>
        <p:spPr>
          <a:xfrm xmlns:a="http://schemas.openxmlformats.org/drawingml/2006/main">
            <a:off x="1200150" y="31146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整理：確認済み状況・原因仮説・追加確認</a:t>
            </a:r>
          </a:p>
        </p:txBody>
      </p:sp>
      <p:sp>
        <p:nvSpPr>
          <p:cNvPr id="16" name="box-1547">
            <a:extLst xmlns:a="http://schemas.openxmlformats.org/drawingml/2006/main">
              <a:ext uri="{FF2B5EF4-FFF2-40B4-BE49-F238E27FC236}">
                <a16:creationId xmlns:a16="http://schemas.microsoft.com/office/drawing/2014/main" id="{4B62E6BA-E638-43D8-845F-A3920E406CB8}"/>
              </a:ext>
            </a:extLst>
          </p:cNvPr>
          <p:cNvSpPr>
            <a:spLocks xmlns:a="http://schemas.openxmlformats.org/drawingml/2006/main" noGrp="1"/>
          </p:cNvSpPr>
          <p:nvPr/>
        </p:nvSpPr>
        <p:spPr>
          <a:xfrm xmlns:a="http://schemas.openxmlformats.org/drawingml/2006/main">
            <a:off x="838200" y="38290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7" name="box-1548">
            <a:extLst xmlns:a="http://schemas.openxmlformats.org/drawingml/2006/main">
              <a:ext uri="{FF2B5EF4-FFF2-40B4-BE49-F238E27FC236}">
                <a16:creationId xmlns:a16="http://schemas.microsoft.com/office/drawing/2014/main" id="{3FA445A9-F548-4E70-AA33-2C06C69B0B86}"/>
              </a:ext>
            </a:extLst>
          </p:cNvPr>
          <p:cNvSpPr>
            <a:spLocks xmlns:a="http://schemas.openxmlformats.org/drawingml/2006/main" noGrp="1"/>
          </p:cNvSpPr>
          <p:nvPr/>
        </p:nvSpPr>
        <p:spPr>
          <a:xfrm xmlns:a="http://schemas.openxmlformats.org/drawingml/2006/main">
            <a:off x="990600" y="41243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8" name="text-1549">
            <a:extLst xmlns:a="http://schemas.openxmlformats.org/drawingml/2006/main">
              <a:ext uri="{FF2B5EF4-FFF2-40B4-BE49-F238E27FC236}">
                <a16:creationId xmlns:a16="http://schemas.microsoft.com/office/drawing/2014/main" id="{073008B6-0B8A-45FB-9ECB-ABD8E5B40BEA}"/>
              </a:ext>
            </a:extLst>
          </p:cNvPr>
          <p:cNvSpPr>
            <a:spLocks xmlns:a="http://schemas.openxmlformats.org/drawingml/2006/main" noGrp="1"/>
          </p:cNvSpPr>
          <p:nvPr/>
        </p:nvSpPr>
        <p:spPr>
          <a:xfrm xmlns:a="http://schemas.openxmlformats.org/drawingml/2006/main">
            <a:off x="1200150" y="38957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人の判断：安全・原因・品質・再稼働</a:t>
            </a:r>
          </a:p>
        </p:txBody>
      </p:sp>
      <p:sp>
        <p:nvSpPr>
          <p:cNvPr id="19" name="text-1550">
            <a:extLst xmlns:a="http://schemas.openxmlformats.org/drawingml/2006/main">
              <a:ext uri="{FF2B5EF4-FFF2-40B4-BE49-F238E27FC236}">
                <a16:creationId xmlns:a16="http://schemas.microsoft.com/office/drawing/2014/main" id="{B8816BCC-40D1-4B8A-A733-ECFCB404B968}"/>
              </a:ext>
            </a:extLst>
          </p:cNvPr>
          <p:cNvSpPr>
            <a:spLocks xmlns:a="http://schemas.openxmlformats.org/drawingml/2006/main" noGrp="1"/>
          </p:cNvSpPr>
          <p:nvPr/>
        </p:nvSpPr>
        <p:spPr>
          <a:xfrm xmlns:a="http://schemas.openxmlformats.org/drawingml/2006/main">
            <a:off x="838200" y="56388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0">
                <a:solidFill>
                  <a:srgbClr val="D4EFEC"/>
                </a:solidFill>
                <a:latin typeface="Hiragino Sans"/>
                <a:ea typeface="Hiragino Sans"/>
                <a:cs typeface="Hiragino Sans"/>
              </a:defRPr>
            </a:pPr>
            <a:r>
              <a:rPr sz="825" b="0">
                <a:solidFill>
                  <a:srgbClr val="D4EFEC"/>
                </a:solidFill>
                <a:latin typeface="Hiragino Sans"/>
                <a:ea typeface="Hiragino Sans"/>
                <a:cs typeface="Hiragino Sans"/>
              </a:rPr>
              <a:t>※ 画像内の人物・記録は教材用イメージ</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00bd09130c849bf"/>
          <a:srcRect xmlns:a="http://schemas.openxmlformats.org/drawingml/2006/main" l="6042" t="0" r="6042" b="0"/>
          <a:stretch xmlns:a="http://schemas.openxmlformats.org/drawingml/2006/main">
            <a:fillRect l="0" t="0" r="0" b="0"/>
          </a:stretch>
        </p:blipFill>
        <p:spPr>
          <a:xfrm xmlns:a="http://schemas.openxmlformats.org/drawingml/2006/main">
            <a:off x="5572125" y="1428750"/>
            <a:ext cx="60293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810932185"/>
      </p:ext>
    </p:extLst>
  </p:cSld>
</p:sld>
</file>

<file path=ppt/slides/slide5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1" name="box-1551">
            <a:extLst xmlns:a="http://schemas.openxmlformats.org/drawingml/2006/main">
              <a:ext uri="{FF2B5EF4-FFF2-40B4-BE49-F238E27FC236}">
                <a16:creationId xmlns:a16="http://schemas.microsoft.com/office/drawing/2014/main" id="{97BC92EF-4F0E-40FE-921F-589D1443A5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552">
            <a:extLst xmlns:a="http://schemas.openxmlformats.org/drawingml/2006/main">
              <a:ext uri="{FF2B5EF4-FFF2-40B4-BE49-F238E27FC236}">
                <a16:creationId xmlns:a16="http://schemas.microsoft.com/office/drawing/2014/main" id="{CD9CC055-86E3-4D9F-BE54-A4318D892B88}"/>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7  /  5領域へ展開する</a:t>
            </a:r>
          </a:p>
        </p:txBody>
      </p:sp>
      <p:sp>
        <p:nvSpPr>
          <p:cNvPr id="3" name="text-1553">
            <a:extLst xmlns:a="http://schemas.openxmlformats.org/drawingml/2006/main">
              <a:ext uri="{FF2B5EF4-FFF2-40B4-BE49-F238E27FC236}">
                <a16:creationId xmlns:a16="http://schemas.microsoft.com/office/drawing/2014/main" id="{536E2DAA-49EE-4E10-817D-2D009B1CEA1C}"/>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介護・対人支援｜本人・家族・職員の情報を分けます</a:t>
            </a:r>
          </a:p>
        </p:txBody>
      </p:sp>
      <p:sp>
        <p:nvSpPr>
          <p:cNvPr id="4" name="box-1554">
            <a:extLst xmlns:a="http://schemas.openxmlformats.org/drawingml/2006/main">
              <a:ext uri="{FF2B5EF4-FFF2-40B4-BE49-F238E27FC236}">
                <a16:creationId xmlns:a16="http://schemas.microsoft.com/office/drawing/2014/main" id="{90BDC0A8-7A8B-4177-8383-0C4D5CE41980}"/>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555">
            <a:extLst xmlns:a="http://schemas.openxmlformats.org/drawingml/2006/main">
              <a:ext uri="{FF2B5EF4-FFF2-40B4-BE49-F238E27FC236}">
                <a16:creationId xmlns:a16="http://schemas.microsoft.com/office/drawing/2014/main" id="{66B1F760-223A-4A5A-8DEA-2C588733FD4F}"/>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556">
            <a:extLst xmlns:a="http://schemas.openxmlformats.org/drawingml/2006/main">
              <a:ext uri="{FF2B5EF4-FFF2-40B4-BE49-F238E27FC236}">
                <a16:creationId xmlns:a16="http://schemas.microsoft.com/office/drawing/2014/main" id="{99F9EA84-CD2D-4C9C-B02F-283A20ED4A66}"/>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要点｜本人の希望を推定せず、発言・家族要望・職員観察を別々に残す</a:t>
            </a:r>
          </a:p>
        </p:txBody>
      </p:sp>
      <p:sp>
        <p:nvSpPr>
          <p:cNvPr id="7" name="text-1557">
            <a:extLst xmlns:a="http://schemas.openxmlformats.org/drawingml/2006/main">
              <a:ext uri="{FF2B5EF4-FFF2-40B4-BE49-F238E27FC236}">
                <a16:creationId xmlns:a16="http://schemas.microsoft.com/office/drawing/2014/main" id="{821B62E2-9E24-4098-A9B6-9348BD4B39D0}"/>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55</a:t>
            </a:r>
          </a:p>
        </p:txBody>
      </p:sp>
      <p:sp>
        <p:nvSpPr>
          <p:cNvPr id="8" name="box-1558">
            <a:extLst xmlns:a="http://schemas.openxmlformats.org/drawingml/2006/main">
              <a:ext uri="{FF2B5EF4-FFF2-40B4-BE49-F238E27FC236}">
                <a16:creationId xmlns:a16="http://schemas.microsoft.com/office/drawing/2014/main" id="{128F14F3-28EE-4077-8013-08DEFCC5FA1D}"/>
              </a:ext>
            </a:extLst>
          </p:cNvPr>
          <p:cNvSpPr>
            <a:spLocks xmlns:a="http://schemas.openxmlformats.org/drawingml/2006/main" noGrp="1"/>
          </p:cNvSpPr>
          <p:nvPr/>
        </p:nvSpPr>
        <p:spPr>
          <a:xfrm xmlns:a="http://schemas.openxmlformats.org/drawingml/2006/main">
            <a:off x="552450" y="1428750"/>
            <a:ext cx="4810125" cy="4572000"/>
          </a:xfrm>
          <a:prstGeom xmlns:a="http://schemas.openxmlformats.org/drawingml/2006/main" prst="roundRect">
            <a:avLst>
              <a:gd name="adj" fmla="val 2500"/>
            </a:avLst>
          </a:prstGeom>
          <a:solidFill xmlns:a="http://schemas.openxmlformats.org/drawingml/2006/main">
            <a:srgbClr val="14364F"/>
          </a:solidFill>
          <a:ln xmlns:a="http://schemas.openxmlformats.org/drawingml/2006/main" w="0">
            <a:noFill/>
            <a:prstDash val="solid"/>
          </a:ln>
        </p:spPr>
      </p:sp>
      <p:sp>
        <p:nvSpPr>
          <p:cNvPr id="9" name="text-1559">
            <a:extLst xmlns:a="http://schemas.openxmlformats.org/drawingml/2006/main">
              <a:ext uri="{FF2B5EF4-FFF2-40B4-BE49-F238E27FC236}">
                <a16:creationId xmlns:a16="http://schemas.microsoft.com/office/drawing/2014/main" id="{960AB891-6960-4D62-B348-8EA23E556380}"/>
              </a:ext>
            </a:extLst>
          </p:cNvPr>
          <p:cNvSpPr>
            <a:spLocks xmlns:a="http://schemas.openxmlformats.org/drawingml/2006/main" noGrp="1"/>
          </p:cNvSpPr>
          <p:nvPr/>
        </p:nvSpPr>
        <p:spPr>
          <a:xfrm xmlns:a="http://schemas.openxmlformats.org/drawingml/2006/main">
            <a:off x="83820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D4EFEC"/>
                </a:solidFill>
                <a:latin typeface="Hiragino Sans"/>
                <a:ea typeface="Hiragino Sans"/>
                <a:cs typeface="Hiragino Sans"/>
              </a:defRPr>
            </a:pPr>
            <a:r>
              <a:rPr sz="1050" b="1">
                <a:solidFill>
                  <a:srgbClr val="D4EFEC"/>
                </a:solidFill>
                <a:latin typeface="Hiragino Sans"/>
                <a:ea typeface="Hiragino Sans"/>
                <a:cs typeface="Hiragino Sans"/>
              </a:rPr>
              <a:t>実務での見方</a:t>
            </a:r>
          </a:p>
        </p:txBody>
      </p:sp>
      <p:sp>
        <p:nvSpPr>
          <p:cNvPr id="10" name="box-1560">
            <a:extLst xmlns:a="http://schemas.openxmlformats.org/drawingml/2006/main">
              <a:ext uri="{FF2B5EF4-FFF2-40B4-BE49-F238E27FC236}">
                <a16:creationId xmlns:a16="http://schemas.microsoft.com/office/drawing/2014/main" id="{14FF3C1C-E0F7-4B29-9701-C8F965EAE3C4}"/>
              </a:ext>
            </a:extLst>
          </p:cNvPr>
          <p:cNvSpPr>
            <a:spLocks xmlns:a="http://schemas.openxmlformats.org/drawingml/2006/main" noGrp="1"/>
          </p:cNvSpPr>
          <p:nvPr/>
        </p:nvSpPr>
        <p:spPr>
          <a:xfrm xmlns:a="http://schemas.openxmlformats.org/drawingml/2006/main">
            <a:off x="838200" y="22669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1" name="box-1561">
            <a:extLst xmlns:a="http://schemas.openxmlformats.org/drawingml/2006/main">
              <a:ext uri="{FF2B5EF4-FFF2-40B4-BE49-F238E27FC236}">
                <a16:creationId xmlns:a16="http://schemas.microsoft.com/office/drawing/2014/main" id="{F3691234-1D74-48F3-BD0B-9C21E5B96062}"/>
              </a:ext>
            </a:extLst>
          </p:cNvPr>
          <p:cNvSpPr>
            <a:spLocks xmlns:a="http://schemas.openxmlformats.org/drawingml/2006/main" noGrp="1"/>
          </p:cNvSpPr>
          <p:nvPr/>
        </p:nvSpPr>
        <p:spPr>
          <a:xfrm xmlns:a="http://schemas.openxmlformats.org/drawingml/2006/main">
            <a:off x="990600" y="25622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2" name="text-1562">
            <a:extLst xmlns:a="http://schemas.openxmlformats.org/drawingml/2006/main">
              <a:ext uri="{FF2B5EF4-FFF2-40B4-BE49-F238E27FC236}">
                <a16:creationId xmlns:a16="http://schemas.microsoft.com/office/drawing/2014/main" id="{3D8158DE-C56D-49E5-837A-E9C706D025CF}"/>
              </a:ext>
            </a:extLst>
          </p:cNvPr>
          <p:cNvSpPr>
            <a:spLocks xmlns:a="http://schemas.openxmlformats.org/drawingml/2006/main" noGrp="1"/>
          </p:cNvSpPr>
          <p:nvPr/>
        </p:nvSpPr>
        <p:spPr>
          <a:xfrm xmlns:a="http://schemas.openxmlformats.org/drawingml/2006/main">
            <a:off x="1200150" y="23336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入力：匿名化した申し送り・本人発言・家族要望</a:t>
            </a:r>
          </a:p>
        </p:txBody>
      </p:sp>
      <p:sp>
        <p:nvSpPr>
          <p:cNvPr id="13" name="box-1563">
            <a:extLst xmlns:a="http://schemas.openxmlformats.org/drawingml/2006/main">
              <a:ext uri="{FF2B5EF4-FFF2-40B4-BE49-F238E27FC236}">
                <a16:creationId xmlns:a16="http://schemas.microsoft.com/office/drawing/2014/main" id="{6E28465C-B429-4996-8074-E687B353E7DB}"/>
              </a:ext>
            </a:extLst>
          </p:cNvPr>
          <p:cNvSpPr>
            <a:spLocks xmlns:a="http://schemas.openxmlformats.org/drawingml/2006/main" noGrp="1"/>
          </p:cNvSpPr>
          <p:nvPr/>
        </p:nvSpPr>
        <p:spPr>
          <a:xfrm xmlns:a="http://schemas.openxmlformats.org/drawingml/2006/main">
            <a:off x="838200" y="304800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4" name="box-1564">
            <a:extLst xmlns:a="http://schemas.openxmlformats.org/drawingml/2006/main">
              <a:ext uri="{FF2B5EF4-FFF2-40B4-BE49-F238E27FC236}">
                <a16:creationId xmlns:a16="http://schemas.microsoft.com/office/drawing/2014/main" id="{29FD4B23-519C-4865-817B-446427F919DD}"/>
              </a:ext>
            </a:extLst>
          </p:cNvPr>
          <p:cNvSpPr>
            <a:spLocks xmlns:a="http://schemas.openxmlformats.org/drawingml/2006/main" noGrp="1"/>
          </p:cNvSpPr>
          <p:nvPr/>
        </p:nvSpPr>
        <p:spPr>
          <a:xfrm xmlns:a="http://schemas.openxmlformats.org/drawingml/2006/main">
            <a:off x="990600" y="334327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5" name="text-1565">
            <a:extLst xmlns:a="http://schemas.openxmlformats.org/drawingml/2006/main">
              <a:ext uri="{FF2B5EF4-FFF2-40B4-BE49-F238E27FC236}">
                <a16:creationId xmlns:a16="http://schemas.microsoft.com/office/drawing/2014/main" id="{FD7E0D05-3B44-4F6F-9F29-24CA15F9B6F4}"/>
              </a:ext>
            </a:extLst>
          </p:cNvPr>
          <p:cNvSpPr>
            <a:spLocks xmlns:a="http://schemas.openxmlformats.org/drawingml/2006/main" noGrp="1"/>
          </p:cNvSpPr>
          <p:nvPr/>
        </p:nvSpPr>
        <p:spPr>
          <a:xfrm xmlns:a="http://schemas.openxmlformats.org/drawingml/2006/main">
            <a:off x="1200150" y="311467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整理：確認済み事実・希望・観察・未確認</a:t>
            </a:r>
          </a:p>
        </p:txBody>
      </p:sp>
      <p:sp>
        <p:nvSpPr>
          <p:cNvPr id="16" name="box-1566">
            <a:extLst xmlns:a="http://schemas.openxmlformats.org/drawingml/2006/main">
              <a:ext uri="{FF2B5EF4-FFF2-40B4-BE49-F238E27FC236}">
                <a16:creationId xmlns:a16="http://schemas.microsoft.com/office/drawing/2014/main" id="{AA74AC6F-5D1B-4D40-8A17-FB1039491B94}"/>
              </a:ext>
            </a:extLst>
          </p:cNvPr>
          <p:cNvSpPr>
            <a:spLocks xmlns:a="http://schemas.openxmlformats.org/drawingml/2006/main" noGrp="1"/>
          </p:cNvSpPr>
          <p:nvPr/>
        </p:nvSpPr>
        <p:spPr>
          <a:xfrm xmlns:a="http://schemas.openxmlformats.org/drawingml/2006/main">
            <a:off x="838200" y="3829050"/>
            <a:ext cx="4095750" cy="685800"/>
          </a:xfrm>
          <a:prstGeom xmlns:a="http://schemas.openxmlformats.org/drawingml/2006/main" prst="roundRect">
            <a:avLst>
              <a:gd name="adj" fmla="val 11111"/>
            </a:avLst>
          </a:prstGeom>
          <a:solidFill xmlns:a="http://schemas.openxmlformats.org/drawingml/2006/main">
            <a:srgbClr val="234E68"/>
          </a:solidFill>
          <a:ln xmlns:a="http://schemas.openxmlformats.org/drawingml/2006/main" w="0">
            <a:noFill/>
            <a:prstDash val="solid"/>
          </a:ln>
        </p:spPr>
      </p:sp>
      <p:sp>
        <p:nvSpPr>
          <p:cNvPr id="17" name="box-1567">
            <a:extLst xmlns:a="http://schemas.openxmlformats.org/drawingml/2006/main">
              <a:ext uri="{FF2B5EF4-FFF2-40B4-BE49-F238E27FC236}">
                <a16:creationId xmlns:a16="http://schemas.microsoft.com/office/drawing/2014/main" id="{0E3D0648-755A-412A-A1A2-8011097C1C62}"/>
              </a:ext>
            </a:extLst>
          </p:cNvPr>
          <p:cNvSpPr>
            <a:spLocks xmlns:a="http://schemas.openxmlformats.org/drawingml/2006/main" noGrp="1"/>
          </p:cNvSpPr>
          <p:nvPr/>
        </p:nvSpPr>
        <p:spPr>
          <a:xfrm xmlns:a="http://schemas.openxmlformats.org/drawingml/2006/main">
            <a:off x="990600" y="4124325"/>
            <a:ext cx="95250" cy="95250"/>
          </a:xfrm>
          <a:prstGeom xmlns:a="http://schemas.openxmlformats.org/drawingml/2006/main" prst="roundRect">
            <a:avLst>
              <a:gd name="adj" fmla="val 50000"/>
            </a:avLst>
          </a:prstGeom>
          <a:solidFill xmlns:a="http://schemas.openxmlformats.org/drawingml/2006/main">
            <a:srgbClr val="D4EFEC"/>
          </a:solidFill>
          <a:ln xmlns:a="http://schemas.openxmlformats.org/drawingml/2006/main" w="0">
            <a:noFill/>
            <a:prstDash val="solid"/>
          </a:ln>
        </p:spPr>
      </p:sp>
      <p:sp>
        <p:nvSpPr>
          <p:cNvPr id="18" name="text-1568">
            <a:extLst xmlns:a="http://schemas.openxmlformats.org/drawingml/2006/main">
              <a:ext uri="{FF2B5EF4-FFF2-40B4-BE49-F238E27FC236}">
                <a16:creationId xmlns:a16="http://schemas.microsoft.com/office/drawing/2014/main" id="{5F548F8F-5853-40CB-A8AD-877167ABEA73}"/>
              </a:ext>
            </a:extLst>
          </p:cNvPr>
          <p:cNvSpPr>
            <a:spLocks xmlns:a="http://schemas.openxmlformats.org/drawingml/2006/main" noGrp="1"/>
          </p:cNvSpPr>
          <p:nvPr/>
        </p:nvSpPr>
        <p:spPr>
          <a:xfrm xmlns:a="http://schemas.openxmlformats.org/drawingml/2006/main">
            <a:off x="1200150" y="3895725"/>
            <a:ext cx="3581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0">
                <a:solidFill>
                  <a:srgbClr val="FFFFFF"/>
                </a:solidFill>
                <a:latin typeface="Hiragino Sans"/>
                <a:ea typeface="Hiragino Sans"/>
                <a:cs typeface="Hiragino Sans"/>
              </a:defRPr>
            </a:pPr>
            <a:r>
              <a:rPr sz="1275" b="0">
                <a:solidFill>
                  <a:srgbClr val="FFFFFF"/>
                </a:solidFill>
                <a:latin typeface="Hiragino Sans"/>
                <a:ea typeface="Hiragino Sans"/>
                <a:cs typeface="Hiragino Sans"/>
              </a:rPr>
              <a:t>AI禁止：診断・服薬・緊急性・ケア方針・本人意思の推定</a:t>
            </a:r>
          </a:p>
        </p:txBody>
      </p:sp>
      <p:sp>
        <p:nvSpPr>
          <p:cNvPr id="19" name="text-1569">
            <a:extLst xmlns:a="http://schemas.openxmlformats.org/drawingml/2006/main">
              <a:ext uri="{FF2B5EF4-FFF2-40B4-BE49-F238E27FC236}">
                <a16:creationId xmlns:a16="http://schemas.microsoft.com/office/drawing/2014/main" id="{0D53CFC2-5A21-4687-A5FF-2940D0F8D65E}"/>
              </a:ext>
            </a:extLst>
          </p:cNvPr>
          <p:cNvSpPr>
            <a:spLocks xmlns:a="http://schemas.openxmlformats.org/drawingml/2006/main" noGrp="1"/>
          </p:cNvSpPr>
          <p:nvPr/>
        </p:nvSpPr>
        <p:spPr>
          <a:xfrm xmlns:a="http://schemas.openxmlformats.org/drawingml/2006/main">
            <a:off x="838200" y="56388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0">
                <a:solidFill>
                  <a:srgbClr val="D4EFEC"/>
                </a:solidFill>
                <a:latin typeface="Hiragino Sans"/>
                <a:ea typeface="Hiragino Sans"/>
                <a:cs typeface="Hiragino Sans"/>
              </a:defRPr>
            </a:pPr>
            <a:r>
              <a:rPr sz="825" b="0">
                <a:solidFill>
                  <a:srgbClr val="D4EFEC"/>
                </a:solidFill>
                <a:latin typeface="Hiragino Sans"/>
                <a:ea typeface="Hiragino Sans"/>
                <a:cs typeface="Hiragino Sans"/>
              </a:rPr>
              <a:t>※ 画像内の人物・記録は教材用イメージ</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71c48311ef34363"/>
          <a:srcRect xmlns:a="http://schemas.openxmlformats.org/drawingml/2006/main" l="12890" t="0" r="12890" b="0"/>
          <a:stretch xmlns:a="http://schemas.openxmlformats.org/drawingml/2006/main">
            <a:fillRect l="0" t="0" r="0" b="0"/>
          </a:stretch>
        </p:blipFill>
        <p:spPr>
          <a:xfrm xmlns:a="http://schemas.openxmlformats.org/drawingml/2006/main">
            <a:off x="5572125" y="1428750"/>
            <a:ext cx="60293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322536369"/>
      </p:ext>
    </p:extLst>
  </p:cSld>
</p:sld>
</file>

<file path=ppt/slides/slide56.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1570">
            <a:extLst xmlns:a="http://schemas.openxmlformats.org/drawingml/2006/main">
              <a:ext uri="{FF2B5EF4-FFF2-40B4-BE49-F238E27FC236}">
                <a16:creationId xmlns:a16="http://schemas.microsoft.com/office/drawing/2014/main" id="{178A71B4-4964-4217-8435-A4A3B6F11DB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571">
            <a:extLst xmlns:a="http://schemas.openxmlformats.org/drawingml/2006/main">
              <a:ext uri="{FF2B5EF4-FFF2-40B4-BE49-F238E27FC236}">
                <a16:creationId xmlns:a16="http://schemas.microsoft.com/office/drawing/2014/main" id="{152D7C12-986E-44FD-A5CD-A1976390AD94}"/>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572">
            <a:extLst xmlns:a="http://schemas.openxmlformats.org/drawingml/2006/main">
              <a:ext uri="{FF2B5EF4-FFF2-40B4-BE49-F238E27FC236}">
                <a16:creationId xmlns:a16="http://schemas.microsoft.com/office/drawing/2014/main" id="{EEEECC35-B2FC-44A7-8767-84B88277E767}"/>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8｜選択式演習で構造化記録を完成する</a:t>
            </a:r>
          </a:p>
        </p:txBody>
      </p:sp>
      <p:sp>
        <p:nvSpPr>
          <p:cNvPr id="4" name="box-1573">
            <a:extLst xmlns:a="http://schemas.openxmlformats.org/drawingml/2006/main">
              <a:ext uri="{FF2B5EF4-FFF2-40B4-BE49-F238E27FC236}">
                <a16:creationId xmlns:a16="http://schemas.microsoft.com/office/drawing/2014/main" id="{2477A5BA-0AEB-4330-A93D-B7A39307DD81}"/>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574">
            <a:extLst xmlns:a="http://schemas.openxmlformats.org/drawingml/2006/main">
              <a:ext uri="{FF2B5EF4-FFF2-40B4-BE49-F238E27FC236}">
                <a16:creationId xmlns:a16="http://schemas.microsoft.com/office/drawing/2014/main" id="{FF865FB2-51CE-4BFE-85E8-120334D9F753}"/>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575">
            <a:extLst xmlns:a="http://schemas.openxmlformats.org/drawingml/2006/main">
              <a:ext uri="{FF2B5EF4-FFF2-40B4-BE49-F238E27FC236}">
                <a16:creationId xmlns:a16="http://schemas.microsoft.com/office/drawing/2014/main" id="{33B0EFE2-E8CF-4BBC-862B-A4A276852248}"/>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要点｜自分の業務に近いケースを選び、同じ確認手順を使う</a:t>
            </a:r>
          </a:p>
        </p:txBody>
      </p:sp>
      <p:sp>
        <p:nvSpPr>
          <p:cNvPr id="7" name="text-1576">
            <a:extLst xmlns:a="http://schemas.openxmlformats.org/drawingml/2006/main">
              <a:ext uri="{FF2B5EF4-FFF2-40B4-BE49-F238E27FC236}">
                <a16:creationId xmlns:a16="http://schemas.microsoft.com/office/drawing/2014/main" id="{87036AD6-BE26-4DCF-88EA-02F72BFF4A09}"/>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56</a:t>
            </a:r>
          </a:p>
        </p:txBody>
      </p:sp>
      <p:sp>
        <p:nvSpPr>
          <p:cNvPr id="8" name="text-1577">
            <a:extLst xmlns:a="http://schemas.openxmlformats.org/drawingml/2006/main">
              <a:ext uri="{FF2B5EF4-FFF2-40B4-BE49-F238E27FC236}">
                <a16:creationId xmlns:a16="http://schemas.microsoft.com/office/drawing/2014/main" id="{EB3C00CE-29E9-44EB-BA46-3DCA5FD8BA9D}"/>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08</a:t>
            </a:r>
          </a:p>
        </p:txBody>
      </p:sp>
      <p:sp>
        <p:nvSpPr>
          <p:cNvPr id="9" name="text-1578">
            <a:extLst xmlns:a="http://schemas.openxmlformats.org/drawingml/2006/main">
              <a:ext uri="{FF2B5EF4-FFF2-40B4-BE49-F238E27FC236}">
                <a16:creationId xmlns:a16="http://schemas.microsoft.com/office/drawing/2014/main" id="{1061B1B1-FAE5-44AC-86D1-5428DD99A059}"/>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8</a:t>
            </a:r>
          </a:p>
        </p:txBody>
      </p:sp>
      <p:sp>
        <p:nvSpPr>
          <p:cNvPr id="10" name="box-1579">
            <a:extLst xmlns:a="http://schemas.openxmlformats.org/drawingml/2006/main">
              <a:ext uri="{FF2B5EF4-FFF2-40B4-BE49-F238E27FC236}">
                <a16:creationId xmlns:a16="http://schemas.microsoft.com/office/drawing/2014/main" id="{DC377A2D-2183-4B4A-905D-5A4E941BD807}"/>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1580">
            <a:extLst xmlns:a="http://schemas.openxmlformats.org/drawingml/2006/main">
              <a:ext uri="{FF2B5EF4-FFF2-40B4-BE49-F238E27FC236}">
                <a16:creationId xmlns:a16="http://schemas.microsoft.com/office/drawing/2014/main" id="{EE9D6137-A4D3-40B6-85B2-316F00AA7EC3}"/>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1581">
            <a:extLst xmlns:a="http://schemas.openxmlformats.org/drawingml/2006/main">
              <a:ext uri="{FF2B5EF4-FFF2-40B4-BE49-F238E27FC236}">
                <a16:creationId xmlns:a16="http://schemas.microsoft.com/office/drawing/2014/main" id="{8122C9EB-E0C3-4D86-8DCB-3C9BDE0A2381}"/>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構造化記録・未確認事項・次回質問</a:t>
            </a:r>
          </a:p>
        </p:txBody>
      </p:sp>
      <p:sp>
        <p:nvSpPr>
          <p:cNvPr id="13" name="box-1582">
            <a:extLst xmlns:a="http://schemas.openxmlformats.org/drawingml/2006/main">
              <a:ext uri="{FF2B5EF4-FFF2-40B4-BE49-F238E27FC236}">
                <a16:creationId xmlns:a16="http://schemas.microsoft.com/office/drawing/2014/main" id="{9363A6B1-A565-4E7A-917D-61477685698B}"/>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1583">
            <a:extLst xmlns:a="http://schemas.openxmlformats.org/drawingml/2006/main">
              <a:ext uri="{FF2B5EF4-FFF2-40B4-BE49-F238E27FC236}">
                <a16:creationId xmlns:a16="http://schemas.microsoft.com/office/drawing/2014/main" id="{DFFBFAAC-CE22-4C4E-BA45-36D973A399DB}"/>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1584">
            <a:extLst xmlns:a="http://schemas.openxmlformats.org/drawingml/2006/main">
              <a:ext uri="{FF2B5EF4-FFF2-40B4-BE49-F238E27FC236}">
                <a16:creationId xmlns:a16="http://schemas.microsoft.com/office/drawing/2014/main" id="{A476DAEF-0C19-494A-9E1D-D875F51B7103}"/>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AI利用可</a:t>
            </a:r>
          </a:p>
        </p:txBody>
      </p:sp>
      <p:sp>
        <p:nvSpPr>
          <p:cNvPr id="16" name="box-1585">
            <a:extLst xmlns:a="http://schemas.openxmlformats.org/drawingml/2006/main">
              <a:ext uri="{FF2B5EF4-FFF2-40B4-BE49-F238E27FC236}">
                <a16:creationId xmlns:a16="http://schemas.microsoft.com/office/drawing/2014/main" id="{F96F984A-2E0B-4313-BAA2-A9A63655D7E9}"/>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1586">
            <a:extLst xmlns:a="http://schemas.openxmlformats.org/drawingml/2006/main">
              <a:ext uri="{FF2B5EF4-FFF2-40B4-BE49-F238E27FC236}">
                <a16:creationId xmlns:a16="http://schemas.microsoft.com/office/drawing/2014/main" id="{BFF1A922-B3E0-499C-B42D-5BD0528C097A}"/>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1587">
            <a:extLst xmlns:a="http://schemas.openxmlformats.org/drawingml/2006/main">
              <a:ext uri="{FF2B5EF4-FFF2-40B4-BE49-F238E27FC236}">
                <a16:creationId xmlns:a16="http://schemas.microsoft.com/office/drawing/2014/main" id="{982F2CA6-97B1-4DA7-95FE-FFC95026F9A9}"/>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AI利用不可</a:t>
            </a:r>
          </a:p>
        </p:txBody>
      </p:sp>
      <p:sp>
        <p:nvSpPr>
          <p:cNvPr id="19" name="box-1588">
            <a:extLst xmlns:a="http://schemas.openxmlformats.org/drawingml/2006/main">
              <a:ext uri="{FF2B5EF4-FFF2-40B4-BE49-F238E27FC236}">
                <a16:creationId xmlns:a16="http://schemas.microsoft.com/office/drawing/2014/main" id="{F9157EE2-3522-4103-BD7A-E059F6A6C205}"/>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1589">
            <a:extLst xmlns:a="http://schemas.openxmlformats.org/drawingml/2006/main">
              <a:ext uri="{FF2B5EF4-FFF2-40B4-BE49-F238E27FC236}">
                <a16:creationId xmlns:a16="http://schemas.microsoft.com/office/drawing/2014/main" id="{7C047A23-E835-4BCF-BB05-FD12F86544BC}"/>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1590">
            <a:extLst xmlns:a="http://schemas.openxmlformats.org/drawingml/2006/main">
              <a:ext uri="{FF2B5EF4-FFF2-40B4-BE49-F238E27FC236}">
                <a16:creationId xmlns:a16="http://schemas.microsoft.com/office/drawing/2014/main" id="{4253DFFB-3698-40DE-B667-D092906A9B85}"/>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どちらも同じ到達目標</a:t>
            </a:r>
          </a:p>
        </p:txBody>
      </p:sp>
      <p:sp>
        <p:nvSpPr>
          <p:cNvPr id="22" name="box-1591">
            <a:extLst xmlns:a="http://schemas.openxmlformats.org/drawingml/2006/main">
              <a:ext uri="{FF2B5EF4-FFF2-40B4-BE49-F238E27FC236}">
                <a16:creationId xmlns:a16="http://schemas.microsoft.com/office/drawing/2014/main" id="{35F83C45-B25A-4825-B0AC-20F02285CF36}"/>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1592">
            <a:extLst xmlns:a="http://schemas.openxmlformats.org/drawingml/2006/main">
              <a:ext uri="{FF2B5EF4-FFF2-40B4-BE49-F238E27FC236}">
                <a16:creationId xmlns:a16="http://schemas.microsoft.com/office/drawing/2014/main" id="{C06D727F-2C53-4FA4-A2A7-B1D7FABCC6D7}"/>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自分の業務に近いケースを選び、同じ確認手順を使う</a:t>
            </a:r>
          </a:p>
        </p:txBody>
      </p:sp>
    </p:spTree>
    <p:extLst>
      <p:ext uri="{BB962C8B-B14F-4D97-AF65-F5344CB8AC3E}">
        <p14:creationId xmlns:p14="http://schemas.microsoft.com/office/powerpoint/2010/main" val="1225761492"/>
      </p:ext>
    </p:extLst>
  </p:cSld>
</p:sld>
</file>

<file path=ppt/slides/slide57.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44" name="box-1593">
            <a:extLst xmlns:a="http://schemas.openxmlformats.org/drawingml/2006/main">
              <a:ext uri="{FF2B5EF4-FFF2-40B4-BE49-F238E27FC236}">
                <a16:creationId xmlns:a16="http://schemas.microsoft.com/office/drawing/2014/main" id="{E852BE9F-F990-4B87-B171-1D0D087C45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594">
            <a:extLst xmlns:a="http://schemas.openxmlformats.org/drawingml/2006/main">
              <a:ext uri="{FF2B5EF4-FFF2-40B4-BE49-F238E27FC236}">
                <a16:creationId xmlns:a16="http://schemas.microsoft.com/office/drawing/2014/main" id="{177540D5-AFEE-4FD0-B9AB-0F5F1D4279DC}"/>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595">
            <a:extLst xmlns:a="http://schemas.openxmlformats.org/drawingml/2006/main">
              <a:ext uri="{FF2B5EF4-FFF2-40B4-BE49-F238E27FC236}">
                <a16:creationId xmlns:a16="http://schemas.microsoft.com/office/drawing/2014/main" id="{6149E0CF-7C85-47E2-9CE0-BD5BDAA3EF09}"/>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五領域から一つ選び、同じ四工程で進めます</a:t>
            </a:r>
          </a:p>
        </p:txBody>
      </p:sp>
      <p:sp>
        <p:nvSpPr>
          <p:cNvPr id="4" name="box-1596">
            <a:extLst xmlns:a="http://schemas.openxmlformats.org/drawingml/2006/main">
              <a:ext uri="{FF2B5EF4-FFF2-40B4-BE49-F238E27FC236}">
                <a16:creationId xmlns:a16="http://schemas.microsoft.com/office/drawing/2014/main" id="{4197A1DF-ED88-44DF-ADA8-E21FBBF33DDE}"/>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597">
            <a:extLst xmlns:a="http://schemas.openxmlformats.org/drawingml/2006/main">
              <a:ext uri="{FF2B5EF4-FFF2-40B4-BE49-F238E27FC236}">
                <a16:creationId xmlns:a16="http://schemas.microsoft.com/office/drawing/2014/main" id="{63329C24-E052-43C4-9524-031707ADB6C5}"/>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598">
            <a:extLst xmlns:a="http://schemas.openxmlformats.org/drawingml/2006/main">
              <a:ext uri="{FF2B5EF4-FFF2-40B4-BE49-F238E27FC236}">
                <a16:creationId xmlns:a16="http://schemas.microsoft.com/office/drawing/2014/main" id="{E92901FC-AF2F-4683-86EF-DE7F29A6EA0E}"/>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要点｜入力は違っても、分類・指示・照合・修正は共通する</a:t>
            </a:r>
          </a:p>
        </p:txBody>
      </p:sp>
      <p:sp>
        <p:nvSpPr>
          <p:cNvPr id="7" name="text-1599">
            <a:extLst xmlns:a="http://schemas.openxmlformats.org/drawingml/2006/main">
              <a:ext uri="{FF2B5EF4-FFF2-40B4-BE49-F238E27FC236}">
                <a16:creationId xmlns:a16="http://schemas.microsoft.com/office/drawing/2014/main" id="{D26AD46D-6745-45B3-9BB7-DCFE6098EE98}"/>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57</a:t>
            </a:r>
          </a:p>
        </p:txBody>
      </p:sp>
      <p:sp>
        <p:nvSpPr>
          <p:cNvPr id="8" name="box-1600">
            <a:extLst xmlns:a="http://schemas.openxmlformats.org/drawingml/2006/main">
              <a:ext uri="{FF2B5EF4-FFF2-40B4-BE49-F238E27FC236}">
                <a16:creationId xmlns:a16="http://schemas.microsoft.com/office/drawing/2014/main" id="{5D71C474-06D0-4A06-A64B-19ACBD9CCADE}"/>
              </a:ext>
            </a:extLst>
          </p:cNvPr>
          <p:cNvSpPr>
            <a:spLocks xmlns:a="http://schemas.openxmlformats.org/drawingml/2006/main" noGrp="1"/>
          </p:cNvSpPr>
          <p:nvPr/>
        </p:nvSpPr>
        <p:spPr>
          <a:xfrm xmlns:a="http://schemas.openxmlformats.org/drawingml/2006/main">
            <a:off x="552450" y="1495425"/>
            <a:ext cx="2541270" cy="733425"/>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9" name="text-1601">
            <a:extLst xmlns:a="http://schemas.openxmlformats.org/drawingml/2006/main">
              <a:ext uri="{FF2B5EF4-FFF2-40B4-BE49-F238E27FC236}">
                <a16:creationId xmlns:a16="http://schemas.microsoft.com/office/drawing/2014/main" id="{7D7F203B-DE76-4EA0-9B72-884E6C06A6F9}"/>
              </a:ext>
            </a:extLst>
          </p:cNvPr>
          <p:cNvSpPr>
            <a:spLocks xmlns:a="http://schemas.openxmlformats.org/drawingml/2006/main" noGrp="1"/>
          </p:cNvSpPr>
          <p:nvPr/>
        </p:nvSpPr>
        <p:spPr>
          <a:xfrm xmlns:a="http://schemas.openxmlformats.org/drawingml/2006/main">
            <a:off x="647700" y="1562100"/>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選択</a:t>
            </a:r>
          </a:p>
        </p:txBody>
      </p:sp>
      <p:sp>
        <p:nvSpPr>
          <p:cNvPr id="10" name="box-1602">
            <a:extLst xmlns:a="http://schemas.openxmlformats.org/drawingml/2006/main">
              <a:ext uri="{FF2B5EF4-FFF2-40B4-BE49-F238E27FC236}">
                <a16:creationId xmlns:a16="http://schemas.microsoft.com/office/drawing/2014/main" id="{01C1C892-2657-4C28-B225-15BE78735D15}"/>
              </a:ext>
            </a:extLst>
          </p:cNvPr>
          <p:cNvSpPr>
            <a:spLocks xmlns:a="http://schemas.openxmlformats.org/drawingml/2006/main" noGrp="1"/>
          </p:cNvSpPr>
          <p:nvPr/>
        </p:nvSpPr>
        <p:spPr>
          <a:xfrm xmlns:a="http://schemas.openxmlformats.org/drawingml/2006/main">
            <a:off x="3093720" y="1495425"/>
            <a:ext cx="4253865" cy="733425"/>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1" name="text-1603">
            <a:extLst xmlns:a="http://schemas.openxmlformats.org/drawingml/2006/main">
              <a:ext uri="{FF2B5EF4-FFF2-40B4-BE49-F238E27FC236}">
                <a16:creationId xmlns:a16="http://schemas.microsoft.com/office/drawing/2014/main" id="{87957607-02E4-46FE-9C2A-A77F322DE19C}"/>
              </a:ext>
            </a:extLst>
          </p:cNvPr>
          <p:cNvSpPr>
            <a:spLocks xmlns:a="http://schemas.openxmlformats.org/drawingml/2006/main" noGrp="1"/>
          </p:cNvSpPr>
          <p:nvPr/>
        </p:nvSpPr>
        <p:spPr>
          <a:xfrm xmlns:a="http://schemas.openxmlformats.org/drawingml/2006/main">
            <a:off x="3188970" y="156210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ケース</a:t>
            </a:r>
          </a:p>
        </p:txBody>
      </p:sp>
      <p:sp>
        <p:nvSpPr>
          <p:cNvPr id="12" name="box-1604">
            <a:extLst xmlns:a="http://schemas.openxmlformats.org/drawingml/2006/main">
              <a:ext uri="{FF2B5EF4-FFF2-40B4-BE49-F238E27FC236}">
                <a16:creationId xmlns:a16="http://schemas.microsoft.com/office/drawing/2014/main" id="{42862852-1093-4612-8671-AFA5B47C70A1}"/>
              </a:ext>
            </a:extLst>
          </p:cNvPr>
          <p:cNvSpPr>
            <a:spLocks xmlns:a="http://schemas.openxmlformats.org/drawingml/2006/main" noGrp="1"/>
          </p:cNvSpPr>
          <p:nvPr/>
        </p:nvSpPr>
        <p:spPr>
          <a:xfrm xmlns:a="http://schemas.openxmlformats.org/drawingml/2006/main">
            <a:off x="7347585" y="1495425"/>
            <a:ext cx="4253865" cy="733425"/>
          </a:xfrm>
          <a:prstGeom xmlns:a="http://schemas.openxmlformats.org/drawingml/2006/main" prst="rect">
            <a:avLst/>
          </a:prstGeom>
          <a:solidFill xmlns:a="http://schemas.openxmlformats.org/drawingml/2006/main">
            <a:srgbClr val="14364F"/>
          </a:solidFill>
          <a:ln xmlns:a="http://schemas.openxmlformats.org/drawingml/2006/main" w="9525">
            <a:solidFill>
              <a:srgbClr val="14364F"/>
            </a:solidFill>
            <a:prstDash val="solid"/>
          </a:ln>
        </p:spPr>
      </p:sp>
      <p:sp>
        <p:nvSpPr>
          <p:cNvPr id="13" name="text-1605">
            <a:extLst xmlns:a="http://schemas.openxmlformats.org/drawingml/2006/main">
              <a:ext uri="{FF2B5EF4-FFF2-40B4-BE49-F238E27FC236}">
                <a16:creationId xmlns:a16="http://schemas.microsoft.com/office/drawing/2014/main" id="{ACFA2C73-C7CF-4709-B8C0-EEC61507919D}"/>
              </a:ext>
            </a:extLst>
          </p:cNvPr>
          <p:cNvSpPr>
            <a:spLocks xmlns:a="http://schemas.openxmlformats.org/drawingml/2006/main" noGrp="1"/>
          </p:cNvSpPr>
          <p:nvPr/>
        </p:nvSpPr>
        <p:spPr>
          <a:xfrm xmlns:a="http://schemas.openxmlformats.org/drawingml/2006/main">
            <a:off x="7442835" y="156210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成果物</a:t>
            </a:r>
          </a:p>
        </p:txBody>
      </p:sp>
      <p:sp>
        <p:nvSpPr>
          <p:cNvPr id="14" name="box-1606">
            <a:extLst xmlns:a="http://schemas.openxmlformats.org/drawingml/2006/main">
              <a:ext uri="{FF2B5EF4-FFF2-40B4-BE49-F238E27FC236}">
                <a16:creationId xmlns:a16="http://schemas.microsoft.com/office/drawing/2014/main" id="{A097EDAF-BFA5-48D5-98C1-1728D04C40EA}"/>
              </a:ext>
            </a:extLst>
          </p:cNvPr>
          <p:cNvSpPr>
            <a:spLocks xmlns:a="http://schemas.openxmlformats.org/drawingml/2006/main" noGrp="1"/>
          </p:cNvSpPr>
          <p:nvPr/>
        </p:nvSpPr>
        <p:spPr>
          <a:xfrm xmlns:a="http://schemas.openxmlformats.org/drawingml/2006/main">
            <a:off x="552450" y="2228850"/>
            <a:ext cx="254127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5" name="text-1607">
            <a:extLst xmlns:a="http://schemas.openxmlformats.org/drawingml/2006/main">
              <a:ext uri="{FF2B5EF4-FFF2-40B4-BE49-F238E27FC236}">
                <a16:creationId xmlns:a16="http://schemas.microsoft.com/office/drawing/2014/main" id="{17440756-E08F-40BA-8267-E683141C5004}"/>
              </a:ext>
            </a:extLst>
          </p:cNvPr>
          <p:cNvSpPr>
            <a:spLocks xmlns:a="http://schemas.openxmlformats.org/drawingml/2006/main" noGrp="1"/>
          </p:cNvSpPr>
          <p:nvPr/>
        </p:nvSpPr>
        <p:spPr>
          <a:xfrm xmlns:a="http://schemas.openxmlformats.org/drawingml/2006/main">
            <a:off x="647700" y="2295525"/>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A</a:t>
            </a:r>
          </a:p>
        </p:txBody>
      </p:sp>
      <p:sp>
        <p:nvSpPr>
          <p:cNvPr id="16" name="box-1608">
            <a:extLst xmlns:a="http://schemas.openxmlformats.org/drawingml/2006/main">
              <a:ext uri="{FF2B5EF4-FFF2-40B4-BE49-F238E27FC236}">
                <a16:creationId xmlns:a16="http://schemas.microsoft.com/office/drawing/2014/main" id="{91DC96AB-A700-4EF9-B4C0-DB998D356399}"/>
              </a:ext>
            </a:extLst>
          </p:cNvPr>
          <p:cNvSpPr>
            <a:spLocks xmlns:a="http://schemas.openxmlformats.org/drawingml/2006/main" noGrp="1"/>
          </p:cNvSpPr>
          <p:nvPr/>
        </p:nvSpPr>
        <p:spPr>
          <a:xfrm xmlns:a="http://schemas.openxmlformats.org/drawingml/2006/main">
            <a:off x="3093720" y="222885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7" name="text-1609">
            <a:extLst xmlns:a="http://schemas.openxmlformats.org/drawingml/2006/main">
              <a:ext uri="{FF2B5EF4-FFF2-40B4-BE49-F238E27FC236}">
                <a16:creationId xmlns:a16="http://schemas.microsoft.com/office/drawing/2014/main" id="{76E0D0F4-9EB4-47EC-9F59-E3E6A93A968C}"/>
              </a:ext>
            </a:extLst>
          </p:cNvPr>
          <p:cNvSpPr>
            <a:spLocks xmlns:a="http://schemas.openxmlformats.org/drawingml/2006/main" noGrp="1"/>
          </p:cNvSpPr>
          <p:nvPr/>
        </p:nvSpPr>
        <p:spPr>
          <a:xfrm xmlns:a="http://schemas.openxmlformats.org/drawingml/2006/main">
            <a:off x="3188970" y="229552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営業：試行条件の確認</a:t>
            </a:r>
          </a:p>
        </p:txBody>
      </p:sp>
      <p:sp>
        <p:nvSpPr>
          <p:cNvPr id="18" name="box-1610">
            <a:extLst xmlns:a="http://schemas.openxmlformats.org/drawingml/2006/main">
              <a:ext uri="{FF2B5EF4-FFF2-40B4-BE49-F238E27FC236}">
                <a16:creationId xmlns:a16="http://schemas.microsoft.com/office/drawing/2014/main" id="{BDBB24AB-8AC2-4DC8-9F65-FB4412C0CE69}"/>
              </a:ext>
            </a:extLst>
          </p:cNvPr>
          <p:cNvSpPr>
            <a:spLocks xmlns:a="http://schemas.openxmlformats.org/drawingml/2006/main" noGrp="1"/>
          </p:cNvSpPr>
          <p:nvPr/>
        </p:nvSpPr>
        <p:spPr>
          <a:xfrm xmlns:a="http://schemas.openxmlformats.org/drawingml/2006/main">
            <a:off x="7347585" y="222885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9" name="text-1611">
            <a:extLst xmlns:a="http://schemas.openxmlformats.org/drawingml/2006/main">
              <a:ext uri="{FF2B5EF4-FFF2-40B4-BE49-F238E27FC236}">
                <a16:creationId xmlns:a16="http://schemas.microsoft.com/office/drawing/2014/main" id="{15FFDFA3-14A6-46B3-A33D-B92C613C15FF}"/>
              </a:ext>
            </a:extLst>
          </p:cNvPr>
          <p:cNvSpPr>
            <a:spLocks xmlns:a="http://schemas.openxmlformats.org/drawingml/2006/main" noGrp="1"/>
          </p:cNvSpPr>
          <p:nvPr/>
        </p:nvSpPr>
        <p:spPr>
          <a:xfrm xmlns:a="http://schemas.openxmlformats.org/drawingml/2006/main">
            <a:off x="7442835" y="229552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構造化商談記録</a:t>
            </a:r>
          </a:p>
        </p:txBody>
      </p:sp>
      <p:sp>
        <p:nvSpPr>
          <p:cNvPr id="20" name="box-1612">
            <a:extLst xmlns:a="http://schemas.openxmlformats.org/drawingml/2006/main">
              <a:ext uri="{FF2B5EF4-FFF2-40B4-BE49-F238E27FC236}">
                <a16:creationId xmlns:a16="http://schemas.microsoft.com/office/drawing/2014/main" id="{1268E192-9817-4357-853B-2DFCBEEB2F07}"/>
              </a:ext>
            </a:extLst>
          </p:cNvPr>
          <p:cNvSpPr>
            <a:spLocks xmlns:a="http://schemas.openxmlformats.org/drawingml/2006/main" noGrp="1"/>
          </p:cNvSpPr>
          <p:nvPr/>
        </p:nvSpPr>
        <p:spPr>
          <a:xfrm xmlns:a="http://schemas.openxmlformats.org/drawingml/2006/main">
            <a:off x="552450" y="2962275"/>
            <a:ext cx="2541270"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1" name="text-1613">
            <a:extLst xmlns:a="http://schemas.openxmlformats.org/drawingml/2006/main">
              <a:ext uri="{FF2B5EF4-FFF2-40B4-BE49-F238E27FC236}">
                <a16:creationId xmlns:a16="http://schemas.microsoft.com/office/drawing/2014/main" id="{07C36FCF-A3A4-420E-BA7F-8D5CC27F4F6F}"/>
              </a:ext>
            </a:extLst>
          </p:cNvPr>
          <p:cNvSpPr>
            <a:spLocks xmlns:a="http://schemas.openxmlformats.org/drawingml/2006/main" noGrp="1"/>
          </p:cNvSpPr>
          <p:nvPr/>
        </p:nvSpPr>
        <p:spPr>
          <a:xfrm xmlns:a="http://schemas.openxmlformats.org/drawingml/2006/main">
            <a:off x="647700" y="3028950"/>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B</a:t>
            </a:r>
          </a:p>
        </p:txBody>
      </p:sp>
      <p:sp>
        <p:nvSpPr>
          <p:cNvPr id="22" name="box-1614">
            <a:extLst xmlns:a="http://schemas.openxmlformats.org/drawingml/2006/main">
              <a:ext uri="{FF2B5EF4-FFF2-40B4-BE49-F238E27FC236}">
                <a16:creationId xmlns:a16="http://schemas.microsoft.com/office/drawing/2014/main" id="{61F42F34-9B9D-48D6-BCD6-9F86E01C649C}"/>
              </a:ext>
            </a:extLst>
          </p:cNvPr>
          <p:cNvSpPr>
            <a:spLocks xmlns:a="http://schemas.openxmlformats.org/drawingml/2006/main" noGrp="1"/>
          </p:cNvSpPr>
          <p:nvPr/>
        </p:nvSpPr>
        <p:spPr>
          <a:xfrm xmlns:a="http://schemas.openxmlformats.org/drawingml/2006/main">
            <a:off x="3093720" y="2962275"/>
            <a:ext cx="4253865"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3" name="text-1615">
            <a:extLst xmlns:a="http://schemas.openxmlformats.org/drawingml/2006/main">
              <a:ext uri="{FF2B5EF4-FFF2-40B4-BE49-F238E27FC236}">
                <a16:creationId xmlns:a16="http://schemas.microsoft.com/office/drawing/2014/main" id="{8D59381D-91EF-461F-AB39-78035AD8276B}"/>
              </a:ext>
            </a:extLst>
          </p:cNvPr>
          <p:cNvSpPr>
            <a:spLocks xmlns:a="http://schemas.openxmlformats.org/drawingml/2006/main" noGrp="1"/>
          </p:cNvSpPr>
          <p:nvPr/>
        </p:nvSpPr>
        <p:spPr>
          <a:xfrm xmlns:a="http://schemas.openxmlformats.org/drawingml/2006/main">
            <a:off x="3188970" y="302895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企画：利用者インタビュー</a:t>
            </a:r>
          </a:p>
        </p:txBody>
      </p:sp>
      <p:sp>
        <p:nvSpPr>
          <p:cNvPr id="24" name="box-1616">
            <a:extLst xmlns:a="http://schemas.openxmlformats.org/drawingml/2006/main">
              <a:ext uri="{FF2B5EF4-FFF2-40B4-BE49-F238E27FC236}">
                <a16:creationId xmlns:a16="http://schemas.microsoft.com/office/drawing/2014/main" id="{D8ECE969-FCD5-4644-B4D9-452338CC96E8}"/>
              </a:ext>
            </a:extLst>
          </p:cNvPr>
          <p:cNvSpPr>
            <a:spLocks xmlns:a="http://schemas.openxmlformats.org/drawingml/2006/main" noGrp="1"/>
          </p:cNvSpPr>
          <p:nvPr/>
        </p:nvSpPr>
        <p:spPr>
          <a:xfrm xmlns:a="http://schemas.openxmlformats.org/drawingml/2006/main">
            <a:off x="7347585" y="2962275"/>
            <a:ext cx="4253865"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25" name="text-1617">
            <a:extLst xmlns:a="http://schemas.openxmlformats.org/drawingml/2006/main">
              <a:ext uri="{FF2B5EF4-FFF2-40B4-BE49-F238E27FC236}">
                <a16:creationId xmlns:a16="http://schemas.microsoft.com/office/drawing/2014/main" id="{4FFDD342-63F6-48D3-AE38-27D4828236DE}"/>
              </a:ext>
            </a:extLst>
          </p:cNvPr>
          <p:cNvSpPr>
            <a:spLocks xmlns:a="http://schemas.openxmlformats.org/drawingml/2006/main" noGrp="1"/>
          </p:cNvSpPr>
          <p:nvPr/>
        </p:nvSpPr>
        <p:spPr>
          <a:xfrm xmlns:a="http://schemas.openxmlformats.org/drawingml/2006/main">
            <a:off x="7442835" y="302895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ニーズ・追加調査表</a:t>
            </a:r>
          </a:p>
        </p:txBody>
      </p:sp>
      <p:sp>
        <p:nvSpPr>
          <p:cNvPr id="26" name="box-1618">
            <a:extLst xmlns:a="http://schemas.openxmlformats.org/drawingml/2006/main">
              <a:ext uri="{FF2B5EF4-FFF2-40B4-BE49-F238E27FC236}">
                <a16:creationId xmlns:a16="http://schemas.microsoft.com/office/drawing/2014/main" id="{B08B20BB-9B65-4EB7-B971-86E9945E05C6}"/>
              </a:ext>
            </a:extLst>
          </p:cNvPr>
          <p:cNvSpPr>
            <a:spLocks xmlns:a="http://schemas.openxmlformats.org/drawingml/2006/main" noGrp="1"/>
          </p:cNvSpPr>
          <p:nvPr/>
        </p:nvSpPr>
        <p:spPr>
          <a:xfrm xmlns:a="http://schemas.openxmlformats.org/drawingml/2006/main">
            <a:off x="552450" y="3695700"/>
            <a:ext cx="254127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7" name="text-1619">
            <a:extLst xmlns:a="http://schemas.openxmlformats.org/drawingml/2006/main">
              <a:ext uri="{FF2B5EF4-FFF2-40B4-BE49-F238E27FC236}">
                <a16:creationId xmlns:a16="http://schemas.microsoft.com/office/drawing/2014/main" id="{FD162A98-F37F-4B75-94B8-872C71B09CEC}"/>
              </a:ext>
            </a:extLst>
          </p:cNvPr>
          <p:cNvSpPr>
            <a:spLocks xmlns:a="http://schemas.openxmlformats.org/drawingml/2006/main" noGrp="1"/>
          </p:cNvSpPr>
          <p:nvPr/>
        </p:nvSpPr>
        <p:spPr>
          <a:xfrm xmlns:a="http://schemas.openxmlformats.org/drawingml/2006/main">
            <a:off x="647700" y="3762375"/>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C</a:t>
            </a:r>
          </a:p>
        </p:txBody>
      </p:sp>
      <p:sp>
        <p:nvSpPr>
          <p:cNvPr id="28" name="box-1620">
            <a:extLst xmlns:a="http://schemas.openxmlformats.org/drawingml/2006/main">
              <a:ext uri="{FF2B5EF4-FFF2-40B4-BE49-F238E27FC236}">
                <a16:creationId xmlns:a16="http://schemas.microsoft.com/office/drawing/2014/main" id="{1B3EA5C9-E4F5-48C3-942F-081158C18F8D}"/>
              </a:ext>
            </a:extLst>
          </p:cNvPr>
          <p:cNvSpPr>
            <a:spLocks xmlns:a="http://schemas.openxmlformats.org/drawingml/2006/main" noGrp="1"/>
          </p:cNvSpPr>
          <p:nvPr/>
        </p:nvSpPr>
        <p:spPr>
          <a:xfrm xmlns:a="http://schemas.openxmlformats.org/drawingml/2006/main">
            <a:off x="3093720" y="369570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9" name="text-1621">
            <a:extLst xmlns:a="http://schemas.openxmlformats.org/drawingml/2006/main">
              <a:ext uri="{FF2B5EF4-FFF2-40B4-BE49-F238E27FC236}">
                <a16:creationId xmlns:a16="http://schemas.microsoft.com/office/drawing/2014/main" id="{1F81316C-457C-4714-B42D-3A06B4EE87CC}"/>
              </a:ext>
            </a:extLst>
          </p:cNvPr>
          <p:cNvSpPr>
            <a:spLocks xmlns:a="http://schemas.openxmlformats.org/drawingml/2006/main" noGrp="1"/>
          </p:cNvSpPr>
          <p:nvPr/>
        </p:nvSpPr>
        <p:spPr>
          <a:xfrm xmlns:a="http://schemas.openxmlformats.org/drawingml/2006/main">
            <a:off x="3188970" y="376237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接客：問い合わせ引継ぎ</a:t>
            </a:r>
          </a:p>
        </p:txBody>
      </p:sp>
      <p:sp>
        <p:nvSpPr>
          <p:cNvPr id="30" name="box-1622">
            <a:extLst xmlns:a="http://schemas.openxmlformats.org/drawingml/2006/main">
              <a:ext uri="{FF2B5EF4-FFF2-40B4-BE49-F238E27FC236}">
                <a16:creationId xmlns:a16="http://schemas.microsoft.com/office/drawing/2014/main" id="{15B88026-1CB4-4A6F-B77D-40DC971A11D3}"/>
              </a:ext>
            </a:extLst>
          </p:cNvPr>
          <p:cNvSpPr>
            <a:spLocks xmlns:a="http://schemas.openxmlformats.org/drawingml/2006/main" noGrp="1"/>
          </p:cNvSpPr>
          <p:nvPr/>
        </p:nvSpPr>
        <p:spPr>
          <a:xfrm xmlns:a="http://schemas.openxmlformats.org/drawingml/2006/main">
            <a:off x="7347585" y="369570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1" name="text-1623">
            <a:extLst xmlns:a="http://schemas.openxmlformats.org/drawingml/2006/main">
              <a:ext uri="{FF2B5EF4-FFF2-40B4-BE49-F238E27FC236}">
                <a16:creationId xmlns:a16="http://schemas.microsoft.com/office/drawing/2014/main" id="{59113FEF-D1E9-4C88-9D64-CF7661411834}"/>
              </a:ext>
            </a:extLst>
          </p:cNvPr>
          <p:cNvSpPr>
            <a:spLocks xmlns:a="http://schemas.openxmlformats.org/drawingml/2006/main" noGrp="1"/>
          </p:cNvSpPr>
          <p:nvPr/>
        </p:nvSpPr>
        <p:spPr>
          <a:xfrm xmlns:a="http://schemas.openxmlformats.org/drawingml/2006/main">
            <a:off x="7442835" y="376237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対応状況・次回対応</a:t>
            </a:r>
          </a:p>
        </p:txBody>
      </p:sp>
      <p:sp>
        <p:nvSpPr>
          <p:cNvPr id="32" name="box-1624">
            <a:extLst xmlns:a="http://schemas.openxmlformats.org/drawingml/2006/main">
              <a:ext uri="{FF2B5EF4-FFF2-40B4-BE49-F238E27FC236}">
                <a16:creationId xmlns:a16="http://schemas.microsoft.com/office/drawing/2014/main" id="{408D0645-AD79-4760-B55E-7D6B8408E543}"/>
              </a:ext>
            </a:extLst>
          </p:cNvPr>
          <p:cNvSpPr>
            <a:spLocks xmlns:a="http://schemas.openxmlformats.org/drawingml/2006/main" noGrp="1"/>
          </p:cNvSpPr>
          <p:nvPr/>
        </p:nvSpPr>
        <p:spPr>
          <a:xfrm xmlns:a="http://schemas.openxmlformats.org/drawingml/2006/main">
            <a:off x="552450" y="4429125"/>
            <a:ext cx="2541270"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3" name="text-1625">
            <a:extLst xmlns:a="http://schemas.openxmlformats.org/drawingml/2006/main">
              <a:ext uri="{FF2B5EF4-FFF2-40B4-BE49-F238E27FC236}">
                <a16:creationId xmlns:a16="http://schemas.microsoft.com/office/drawing/2014/main" id="{3CFCA372-1003-4A82-9F4E-43EA123CF1DA}"/>
              </a:ext>
            </a:extLst>
          </p:cNvPr>
          <p:cNvSpPr>
            <a:spLocks xmlns:a="http://schemas.openxmlformats.org/drawingml/2006/main" noGrp="1"/>
          </p:cNvSpPr>
          <p:nvPr/>
        </p:nvSpPr>
        <p:spPr>
          <a:xfrm xmlns:a="http://schemas.openxmlformats.org/drawingml/2006/main">
            <a:off x="647700" y="4495800"/>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D</a:t>
            </a:r>
          </a:p>
        </p:txBody>
      </p:sp>
      <p:sp>
        <p:nvSpPr>
          <p:cNvPr id="34" name="box-1626">
            <a:extLst xmlns:a="http://schemas.openxmlformats.org/drawingml/2006/main">
              <a:ext uri="{FF2B5EF4-FFF2-40B4-BE49-F238E27FC236}">
                <a16:creationId xmlns:a16="http://schemas.microsoft.com/office/drawing/2014/main" id="{6F5CCB12-E2E2-452E-B678-99C0E147BC15}"/>
              </a:ext>
            </a:extLst>
          </p:cNvPr>
          <p:cNvSpPr>
            <a:spLocks xmlns:a="http://schemas.openxmlformats.org/drawingml/2006/main" noGrp="1"/>
          </p:cNvSpPr>
          <p:nvPr/>
        </p:nvSpPr>
        <p:spPr>
          <a:xfrm xmlns:a="http://schemas.openxmlformats.org/drawingml/2006/main">
            <a:off x="3093720" y="4429125"/>
            <a:ext cx="4253865"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5" name="text-1627">
            <a:extLst xmlns:a="http://schemas.openxmlformats.org/drawingml/2006/main">
              <a:ext uri="{FF2B5EF4-FFF2-40B4-BE49-F238E27FC236}">
                <a16:creationId xmlns:a16="http://schemas.microsoft.com/office/drawing/2014/main" id="{8FCA64BC-47A5-49CE-83B7-F8F326200BFD}"/>
              </a:ext>
            </a:extLst>
          </p:cNvPr>
          <p:cNvSpPr>
            <a:spLocks xmlns:a="http://schemas.openxmlformats.org/drawingml/2006/main" noGrp="1"/>
          </p:cNvSpPr>
          <p:nvPr/>
        </p:nvSpPr>
        <p:spPr>
          <a:xfrm xmlns:a="http://schemas.openxmlformats.org/drawingml/2006/main">
            <a:off x="3188970" y="449580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現場：不具合観察</a:t>
            </a:r>
          </a:p>
        </p:txBody>
      </p:sp>
      <p:sp>
        <p:nvSpPr>
          <p:cNvPr id="36" name="box-1628">
            <a:extLst xmlns:a="http://schemas.openxmlformats.org/drawingml/2006/main">
              <a:ext uri="{FF2B5EF4-FFF2-40B4-BE49-F238E27FC236}">
                <a16:creationId xmlns:a16="http://schemas.microsoft.com/office/drawing/2014/main" id="{055073B9-73E5-4B90-8E5C-F20C971C1253}"/>
              </a:ext>
            </a:extLst>
          </p:cNvPr>
          <p:cNvSpPr>
            <a:spLocks xmlns:a="http://schemas.openxmlformats.org/drawingml/2006/main" noGrp="1"/>
          </p:cNvSpPr>
          <p:nvPr/>
        </p:nvSpPr>
        <p:spPr>
          <a:xfrm xmlns:a="http://schemas.openxmlformats.org/drawingml/2006/main">
            <a:off x="7347585" y="4429125"/>
            <a:ext cx="4253865" cy="733425"/>
          </a:xfrm>
          <a:prstGeom xmlns:a="http://schemas.openxmlformats.org/drawingml/2006/main" prst="rect">
            <a:avLst/>
          </a:prstGeom>
          <a:solidFill xmlns:a="http://schemas.openxmlformats.org/drawingml/2006/main">
            <a:srgbClr val="EEF4F8"/>
          </a:solidFill>
          <a:ln xmlns:a="http://schemas.openxmlformats.org/drawingml/2006/main" w="9525">
            <a:solidFill>
              <a:srgbClr val="D6E1E8"/>
            </a:solidFill>
            <a:prstDash val="solid"/>
          </a:ln>
        </p:spPr>
      </p:sp>
      <p:sp>
        <p:nvSpPr>
          <p:cNvPr id="37" name="text-1629">
            <a:extLst xmlns:a="http://schemas.openxmlformats.org/drawingml/2006/main">
              <a:ext uri="{FF2B5EF4-FFF2-40B4-BE49-F238E27FC236}">
                <a16:creationId xmlns:a16="http://schemas.microsoft.com/office/drawing/2014/main" id="{7EEFCDA4-CD39-4969-8633-6199FBF09F05}"/>
              </a:ext>
            </a:extLst>
          </p:cNvPr>
          <p:cNvSpPr>
            <a:spLocks xmlns:a="http://schemas.openxmlformats.org/drawingml/2006/main" noGrp="1"/>
          </p:cNvSpPr>
          <p:nvPr/>
        </p:nvSpPr>
        <p:spPr>
          <a:xfrm xmlns:a="http://schemas.openxmlformats.org/drawingml/2006/main">
            <a:off x="7442835" y="4495800"/>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状況・原因仮説・確認</a:t>
            </a:r>
          </a:p>
        </p:txBody>
      </p:sp>
      <p:sp>
        <p:nvSpPr>
          <p:cNvPr id="38" name="box-1630">
            <a:extLst xmlns:a="http://schemas.openxmlformats.org/drawingml/2006/main">
              <a:ext uri="{FF2B5EF4-FFF2-40B4-BE49-F238E27FC236}">
                <a16:creationId xmlns:a16="http://schemas.microsoft.com/office/drawing/2014/main" id="{9DE79FAD-7598-4C13-9510-0582DC288229}"/>
              </a:ext>
            </a:extLst>
          </p:cNvPr>
          <p:cNvSpPr>
            <a:spLocks xmlns:a="http://schemas.openxmlformats.org/drawingml/2006/main" noGrp="1"/>
          </p:cNvSpPr>
          <p:nvPr/>
        </p:nvSpPr>
        <p:spPr>
          <a:xfrm xmlns:a="http://schemas.openxmlformats.org/drawingml/2006/main">
            <a:off x="552450" y="5162550"/>
            <a:ext cx="254127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39" name="text-1631">
            <a:extLst xmlns:a="http://schemas.openxmlformats.org/drawingml/2006/main">
              <a:ext uri="{FF2B5EF4-FFF2-40B4-BE49-F238E27FC236}">
                <a16:creationId xmlns:a16="http://schemas.microsoft.com/office/drawing/2014/main" id="{76FEC476-071C-48D4-9CF7-9D8CD0472DC9}"/>
              </a:ext>
            </a:extLst>
          </p:cNvPr>
          <p:cNvSpPr>
            <a:spLocks xmlns:a="http://schemas.openxmlformats.org/drawingml/2006/main" noGrp="1"/>
          </p:cNvSpPr>
          <p:nvPr/>
        </p:nvSpPr>
        <p:spPr>
          <a:xfrm xmlns:a="http://schemas.openxmlformats.org/drawingml/2006/main">
            <a:off x="647700" y="5229225"/>
            <a:ext cx="235077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364F"/>
                </a:solidFill>
                <a:latin typeface="Hiragino Sans"/>
                <a:ea typeface="Hiragino Sans"/>
                <a:cs typeface="Hiragino Sans"/>
              </a:defRPr>
            </a:pPr>
            <a:r>
              <a:rPr sz="1125" b="1">
                <a:solidFill>
                  <a:srgbClr val="14364F"/>
                </a:solidFill>
                <a:latin typeface="Hiragino Sans"/>
                <a:ea typeface="Hiragino Sans"/>
                <a:cs typeface="Hiragino Sans"/>
              </a:rPr>
              <a:t>E</a:t>
            </a:r>
          </a:p>
        </p:txBody>
      </p:sp>
      <p:sp>
        <p:nvSpPr>
          <p:cNvPr id="40" name="box-1632">
            <a:extLst xmlns:a="http://schemas.openxmlformats.org/drawingml/2006/main">
              <a:ext uri="{FF2B5EF4-FFF2-40B4-BE49-F238E27FC236}">
                <a16:creationId xmlns:a16="http://schemas.microsoft.com/office/drawing/2014/main" id="{12BB1D94-C372-48DC-8548-47291C292848}"/>
              </a:ext>
            </a:extLst>
          </p:cNvPr>
          <p:cNvSpPr>
            <a:spLocks xmlns:a="http://schemas.openxmlformats.org/drawingml/2006/main" noGrp="1"/>
          </p:cNvSpPr>
          <p:nvPr/>
        </p:nvSpPr>
        <p:spPr>
          <a:xfrm xmlns:a="http://schemas.openxmlformats.org/drawingml/2006/main">
            <a:off x="3093720" y="516255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41" name="text-1633">
            <a:extLst xmlns:a="http://schemas.openxmlformats.org/drawingml/2006/main">
              <a:ext uri="{FF2B5EF4-FFF2-40B4-BE49-F238E27FC236}">
                <a16:creationId xmlns:a16="http://schemas.microsoft.com/office/drawing/2014/main" id="{6CE30DE2-2415-4BCA-83CF-6ED4B61E0443}"/>
              </a:ext>
            </a:extLst>
          </p:cNvPr>
          <p:cNvSpPr>
            <a:spLocks xmlns:a="http://schemas.openxmlformats.org/drawingml/2006/main" noGrp="1"/>
          </p:cNvSpPr>
          <p:nvPr/>
        </p:nvSpPr>
        <p:spPr>
          <a:xfrm xmlns:a="http://schemas.openxmlformats.org/drawingml/2006/main">
            <a:off x="3188970" y="522922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介護：匿名申し送り</a:t>
            </a:r>
          </a:p>
        </p:txBody>
      </p:sp>
      <p:sp>
        <p:nvSpPr>
          <p:cNvPr id="42" name="box-1634">
            <a:extLst xmlns:a="http://schemas.openxmlformats.org/drawingml/2006/main">
              <a:ext uri="{FF2B5EF4-FFF2-40B4-BE49-F238E27FC236}">
                <a16:creationId xmlns:a16="http://schemas.microsoft.com/office/drawing/2014/main" id="{FC4CD909-F81F-4B09-ADC0-45A6E406F4C1}"/>
              </a:ext>
            </a:extLst>
          </p:cNvPr>
          <p:cNvSpPr>
            <a:spLocks xmlns:a="http://schemas.openxmlformats.org/drawingml/2006/main" noGrp="1"/>
          </p:cNvSpPr>
          <p:nvPr/>
        </p:nvSpPr>
        <p:spPr>
          <a:xfrm xmlns:a="http://schemas.openxmlformats.org/drawingml/2006/main">
            <a:off x="7347585" y="5162550"/>
            <a:ext cx="4253865"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43" name="text-1635">
            <a:extLst xmlns:a="http://schemas.openxmlformats.org/drawingml/2006/main">
              <a:ext uri="{FF2B5EF4-FFF2-40B4-BE49-F238E27FC236}">
                <a16:creationId xmlns:a16="http://schemas.microsoft.com/office/drawing/2014/main" id="{542D0CE2-91A9-42B5-B40D-EE3814ECCE10}"/>
              </a:ext>
            </a:extLst>
          </p:cNvPr>
          <p:cNvSpPr>
            <a:spLocks xmlns:a="http://schemas.openxmlformats.org/drawingml/2006/main" noGrp="1"/>
          </p:cNvSpPr>
          <p:nvPr/>
        </p:nvSpPr>
        <p:spPr>
          <a:xfrm xmlns:a="http://schemas.openxmlformats.org/drawingml/2006/main">
            <a:off x="7442835" y="5229225"/>
            <a:ext cx="406336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希望・観察・未確認</a:t>
            </a:r>
          </a:p>
        </p:txBody>
      </p:sp>
    </p:spTree>
    <p:extLst>
      <p:ext uri="{BB962C8B-B14F-4D97-AF65-F5344CB8AC3E}">
        <p14:creationId xmlns:p14="http://schemas.microsoft.com/office/powerpoint/2010/main" val="493749134"/>
      </p:ext>
    </p:extLst>
  </p:cSld>
</p:sld>
</file>

<file path=ppt/slides/slide58.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636">
            <a:extLst xmlns:a="http://schemas.openxmlformats.org/drawingml/2006/main">
              <a:ext uri="{FF2B5EF4-FFF2-40B4-BE49-F238E27FC236}">
                <a16:creationId xmlns:a16="http://schemas.microsoft.com/office/drawing/2014/main" id="{F7AB00E5-5E6C-4FD4-AB66-E8C19A56E74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637">
            <a:extLst xmlns:a="http://schemas.openxmlformats.org/drawingml/2006/main">
              <a:ext uri="{FF2B5EF4-FFF2-40B4-BE49-F238E27FC236}">
                <a16:creationId xmlns:a16="http://schemas.microsoft.com/office/drawing/2014/main" id="{84B68E15-88E5-4649-BC7C-9D8180613C0D}"/>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638">
            <a:extLst xmlns:a="http://schemas.openxmlformats.org/drawingml/2006/main">
              <a:ext uri="{FF2B5EF4-FFF2-40B4-BE49-F238E27FC236}">
                <a16:creationId xmlns:a16="http://schemas.microsoft.com/office/drawing/2014/main" id="{7E4E50A4-1247-472A-B630-6797D93693C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演習1｜原資料を読み、情報へ印を付けます</a:t>
            </a:r>
          </a:p>
        </p:txBody>
      </p:sp>
      <p:sp>
        <p:nvSpPr>
          <p:cNvPr id="4" name="box-1639">
            <a:extLst xmlns:a="http://schemas.openxmlformats.org/drawingml/2006/main">
              <a:ext uri="{FF2B5EF4-FFF2-40B4-BE49-F238E27FC236}">
                <a16:creationId xmlns:a16="http://schemas.microsoft.com/office/drawing/2014/main" id="{4FB6415C-6070-4A87-83AB-7A181D45F7C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640">
            <a:extLst xmlns:a="http://schemas.openxmlformats.org/drawingml/2006/main">
              <a:ext uri="{FF2B5EF4-FFF2-40B4-BE49-F238E27FC236}">
                <a16:creationId xmlns:a16="http://schemas.microsoft.com/office/drawing/2014/main" id="{AC923246-0F52-41C2-BC48-F759FB77C343}"/>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641">
            <a:extLst xmlns:a="http://schemas.openxmlformats.org/drawingml/2006/main">
              <a:ext uri="{FF2B5EF4-FFF2-40B4-BE49-F238E27FC236}">
                <a16:creationId xmlns:a16="http://schemas.microsoft.com/office/drawing/2014/main" id="{2E6EFA40-1D77-41F1-90C6-28C8A578477E}"/>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要点｜事実・発言・観察・解釈・仮説・未確認を先に分ける</a:t>
            </a:r>
          </a:p>
        </p:txBody>
      </p:sp>
      <p:sp>
        <p:nvSpPr>
          <p:cNvPr id="7" name="text-1642">
            <a:extLst xmlns:a="http://schemas.openxmlformats.org/drawingml/2006/main">
              <a:ext uri="{FF2B5EF4-FFF2-40B4-BE49-F238E27FC236}">
                <a16:creationId xmlns:a16="http://schemas.microsoft.com/office/drawing/2014/main" id="{C4AB849A-C09E-4FA2-BADE-460FB9885491}"/>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58</a:t>
            </a:r>
          </a:p>
        </p:txBody>
      </p:sp>
      <p:sp>
        <p:nvSpPr>
          <p:cNvPr id="8" name="box-1643">
            <a:extLst xmlns:a="http://schemas.openxmlformats.org/drawingml/2006/main">
              <a:ext uri="{FF2B5EF4-FFF2-40B4-BE49-F238E27FC236}">
                <a16:creationId xmlns:a16="http://schemas.microsoft.com/office/drawing/2014/main" id="{19E72C3C-ABCF-4248-A5AE-8AE1A73F249E}"/>
              </a:ext>
            </a:extLst>
          </p:cNvPr>
          <p:cNvSpPr>
            <a:spLocks xmlns:a="http://schemas.openxmlformats.org/drawingml/2006/main" noGrp="1"/>
          </p:cNvSpPr>
          <p:nvPr/>
        </p:nvSpPr>
        <p:spPr>
          <a:xfrm xmlns:a="http://schemas.openxmlformats.org/drawingml/2006/main">
            <a:off x="552450" y="1428750"/>
            <a:ext cx="7858125" cy="4572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D6E1E8"/>
            </a:solidFill>
            <a:prstDash val="solid"/>
          </a:ln>
        </p:spPr>
      </p:sp>
      <p:sp>
        <p:nvSpPr>
          <p:cNvPr id="9" name="text-1644">
            <a:extLst xmlns:a="http://schemas.openxmlformats.org/drawingml/2006/main">
              <a:ext uri="{FF2B5EF4-FFF2-40B4-BE49-F238E27FC236}">
                <a16:creationId xmlns:a16="http://schemas.microsoft.com/office/drawing/2014/main" id="{FCB9BCA3-7E22-4AE3-A458-54E88BEB72B8}"/>
              </a:ext>
            </a:extLst>
          </p:cNvPr>
          <p:cNvSpPr>
            <a:spLocks xmlns:a="http://schemas.openxmlformats.org/drawingml/2006/main" noGrp="1"/>
          </p:cNvSpPr>
          <p:nvPr/>
        </p:nvSpPr>
        <p:spPr>
          <a:xfrm xmlns:a="http://schemas.openxmlformats.org/drawingml/2006/main">
            <a:off x="800100" y="1657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125" b="1">
                <a:solidFill>
                  <a:srgbClr val="0B6F6B"/>
                </a:solidFill>
                <a:latin typeface="Hiragino Sans"/>
                <a:ea typeface="Hiragino Sans"/>
                <a:cs typeface="Hiragino Sans"/>
              </a:defRPr>
            </a:pPr>
            <a:r>
              <a:rPr sz="1125" b="1">
                <a:solidFill>
                  <a:srgbClr val="0B6F6B"/>
                </a:solidFill>
                <a:latin typeface="Hiragino Sans"/>
                <a:ea typeface="Hiragino Sans"/>
                <a:cs typeface="Hiragino Sans"/>
              </a:rPr>
              <a:t>進め方</a:t>
            </a:r>
          </a:p>
        </p:txBody>
      </p:sp>
      <p:sp>
        <p:nvSpPr>
          <p:cNvPr id="10" name="box-1645">
            <a:extLst xmlns:a="http://schemas.openxmlformats.org/drawingml/2006/main">
              <a:ext uri="{FF2B5EF4-FFF2-40B4-BE49-F238E27FC236}">
                <a16:creationId xmlns:a16="http://schemas.microsoft.com/office/drawing/2014/main" id="{60C4B7FC-58BF-4963-9EAA-C5B8551A25A7}"/>
              </a:ext>
            </a:extLst>
          </p:cNvPr>
          <p:cNvSpPr>
            <a:spLocks xmlns:a="http://schemas.openxmlformats.org/drawingml/2006/main" noGrp="1"/>
          </p:cNvSpPr>
          <p:nvPr/>
        </p:nvSpPr>
        <p:spPr>
          <a:xfrm xmlns:a="http://schemas.openxmlformats.org/drawingml/2006/main">
            <a:off x="800100" y="21145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1" name="text-1646">
            <a:extLst xmlns:a="http://schemas.openxmlformats.org/drawingml/2006/main">
              <a:ext uri="{FF2B5EF4-FFF2-40B4-BE49-F238E27FC236}">
                <a16:creationId xmlns:a16="http://schemas.microsoft.com/office/drawing/2014/main" id="{B9412694-85AA-4625-93EB-95EADCD257BC}"/>
              </a:ext>
            </a:extLst>
          </p:cNvPr>
          <p:cNvSpPr>
            <a:spLocks xmlns:a="http://schemas.openxmlformats.org/drawingml/2006/main" noGrp="1"/>
          </p:cNvSpPr>
          <p:nvPr/>
        </p:nvSpPr>
        <p:spPr>
          <a:xfrm xmlns:a="http://schemas.openxmlformats.org/drawingml/2006/main">
            <a:off x="800100" y="22002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1</a:t>
            </a:r>
          </a:p>
        </p:txBody>
      </p:sp>
      <p:sp>
        <p:nvSpPr>
          <p:cNvPr id="12" name="text-1647">
            <a:extLst xmlns:a="http://schemas.openxmlformats.org/drawingml/2006/main">
              <a:ext uri="{FF2B5EF4-FFF2-40B4-BE49-F238E27FC236}">
                <a16:creationId xmlns:a16="http://schemas.microsoft.com/office/drawing/2014/main" id="{2B66CB32-2E5A-495D-8DF4-015C54FCC1E6}"/>
              </a:ext>
            </a:extLst>
          </p:cNvPr>
          <p:cNvSpPr>
            <a:spLocks xmlns:a="http://schemas.openxmlformats.org/drawingml/2006/main" noGrp="1"/>
          </p:cNvSpPr>
          <p:nvPr/>
        </p:nvSpPr>
        <p:spPr>
          <a:xfrm xmlns:a="http://schemas.openxmlformats.org/drawingml/2006/main">
            <a:off x="1562100" y="20859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原資料IDを確認</a:t>
            </a:r>
          </a:p>
        </p:txBody>
      </p:sp>
      <p:sp>
        <p:nvSpPr>
          <p:cNvPr id="13" name="box-1648">
            <a:extLst xmlns:a="http://schemas.openxmlformats.org/drawingml/2006/main">
              <a:ext uri="{FF2B5EF4-FFF2-40B4-BE49-F238E27FC236}">
                <a16:creationId xmlns:a16="http://schemas.microsoft.com/office/drawing/2014/main" id="{05C8A8EF-AC43-41AB-87B5-A37D8B7E295C}"/>
              </a:ext>
            </a:extLst>
          </p:cNvPr>
          <p:cNvSpPr>
            <a:spLocks xmlns:a="http://schemas.openxmlformats.org/drawingml/2006/main" noGrp="1"/>
          </p:cNvSpPr>
          <p:nvPr/>
        </p:nvSpPr>
        <p:spPr>
          <a:xfrm xmlns:a="http://schemas.openxmlformats.org/drawingml/2006/main">
            <a:off x="800100" y="300990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649">
            <a:extLst xmlns:a="http://schemas.openxmlformats.org/drawingml/2006/main">
              <a:ext uri="{FF2B5EF4-FFF2-40B4-BE49-F238E27FC236}">
                <a16:creationId xmlns:a16="http://schemas.microsoft.com/office/drawing/2014/main" id="{08B214FF-3C66-49BB-BFB8-46EE529199A6}"/>
              </a:ext>
            </a:extLst>
          </p:cNvPr>
          <p:cNvSpPr>
            <a:spLocks xmlns:a="http://schemas.openxmlformats.org/drawingml/2006/main" noGrp="1"/>
          </p:cNvSpPr>
          <p:nvPr/>
        </p:nvSpPr>
        <p:spPr>
          <a:xfrm xmlns:a="http://schemas.openxmlformats.org/drawingml/2006/main">
            <a:off x="800100" y="30956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2</a:t>
            </a:r>
          </a:p>
        </p:txBody>
      </p:sp>
      <p:sp>
        <p:nvSpPr>
          <p:cNvPr id="15" name="text-1650">
            <a:extLst xmlns:a="http://schemas.openxmlformats.org/drawingml/2006/main">
              <a:ext uri="{FF2B5EF4-FFF2-40B4-BE49-F238E27FC236}">
                <a16:creationId xmlns:a16="http://schemas.microsoft.com/office/drawing/2014/main" id="{5178CD9F-E986-42E2-9216-161BBA99BB1B}"/>
              </a:ext>
            </a:extLst>
          </p:cNvPr>
          <p:cNvSpPr>
            <a:spLocks xmlns:a="http://schemas.openxmlformats.org/drawingml/2006/main" noGrp="1"/>
          </p:cNvSpPr>
          <p:nvPr/>
        </p:nvSpPr>
        <p:spPr>
          <a:xfrm xmlns:a="http://schemas.openxmlformats.org/drawingml/2006/main">
            <a:off x="1562100" y="29813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重要文へ分類記号</a:t>
            </a:r>
          </a:p>
        </p:txBody>
      </p:sp>
      <p:sp>
        <p:nvSpPr>
          <p:cNvPr id="16" name="box-1651">
            <a:extLst xmlns:a="http://schemas.openxmlformats.org/drawingml/2006/main">
              <a:ext uri="{FF2B5EF4-FFF2-40B4-BE49-F238E27FC236}">
                <a16:creationId xmlns:a16="http://schemas.microsoft.com/office/drawing/2014/main" id="{943A196B-2FF9-41D8-B742-B1A95D924A5A}"/>
              </a:ext>
            </a:extLst>
          </p:cNvPr>
          <p:cNvSpPr>
            <a:spLocks xmlns:a="http://schemas.openxmlformats.org/drawingml/2006/main" noGrp="1"/>
          </p:cNvSpPr>
          <p:nvPr/>
        </p:nvSpPr>
        <p:spPr>
          <a:xfrm xmlns:a="http://schemas.openxmlformats.org/drawingml/2006/main">
            <a:off x="800100" y="39052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7" name="text-1652">
            <a:extLst xmlns:a="http://schemas.openxmlformats.org/drawingml/2006/main">
              <a:ext uri="{FF2B5EF4-FFF2-40B4-BE49-F238E27FC236}">
                <a16:creationId xmlns:a16="http://schemas.microsoft.com/office/drawing/2014/main" id="{51F989C5-4F0B-4EF2-BB4D-BF6964AE991C}"/>
              </a:ext>
            </a:extLst>
          </p:cNvPr>
          <p:cNvSpPr>
            <a:spLocks xmlns:a="http://schemas.openxmlformats.org/drawingml/2006/main" noGrp="1"/>
          </p:cNvSpPr>
          <p:nvPr/>
        </p:nvSpPr>
        <p:spPr>
          <a:xfrm xmlns:a="http://schemas.openxmlformats.org/drawingml/2006/main">
            <a:off x="800100" y="39909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3</a:t>
            </a:r>
          </a:p>
        </p:txBody>
      </p:sp>
      <p:sp>
        <p:nvSpPr>
          <p:cNvPr id="18" name="text-1653">
            <a:extLst xmlns:a="http://schemas.openxmlformats.org/drawingml/2006/main">
              <a:ext uri="{FF2B5EF4-FFF2-40B4-BE49-F238E27FC236}">
                <a16:creationId xmlns:a16="http://schemas.microsoft.com/office/drawing/2014/main" id="{7D0651DE-28FF-4529-9461-4DE64367AFFC}"/>
              </a:ext>
            </a:extLst>
          </p:cNvPr>
          <p:cNvSpPr>
            <a:spLocks xmlns:a="http://schemas.openxmlformats.org/drawingml/2006/main" noGrp="1"/>
          </p:cNvSpPr>
          <p:nvPr/>
        </p:nvSpPr>
        <p:spPr>
          <a:xfrm xmlns:a="http://schemas.openxmlformats.org/drawingml/2006/main">
            <a:off x="1562100" y="38766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要望・課題・制約へ印</a:t>
            </a:r>
          </a:p>
        </p:txBody>
      </p:sp>
      <p:sp>
        <p:nvSpPr>
          <p:cNvPr id="19" name="box-1654">
            <a:extLst xmlns:a="http://schemas.openxmlformats.org/drawingml/2006/main">
              <a:ext uri="{FF2B5EF4-FFF2-40B4-BE49-F238E27FC236}">
                <a16:creationId xmlns:a16="http://schemas.microsoft.com/office/drawing/2014/main" id="{450B09F6-4902-4CC1-BFF7-34FE20DB4AB1}"/>
              </a:ext>
            </a:extLst>
          </p:cNvPr>
          <p:cNvSpPr>
            <a:spLocks xmlns:a="http://schemas.openxmlformats.org/drawingml/2006/main" noGrp="1"/>
          </p:cNvSpPr>
          <p:nvPr/>
        </p:nvSpPr>
        <p:spPr>
          <a:xfrm xmlns:a="http://schemas.openxmlformats.org/drawingml/2006/main">
            <a:off x="800100" y="4800600"/>
            <a:ext cx="533400" cy="53340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0" name="text-1655">
            <a:extLst xmlns:a="http://schemas.openxmlformats.org/drawingml/2006/main">
              <a:ext uri="{FF2B5EF4-FFF2-40B4-BE49-F238E27FC236}">
                <a16:creationId xmlns:a16="http://schemas.microsoft.com/office/drawing/2014/main" id="{D02F95B5-0333-4668-8A33-304B5E73886E}"/>
              </a:ext>
            </a:extLst>
          </p:cNvPr>
          <p:cNvSpPr>
            <a:spLocks xmlns:a="http://schemas.openxmlformats.org/drawingml/2006/main" noGrp="1"/>
          </p:cNvSpPr>
          <p:nvPr/>
        </p:nvSpPr>
        <p:spPr>
          <a:xfrm xmlns:a="http://schemas.openxmlformats.org/drawingml/2006/main">
            <a:off x="800100" y="48863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4</a:t>
            </a:r>
          </a:p>
        </p:txBody>
      </p:sp>
      <p:sp>
        <p:nvSpPr>
          <p:cNvPr id="21" name="text-1656">
            <a:extLst xmlns:a="http://schemas.openxmlformats.org/drawingml/2006/main">
              <a:ext uri="{FF2B5EF4-FFF2-40B4-BE49-F238E27FC236}">
                <a16:creationId xmlns:a16="http://schemas.microsoft.com/office/drawing/2014/main" id="{03C686A1-3A77-4A52-9C53-1B61FC785D01}"/>
              </a:ext>
            </a:extLst>
          </p:cNvPr>
          <p:cNvSpPr>
            <a:spLocks xmlns:a="http://schemas.openxmlformats.org/drawingml/2006/main" noGrp="1"/>
          </p:cNvSpPr>
          <p:nvPr/>
        </p:nvSpPr>
        <p:spPr>
          <a:xfrm xmlns:a="http://schemas.openxmlformats.org/drawingml/2006/main">
            <a:off x="1562100" y="47720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矛盾と不足を未確認へ</a:t>
            </a:r>
          </a:p>
        </p:txBody>
      </p:sp>
      <p:sp>
        <p:nvSpPr>
          <p:cNvPr id="22" name="box-1657">
            <a:extLst xmlns:a="http://schemas.openxmlformats.org/drawingml/2006/main">
              <a:ext uri="{FF2B5EF4-FFF2-40B4-BE49-F238E27FC236}">
                <a16:creationId xmlns:a16="http://schemas.microsoft.com/office/drawing/2014/main" id="{170F07BA-4AD7-4042-B73F-79B32D5502CA}"/>
              </a:ext>
            </a:extLst>
          </p:cNvPr>
          <p:cNvSpPr>
            <a:spLocks xmlns:a="http://schemas.openxmlformats.org/drawingml/2006/main" noGrp="1"/>
          </p:cNvSpPr>
          <p:nvPr/>
        </p:nvSpPr>
        <p:spPr>
          <a:xfrm xmlns:a="http://schemas.openxmlformats.org/drawingml/2006/main">
            <a:off x="8620125" y="1428750"/>
            <a:ext cx="2981325" cy="2133600"/>
          </a:xfrm>
          <a:prstGeom xmlns:a="http://schemas.openxmlformats.org/drawingml/2006/main" prst="roundRect">
            <a:avLst>
              <a:gd name="adj" fmla="val 5357"/>
            </a:avLst>
          </a:prstGeom>
          <a:solidFill xmlns:a="http://schemas.openxmlformats.org/drawingml/2006/main">
            <a:srgbClr val="E7F5F3"/>
          </a:solidFill>
          <a:ln xmlns:a="http://schemas.openxmlformats.org/drawingml/2006/main" w="0">
            <a:noFill/>
            <a:prstDash val="solid"/>
          </a:ln>
        </p:spPr>
      </p:sp>
      <p:sp>
        <p:nvSpPr>
          <p:cNvPr id="23" name="text-1658">
            <a:extLst xmlns:a="http://schemas.openxmlformats.org/drawingml/2006/main">
              <a:ext uri="{FF2B5EF4-FFF2-40B4-BE49-F238E27FC236}">
                <a16:creationId xmlns:a16="http://schemas.microsoft.com/office/drawing/2014/main" id="{3EA91773-0F19-472A-B8BD-8251CA03BF9F}"/>
              </a:ext>
            </a:extLst>
          </p:cNvPr>
          <p:cNvSpPr>
            <a:spLocks xmlns:a="http://schemas.openxmlformats.org/drawingml/2006/main" noGrp="1"/>
          </p:cNvSpPr>
          <p:nvPr/>
        </p:nvSpPr>
        <p:spPr>
          <a:xfrm xmlns:a="http://schemas.openxmlformats.org/drawingml/2006/main">
            <a:off x="8886825" y="1695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0B6F6B"/>
                </a:solidFill>
                <a:latin typeface="Hiragino Sans"/>
                <a:ea typeface="Hiragino Sans"/>
                <a:cs typeface="Hiragino Sans"/>
              </a:defRPr>
            </a:pPr>
            <a:r>
              <a:rPr sz="1050" b="1">
                <a:solidFill>
                  <a:srgbClr val="0B6F6B"/>
                </a:solidFill>
                <a:latin typeface="Hiragino Sans"/>
                <a:ea typeface="Hiragino Sans"/>
                <a:cs typeface="Hiragino Sans"/>
              </a:rPr>
              <a:t>提出物</a:t>
            </a:r>
          </a:p>
        </p:txBody>
      </p:sp>
      <p:sp>
        <p:nvSpPr>
          <p:cNvPr id="24" name="text-1659">
            <a:extLst xmlns:a="http://schemas.openxmlformats.org/drawingml/2006/main">
              <a:ext uri="{FF2B5EF4-FFF2-40B4-BE49-F238E27FC236}">
                <a16:creationId xmlns:a16="http://schemas.microsoft.com/office/drawing/2014/main" id="{53D465E7-7DF3-4582-B1A6-046D47EE6C65}"/>
              </a:ext>
            </a:extLst>
          </p:cNvPr>
          <p:cNvSpPr>
            <a:spLocks xmlns:a="http://schemas.openxmlformats.org/drawingml/2006/main" noGrp="1"/>
          </p:cNvSpPr>
          <p:nvPr/>
        </p:nvSpPr>
        <p:spPr>
          <a:xfrm xmlns:a="http://schemas.openxmlformats.org/drawingml/2006/main">
            <a:off x="8886825" y="21336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4364F"/>
                </a:solidFill>
                <a:latin typeface="Hiragino Sans"/>
                <a:ea typeface="Hiragino Sans"/>
                <a:cs typeface="Hiragino Sans"/>
              </a:defRPr>
            </a:pPr>
            <a:r>
              <a:rPr sz="2025" b="1">
                <a:solidFill>
                  <a:srgbClr val="14364F"/>
                </a:solidFill>
                <a:latin typeface="Hiragino Sans"/>
                <a:ea typeface="Hiragino Sans"/>
                <a:cs typeface="Hiragino Sans"/>
              </a:rPr>
              <a:t>WS02・WS03</a:t>
            </a:r>
          </a:p>
        </p:txBody>
      </p:sp>
      <p:sp>
        <p:nvSpPr>
          <p:cNvPr id="25" name="box-1660">
            <a:extLst xmlns:a="http://schemas.openxmlformats.org/drawingml/2006/main">
              <a:ext uri="{FF2B5EF4-FFF2-40B4-BE49-F238E27FC236}">
                <a16:creationId xmlns:a16="http://schemas.microsoft.com/office/drawing/2014/main" id="{CBD82E94-1ADC-4358-B685-7CE555D9D190}"/>
              </a:ext>
            </a:extLst>
          </p:cNvPr>
          <p:cNvSpPr>
            <a:spLocks xmlns:a="http://schemas.openxmlformats.org/drawingml/2006/main" noGrp="1"/>
          </p:cNvSpPr>
          <p:nvPr/>
        </p:nvSpPr>
        <p:spPr>
          <a:xfrm xmlns:a="http://schemas.openxmlformats.org/drawingml/2006/main">
            <a:off x="8620125" y="3771900"/>
            <a:ext cx="2981325" cy="2228850"/>
          </a:xfrm>
          <a:prstGeom xmlns:a="http://schemas.openxmlformats.org/drawingml/2006/main" prst="roundRect">
            <a:avLst>
              <a:gd name="adj" fmla="val 5128"/>
            </a:avLst>
          </a:prstGeom>
          <a:solidFill xmlns:a="http://schemas.openxmlformats.org/drawingml/2006/main">
            <a:srgbClr val="FFF4D6"/>
          </a:solidFill>
          <a:ln xmlns:a="http://schemas.openxmlformats.org/drawingml/2006/main" w="0">
            <a:noFill/>
            <a:prstDash val="solid"/>
          </a:ln>
        </p:spPr>
      </p:sp>
      <p:sp>
        <p:nvSpPr>
          <p:cNvPr id="26" name="text-1661">
            <a:extLst xmlns:a="http://schemas.openxmlformats.org/drawingml/2006/main">
              <a:ext uri="{FF2B5EF4-FFF2-40B4-BE49-F238E27FC236}">
                <a16:creationId xmlns:a16="http://schemas.microsoft.com/office/drawing/2014/main" id="{A5F96C3F-479D-4E63-B24A-D72310DE576F}"/>
              </a:ext>
            </a:extLst>
          </p:cNvPr>
          <p:cNvSpPr>
            <a:spLocks xmlns:a="http://schemas.openxmlformats.org/drawingml/2006/main" noGrp="1"/>
          </p:cNvSpPr>
          <p:nvPr/>
        </p:nvSpPr>
        <p:spPr>
          <a:xfrm xmlns:a="http://schemas.openxmlformats.org/drawingml/2006/main">
            <a:off x="8886825"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セルフチェック</a:t>
            </a:r>
          </a:p>
        </p:txBody>
      </p:sp>
      <p:sp>
        <p:nvSpPr>
          <p:cNvPr id="27" name="text-1662">
            <a:extLst xmlns:a="http://schemas.openxmlformats.org/drawingml/2006/main">
              <a:ext uri="{FF2B5EF4-FFF2-40B4-BE49-F238E27FC236}">
                <a16:creationId xmlns:a16="http://schemas.microsoft.com/office/drawing/2014/main" id="{D833FE00-F9DA-490E-89EC-54A28536F63E}"/>
              </a:ext>
            </a:extLst>
          </p:cNvPr>
          <p:cNvSpPr>
            <a:spLocks xmlns:a="http://schemas.openxmlformats.org/drawingml/2006/main" noGrp="1"/>
          </p:cNvSpPr>
          <p:nvPr/>
        </p:nvSpPr>
        <p:spPr>
          <a:xfrm xmlns:a="http://schemas.openxmlformats.org/drawingml/2006/main">
            <a:off x="8886825" y="45529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 b="1">
                <a:solidFill>
                  <a:srgbClr val="14364F"/>
                </a:solidFill>
                <a:latin typeface="Hiragino Sans"/>
                <a:ea typeface="Hiragino Sans"/>
                <a:cs typeface="Hiragino Sans"/>
              </a:defRPr>
            </a:pPr>
            <a:r>
              <a:rPr sz="1425" b="1">
                <a:solidFill>
                  <a:srgbClr val="14364F"/>
                </a:solidFill>
                <a:latin typeface="Hiragino Sans"/>
                <a:ea typeface="Hiragino Sans"/>
                <a:cs typeface="Hiragino Sans"/>
              </a:rPr>
              <a:t>分からない内容を推測で埋めていない</a:t>
            </a:r>
          </a:p>
        </p:txBody>
      </p:sp>
    </p:spTree>
    <p:extLst>
      <p:ext uri="{BB962C8B-B14F-4D97-AF65-F5344CB8AC3E}">
        <p14:creationId xmlns:p14="http://schemas.microsoft.com/office/powerpoint/2010/main" val="286169226"/>
      </p:ext>
    </p:extLst>
  </p:cSld>
</p:sld>
</file>

<file path=ppt/slides/slide59.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663">
            <a:extLst xmlns:a="http://schemas.openxmlformats.org/drawingml/2006/main">
              <a:ext uri="{FF2B5EF4-FFF2-40B4-BE49-F238E27FC236}">
                <a16:creationId xmlns:a16="http://schemas.microsoft.com/office/drawing/2014/main" id="{69ADC543-7A46-44E7-A3A8-3DE7C726EE9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664">
            <a:extLst xmlns:a="http://schemas.openxmlformats.org/drawingml/2006/main">
              <a:ext uri="{FF2B5EF4-FFF2-40B4-BE49-F238E27FC236}">
                <a16:creationId xmlns:a16="http://schemas.microsoft.com/office/drawing/2014/main" id="{221AEC0A-629F-4432-A735-93B4EE125133}"/>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665">
            <a:extLst xmlns:a="http://schemas.openxmlformats.org/drawingml/2006/main">
              <a:ext uri="{FF2B5EF4-FFF2-40B4-BE49-F238E27FC236}">
                <a16:creationId xmlns:a16="http://schemas.microsoft.com/office/drawing/2014/main" id="{06095ECA-E446-44CC-8AE1-8A794CAB3C79}"/>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演習2｜AIへの整理指示を作ります</a:t>
            </a:r>
          </a:p>
        </p:txBody>
      </p:sp>
      <p:sp>
        <p:nvSpPr>
          <p:cNvPr id="4" name="box-1666">
            <a:extLst xmlns:a="http://schemas.openxmlformats.org/drawingml/2006/main">
              <a:ext uri="{FF2B5EF4-FFF2-40B4-BE49-F238E27FC236}">
                <a16:creationId xmlns:a16="http://schemas.microsoft.com/office/drawing/2014/main" id="{AE922CE9-A684-4082-997A-39084A60318A}"/>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667">
            <a:extLst xmlns:a="http://schemas.openxmlformats.org/drawingml/2006/main">
              <a:ext uri="{FF2B5EF4-FFF2-40B4-BE49-F238E27FC236}">
                <a16:creationId xmlns:a16="http://schemas.microsoft.com/office/drawing/2014/main" id="{E6087163-CFBF-4806-9F66-8189EAA01147}"/>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668">
            <a:extLst xmlns:a="http://schemas.openxmlformats.org/drawingml/2006/main">
              <a:ext uri="{FF2B5EF4-FFF2-40B4-BE49-F238E27FC236}">
                <a16:creationId xmlns:a16="http://schemas.microsoft.com/office/drawing/2014/main" id="{83AF22F5-7E6B-4ED7-A784-E9652735D33B}"/>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要点｜目的・材料・出力・補完禁止・人の判断範囲を指定する</a:t>
            </a:r>
          </a:p>
        </p:txBody>
      </p:sp>
      <p:sp>
        <p:nvSpPr>
          <p:cNvPr id="7" name="text-1669">
            <a:extLst xmlns:a="http://schemas.openxmlformats.org/drawingml/2006/main">
              <a:ext uri="{FF2B5EF4-FFF2-40B4-BE49-F238E27FC236}">
                <a16:creationId xmlns:a16="http://schemas.microsoft.com/office/drawing/2014/main" id="{23E06FC6-2267-4282-A06B-87F2A55BCC5E}"/>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59</a:t>
            </a:r>
          </a:p>
        </p:txBody>
      </p:sp>
      <p:sp>
        <p:nvSpPr>
          <p:cNvPr id="8" name="box-1670">
            <a:extLst xmlns:a="http://schemas.openxmlformats.org/drawingml/2006/main">
              <a:ext uri="{FF2B5EF4-FFF2-40B4-BE49-F238E27FC236}">
                <a16:creationId xmlns:a16="http://schemas.microsoft.com/office/drawing/2014/main" id="{DF9F8145-5E50-4693-860C-C066F90202E4}"/>
              </a:ext>
            </a:extLst>
          </p:cNvPr>
          <p:cNvSpPr>
            <a:spLocks xmlns:a="http://schemas.openxmlformats.org/drawingml/2006/main" noGrp="1"/>
          </p:cNvSpPr>
          <p:nvPr/>
        </p:nvSpPr>
        <p:spPr>
          <a:xfrm xmlns:a="http://schemas.openxmlformats.org/drawingml/2006/main">
            <a:off x="552450" y="1428750"/>
            <a:ext cx="7858125" cy="4572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D6E1E8"/>
            </a:solidFill>
            <a:prstDash val="solid"/>
          </a:ln>
        </p:spPr>
      </p:sp>
      <p:sp>
        <p:nvSpPr>
          <p:cNvPr id="9" name="text-1671">
            <a:extLst xmlns:a="http://schemas.openxmlformats.org/drawingml/2006/main">
              <a:ext uri="{FF2B5EF4-FFF2-40B4-BE49-F238E27FC236}">
                <a16:creationId xmlns:a16="http://schemas.microsoft.com/office/drawing/2014/main" id="{B181FFE1-5D57-431B-99B7-B5C856F67CFA}"/>
              </a:ext>
            </a:extLst>
          </p:cNvPr>
          <p:cNvSpPr>
            <a:spLocks xmlns:a="http://schemas.openxmlformats.org/drawingml/2006/main" noGrp="1"/>
          </p:cNvSpPr>
          <p:nvPr/>
        </p:nvSpPr>
        <p:spPr>
          <a:xfrm xmlns:a="http://schemas.openxmlformats.org/drawingml/2006/main">
            <a:off x="800100" y="1657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125" b="1">
                <a:solidFill>
                  <a:srgbClr val="0B6F6B"/>
                </a:solidFill>
                <a:latin typeface="Hiragino Sans"/>
                <a:ea typeface="Hiragino Sans"/>
                <a:cs typeface="Hiragino Sans"/>
              </a:defRPr>
            </a:pPr>
            <a:r>
              <a:rPr sz="1125" b="1">
                <a:solidFill>
                  <a:srgbClr val="0B6F6B"/>
                </a:solidFill>
                <a:latin typeface="Hiragino Sans"/>
                <a:ea typeface="Hiragino Sans"/>
                <a:cs typeface="Hiragino Sans"/>
              </a:rPr>
              <a:t>進め方</a:t>
            </a:r>
          </a:p>
        </p:txBody>
      </p:sp>
      <p:sp>
        <p:nvSpPr>
          <p:cNvPr id="10" name="box-1672">
            <a:extLst xmlns:a="http://schemas.openxmlformats.org/drawingml/2006/main">
              <a:ext uri="{FF2B5EF4-FFF2-40B4-BE49-F238E27FC236}">
                <a16:creationId xmlns:a16="http://schemas.microsoft.com/office/drawing/2014/main" id="{D99CD342-BAE3-48D9-9CB3-1BECC79B23E7}"/>
              </a:ext>
            </a:extLst>
          </p:cNvPr>
          <p:cNvSpPr>
            <a:spLocks xmlns:a="http://schemas.openxmlformats.org/drawingml/2006/main" noGrp="1"/>
          </p:cNvSpPr>
          <p:nvPr/>
        </p:nvSpPr>
        <p:spPr>
          <a:xfrm xmlns:a="http://schemas.openxmlformats.org/drawingml/2006/main">
            <a:off x="800100" y="21145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1" name="text-1673">
            <a:extLst xmlns:a="http://schemas.openxmlformats.org/drawingml/2006/main">
              <a:ext uri="{FF2B5EF4-FFF2-40B4-BE49-F238E27FC236}">
                <a16:creationId xmlns:a16="http://schemas.microsoft.com/office/drawing/2014/main" id="{EF71DCD7-8C71-4841-B17C-07A156C1EBB2}"/>
              </a:ext>
            </a:extLst>
          </p:cNvPr>
          <p:cNvSpPr>
            <a:spLocks xmlns:a="http://schemas.openxmlformats.org/drawingml/2006/main" noGrp="1"/>
          </p:cNvSpPr>
          <p:nvPr/>
        </p:nvSpPr>
        <p:spPr>
          <a:xfrm xmlns:a="http://schemas.openxmlformats.org/drawingml/2006/main">
            <a:off x="800100" y="22002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1</a:t>
            </a:r>
          </a:p>
        </p:txBody>
      </p:sp>
      <p:sp>
        <p:nvSpPr>
          <p:cNvPr id="12" name="text-1674">
            <a:extLst xmlns:a="http://schemas.openxmlformats.org/drawingml/2006/main">
              <a:ext uri="{FF2B5EF4-FFF2-40B4-BE49-F238E27FC236}">
                <a16:creationId xmlns:a16="http://schemas.microsoft.com/office/drawing/2014/main" id="{2109B5FE-D5CF-40E0-97E0-4E97CCBCE338}"/>
              </a:ext>
            </a:extLst>
          </p:cNvPr>
          <p:cNvSpPr>
            <a:spLocks xmlns:a="http://schemas.openxmlformats.org/drawingml/2006/main" noGrp="1"/>
          </p:cNvSpPr>
          <p:nvPr/>
        </p:nvSpPr>
        <p:spPr>
          <a:xfrm xmlns:a="http://schemas.openxmlformats.org/drawingml/2006/main">
            <a:off x="1562100" y="20859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記録の目的を一つ記入</a:t>
            </a:r>
          </a:p>
        </p:txBody>
      </p:sp>
      <p:sp>
        <p:nvSpPr>
          <p:cNvPr id="13" name="box-1675">
            <a:extLst xmlns:a="http://schemas.openxmlformats.org/drawingml/2006/main">
              <a:ext uri="{FF2B5EF4-FFF2-40B4-BE49-F238E27FC236}">
                <a16:creationId xmlns:a16="http://schemas.microsoft.com/office/drawing/2014/main" id="{E0C6B126-B161-433E-9239-84BD7FA2D685}"/>
              </a:ext>
            </a:extLst>
          </p:cNvPr>
          <p:cNvSpPr>
            <a:spLocks xmlns:a="http://schemas.openxmlformats.org/drawingml/2006/main" noGrp="1"/>
          </p:cNvSpPr>
          <p:nvPr/>
        </p:nvSpPr>
        <p:spPr>
          <a:xfrm xmlns:a="http://schemas.openxmlformats.org/drawingml/2006/main">
            <a:off x="800100" y="300990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676">
            <a:extLst xmlns:a="http://schemas.openxmlformats.org/drawingml/2006/main">
              <a:ext uri="{FF2B5EF4-FFF2-40B4-BE49-F238E27FC236}">
                <a16:creationId xmlns:a16="http://schemas.microsoft.com/office/drawing/2014/main" id="{37E428D4-748C-4FCE-9B73-B5FE0C47671B}"/>
              </a:ext>
            </a:extLst>
          </p:cNvPr>
          <p:cNvSpPr>
            <a:spLocks xmlns:a="http://schemas.openxmlformats.org/drawingml/2006/main" noGrp="1"/>
          </p:cNvSpPr>
          <p:nvPr/>
        </p:nvSpPr>
        <p:spPr>
          <a:xfrm xmlns:a="http://schemas.openxmlformats.org/drawingml/2006/main">
            <a:off x="800100" y="30956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2</a:t>
            </a:r>
          </a:p>
        </p:txBody>
      </p:sp>
      <p:sp>
        <p:nvSpPr>
          <p:cNvPr id="15" name="text-1677">
            <a:extLst xmlns:a="http://schemas.openxmlformats.org/drawingml/2006/main">
              <a:ext uri="{FF2B5EF4-FFF2-40B4-BE49-F238E27FC236}">
                <a16:creationId xmlns:a16="http://schemas.microsoft.com/office/drawing/2014/main" id="{2016FE0B-0BF3-4E5D-B351-BA3C3DD3CA4C}"/>
              </a:ext>
            </a:extLst>
          </p:cNvPr>
          <p:cNvSpPr>
            <a:spLocks xmlns:a="http://schemas.openxmlformats.org/drawingml/2006/main" noGrp="1"/>
          </p:cNvSpPr>
          <p:nvPr/>
        </p:nvSpPr>
        <p:spPr>
          <a:xfrm xmlns:a="http://schemas.openxmlformats.org/drawingml/2006/main">
            <a:off x="1562100" y="29813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使用資料IDを列挙</a:t>
            </a:r>
          </a:p>
        </p:txBody>
      </p:sp>
      <p:sp>
        <p:nvSpPr>
          <p:cNvPr id="16" name="box-1678">
            <a:extLst xmlns:a="http://schemas.openxmlformats.org/drawingml/2006/main">
              <a:ext uri="{FF2B5EF4-FFF2-40B4-BE49-F238E27FC236}">
                <a16:creationId xmlns:a16="http://schemas.microsoft.com/office/drawing/2014/main" id="{E332D8B6-99CD-43DB-9A29-650426B40558}"/>
              </a:ext>
            </a:extLst>
          </p:cNvPr>
          <p:cNvSpPr>
            <a:spLocks xmlns:a="http://schemas.openxmlformats.org/drawingml/2006/main" noGrp="1"/>
          </p:cNvSpPr>
          <p:nvPr/>
        </p:nvSpPr>
        <p:spPr>
          <a:xfrm xmlns:a="http://schemas.openxmlformats.org/drawingml/2006/main">
            <a:off x="800100" y="39052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7" name="text-1679">
            <a:extLst xmlns:a="http://schemas.openxmlformats.org/drawingml/2006/main">
              <a:ext uri="{FF2B5EF4-FFF2-40B4-BE49-F238E27FC236}">
                <a16:creationId xmlns:a16="http://schemas.microsoft.com/office/drawing/2014/main" id="{4734935B-2FE2-41B1-A6D5-A87223A07579}"/>
              </a:ext>
            </a:extLst>
          </p:cNvPr>
          <p:cNvSpPr>
            <a:spLocks xmlns:a="http://schemas.openxmlformats.org/drawingml/2006/main" noGrp="1"/>
          </p:cNvSpPr>
          <p:nvPr/>
        </p:nvSpPr>
        <p:spPr>
          <a:xfrm xmlns:a="http://schemas.openxmlformats.org/drawingml/2006/main">
            <a:off x="800100" y="39909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3</a:t>
            </a:r>
          </a:p>
        </p:txBody>
      </p:sp>
      <p:sp>
        <p:nvSpPr>
          <p:cNvPr id="18" name="text-1680">
            <a:extLst xmlns:a="http://schemas.openxmlformats.org/drawingml/2006/main">
              <a:ext uri="{FF2B5EF4-FFF2-40B4-BE49-F238E27FC236}">
                <a16:creationId xmlns:a16="http://schemas.microsoft.com/office/drawing/2014/main" id="{AF8AD907-9C56-4DBB-8B7A-4A2F9A55C9F0}"/>
              </a:ext>
            </a:extLst>
          </p:cNvPr>
          <p:cNvSpPr>
            <a:spLocks xmlns:a="http://schemas.openxmlformats.org/drawingml/2006/main" noGrp="1"/>
          </p:cNvSpPr>
          <p:nvPr/>
        </p:nvSpPr>
        <p:spPr>
          <a:xfrm xmlns:a="http://schemas.openxmlformats.org/drawingml/2006/main">
            <a:off x="1562100" y="38766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必要項目を選択</a:t>
            </a:r>
          </a:p>
        </p:txBody>
      </p:sp>
      <p:sp>
        <p:nvSpPr>
          <p:cNvPr id="19" name="box-1681">
            <a:extLst xmlns:a="http://schemas.openxmlformats.org/drawingml/2006/main">
              <a:ext uri="{FF2B5EF4-FFF2-40B4-BE49-F238E27FC236}">
                <a16:creationId xmlns:a16="http://schemas.microsoft.com/office/drawing/2014/main" id="{06A2EBA8-458F-48D3-8699-C4AE627C03FD}"/>
              </a:ext>
            </a:extLst>
          </p:cNvPr>
          <p:cNvSpPr>
            <a:spLocks xmlns:a="http://schemas.openxmlformats.org/drawingml/2006/main" noGrp="1"/>
          </p:cNvSpPr>
          <p:nvPr/>
        </p:nvSpPr>
        <p:spPr>
          <a:xfrm xmlns:a="http://schemas.openxmlformats.org/drawingml/2006/main">
            <a:off x="800100" y="4800600"/>
            <a:ext cx="533400" cy="53340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0" name="text-1682">
            <a:extLst xmlns:a="http://schemas.openxmlformats.org/drawingml/2006/main">
              <a:ext uri="{FF2B5EF4-FFF2-40B4-BE49-F238E27FC236}">
                <a16:creationId xmlns:a16="http://schemas.microsoft.com/office/drawing/2014/main" id="{EAF87ECD-4EC8-41B2-8887-5D0440562755}"/>
              </a:ext>
            </a:extLst>
          </p:cNvPr>
          <p:cNvSpPr>
            <a:spLocks xmlns:a="http://schemas.openxmlformats.org/drawingml/2006/main" noGrp="1"/>
          </p:cNvSpPr>
          <p:nvPr/>
        </p:nvSpPr>
        <p:spPr>
          <a:xfrm xmlns:a="http://schemas.openxmlformats.org/drawingml/2006/main">
            <a:off x="800100" y="48863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4</a:t>
            </a:r>
          </a:p>
        </p:txBody>
      </p:sp>
      <p:sp>
        <p:nvSpPr>
          <p:cNvPr id="21" name="text-1683">
            <a:extLst xmlns:a="http://schemas.openxmlformats.org/drawingml/2006/main">
              <a:ext uri="{FF2B5EF4-FFF2-40B4-BE49-F238E27FC236}">
                <a16:creationId xmlns:a16="http://schemas.microsoft.com/office/drawing/2014/main" id="{D042CB90-1017-4A48-8C04-A692F1A46163}"/>
              </a:ext>
            </a:extLst>
          </p:cNvPr>
          <p:cNvSpPr>
            <a:spLocks xmlns:a="http://schemas.openxmlformats.org/drawingml/2006/main" noGrp="1"/>
          </p:cNvSpPr>
          <p:nvPr/>
        </p:nvSpPr>
        <p:spPr>
          <a:xfrm xmlns:a="http://schemas.openxmlformats.org/drawingml/2006/main">
            <a:off x="1562100" y="47720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禁止事項と別表を指定</a:t>
            </a:r>
          </a:p>
        </p:txBody>
      </p:sp>
      <p:sp>
        <p:nvSpPr>
          <p:cNvPr id="22" name="box-1684">
            <a:extLst xmlns:a="http://schemas.openxmlformats.org/drawingml/2006/main">
              <a:ext uri="{FF2B5EF4-FFF2-40B4-BE49-F238E27FC236}">
                <a16:creationId xmlns:a16="http://schemas.microsoft.com/office/drawing/2014/main" id="{3342C347-1326-4F61-8758-B9D2507F4898}"/>
              </a:ext>
            </a:extLst>
          </p:cNvPr>
          <p:cNvSpPr>
            <a:spLocks xmlns:a="http://schemas.openxmlformats.org/drawingml/2006/main" noGrp="1"/>
          </p:cNvSpPr>
          <p:nvPr/>
        </p:nvSpPr>
        <p:spPr>
          <a:xfrm xmlns:a="http://schemas.openxmlformats.org/drawingml/2006/main">
            <a:off x="8620125" y="1428750"/>
            <a:ext cx="2981325" cy="2133600"/>
          </a:xfrm>
          <a:prstGeom xmlns:a="http://schemas.openxmlformats.org/drawingml/2006/main" prst="roundRect">
            <a:avLst>
              <a:gd name="adj" fmla="val 5357"/>
            </a:avLst>
          </a:prstGeom>
          <a:solidFill xmlns:a="http://schemas.openxmlformats.org/drawingml/2006/main">
            <a:srgbClr val="E7F5F3"/>
          </a:solidFill>
          <a:ln xmlns:a="http://schemas.openxmlformats.org/drawingml/2006/main" w="0">
            <a:noFill/>
            <a:prstDash val="solid"/>
          </a:ln>
        </p:spPr>
      </p:sp>
      <p:sp>
        <p:nvSpPr>
          <p:cNvPr id="23" name="text-1685">
            <a:extLst xmlns:a="http://schemas.openxmlformats.org/drawingml/2006/main">
              <a:ext uri="{FF2B5EF4-FFF2-40B4-BE49-F238E27FC236}">
                <a16:creationId xmlns:a16="http://schemas.microsoft.com/office/drawing/2014/main" id="{66A18EBB-F47B-4185-BE9C-934BF31EDF5D}"/>
              </a:ext>
            </a:extLst>
          </p:cNvPr>
          <p:cNvSpPr>
            <a:spLocks xmlns:a="http://schemas.openxmlformats.org/drawingml/2006/main" noGrp="1"/>
          </p:cNvSpPr>
          <p:nvPr/>
        </p:nvSpPr>
        <p:spPr>
          <a:xfrm xmlns:a="http://schemas.openxmlformats.org/drawingml/2006/main">
            <a:off x="8886825" y="1695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0B6F6B"/>
                </a:solidFill>
                <a:latin typeface="Hiragino Sans"/>
                <a:ea typeface="Hiragino Sans"/>
                <a:cs typeface="Hiragino Sans"/>
              </a:defRPr>
            </a:pPr>
            <a:r>
              <a:rPr sz="1050" b="1">
                <a:solidFill>
                  <a:srgbClr val="0B6F6B"/>
                </a:solidFill>
                <a:latin typeface="Hiragino Sans"/>
                <a:ea typeface="Hiragino Sans"/>
                <a:cs typeface="Hiragino Sans"/>
              </a:rPr>
              <a:t>提出物</a:t>
            </a:r>
          </a:p>
        </p:txBody>
      </p:sp>
      <p:sp>
        <p:nvSpPr>
          <p:cNvPr id="24" name="text-1686">
            <a:extLst xmlns:a="http://schemas.openxmlformats.org/drawingml/2006/main">
              <a:ext uri="{FF2B5EF4-FFF2-40B4-BE49-F238E27FC236}">
                <a16:creationId xmlns:a16="http://schemas.microsoft.com/office/drawing/2014/main" id="{B1C428E1-CB08-4A98-8E8D-CEE9E44625F6}"/>
              </a:ext>
            </a:extLst>
          </p:cNvPr>
          <p:cNvSpPr>
            <a:spLocks xmlns:a="http://schemas.openxmlformats.org/drawingml/2006/main" noGrp="1"/>
          </p:cNvSpPr>
          <p:nvPr/>
        </p:nvSpPr>
        <p:spPr>
          <a:xfrm xmlns:a="http://schemas.openxmlformats.org/drawingml/2006/main">
            <a:off x="8886825" y="21336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4364F"/>
                </a:solidFill>
                <a:latin typeface="Hiragino Sans"/>
                <a:ea typeface="Hiragino Sans"/>
                <a:cs typeface="Hiragino Sans"/>
              </a:defRPr>
            </a:pPr>
            <a:r>
              <a:rPr sz="2025" b="1">
                <a:solidFill>
                  <a:srgbClr val="14364F"/>
                </a:solidFill>
                <a:latin typeface="Hiragino Sans"/>
                <a:ea typeface="Hiragino Sans"/>
                <a:cs typeface="Hiragino Sans"/>
              </a:rPr>
              <a:t>WS04・WS05</a:t>
            </a:r>
          </a:p>
        </p:txBody>
      </p:sp>
      <p:sp>
        <p:nvSpPr>
          <p:cNvPr id="25" name="box-1687">
            <a:extLst xmlns:a="http://schemas.openxmlformats.org/drawingml/2006/main">
              <a:ext uri="{FF2B5EF4-FFF2-40B4-BE49-F238E27FC236}">
                <a16:creationId xmlns:a16="http://schemas.microsoft.com/office/drawing/2014/main" id="{278D1FCF-CF71-42F6-92A4-D3BC0A2EA309}"/>
              </a:ext>
            </a:extLst>
          </p:cNvPr>
          <p:cNvSpPr>
            <a:spLocks xmlns:a="http://schemas.openxmlformats.org/drawingml/2006/main" noGrp="1"/>
          </p:cNvSpPr>
          <p:nvPr/>
        </p:nvSpPr>
        <p:spPr>
          <a:xfrm xmlns:a="http://schemas.openxmlformats.org/drawingml/2006/main">
            <a:off x="8620125" y="3771900"/>
            <a:ext cx="2981325" cy="2228850"/>
          </a:xfrm>
          <a:prstGeom xmlns:a="http://schemas.openxmlformats.org/drawingml/2006/main" prst="roundRect">
            <a:avLst>
              <a:gd name="adj" fmla="val 5128"/>
            </a:avLst>
          </a:prstGeom>
          <a:solidFill xmlns:a="http://schemas.openxmlformats.org/drawingml/2006/main">
            <a:srgbClr val="FFF4D6"/>
          </a:solidFill>
          <a:ln xmlns:a="http://schemas.openxmlformats.org/drawingml/2006/main" w="0">
            <a:noFill/>
            <a:prstDash val="solid"/>
          </a:ln>
        </p:spPr>
      </p:sp>
      <p:sp>
        <p:nvSpPr>
          <p:cNvPr id="26" name="text-1688">
            <a:extLst xmlns:a="http://schemas.openxmlformats.org/drawingml/2006/main">
              <a:ext uri="{FF2B5EF4-FFF2-40B4-BE49-F238E27FC236}">
                <a16:creationId xmlns:a16="http://schemas.microsoft.com/office/drawing/2014/main" id="{E66EC1DF-DDEF-4842-9D15-02A035C42CF8}"/>
              </a:ext>
            </a:extLst>
          </p:cNvPr>
          <p:cNvSpPr>
            <a:spLocks xmlns:a="http://schemas.openxmlformats.org/drawingml/2006/main" noGrp="1"/>
          </p:cNvSpPr>
          <p:nvPr/>
        </p:nvSpPr>
        <p:spPr>
          <a:xfrm xmlns:a="http://schemas.openxmlformats.org/drawingml/2006/main">
            <a:off x="8886825"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セルフチェック</a:t>
            </a:r>
          </a:p>
        </p:txBody>
      </p:sp>
      <p:sp>
        <p:nvSpPr>
          <p:cNvPr id="27" name="text-1689">
            <a:extLst xmlns:a="http://schemas.openxmlformats.org/drawingml/2006/main">
              <a:ext uri="{FF2B5EF4-FFF2-40B4-BE49-F238E27FC236}">
                <a16:creationId xmlns:a16="http://schemas.microsoft.com/office/drawing/2014/main" id="{90652506-0B2C-427A-864F-AE3E7ECB3CD8}"/>
              </a:ext>
            </a:extLst>
          </p:cNvPr>
          <p:cNvSpPr>
            <a:spLocks xmlns:a="http://schemas.openxmlformats.org/drawingml/2006/main" noGrp="1"/>
          </p:cNvSpPr>
          <p:nvPr/>
        </p:nvSpPr>
        <p:spPr>
          <a:xfrm xmlns:a="http://schemas.openxmlformats.org/drawingml/2006/main">
            <a:off x="8886825" y="45529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 b="1">
                <a:solidFill>
                  <a:srgbClr val="14364F"/>
                </a:solidFill>
                <a:latin typeface="Hiragino Sans"/>
                <a:ea typeface="Hiragino Sans"/>
                <a:cs typeface="Hiragino Sans"/>
              </a:defRPr>
            </a:pPr>
            <a:r>
              <a:rPr sz="1425" b="1">
                <a:solidFill>
                  <a:srgbClr val="14364F"/>
                </a:solidFill>
                <a:latin typeface="Hiragino Sans"/>
                <a:ea typeface="Hiragino Sans"/>
                <a:cs typeface="Hiragino Sans"/>
              </a:rPr>
              <a:t>原資料にない情報を許可していない</a:t>
            </a:r>
          </a:p>
        </p:txBody>
      </p:sp>
    </p:spTree>
    <p:extLst>
      <p:ext uri="{BB962C8B-B14F-4D97-AF65-F5344CB8AC3E}">
        <p14:creationId xmlns:p14="http://schemas.microsoft.com/office/powerpoint/2010/main" val="310238780"/>
      </p:ext>
    </p:extLst>
  </p:cSld>
</p:sld>
</file>

<file path=ppt/slides/slide60.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690">
            <a:extLst xmlns:a="http://schemas.openxmlformats.org/drawingml/2006/main">
              <a:ext uri="{FF2B5EF4-FFF2-40B4-BE49-F238E27FC236}">
                <a16:creationId xmlns:a16="http://schemas.microsoft.com/office/drawing/2014/main" id="{34D384FF-CCFE-45FA-B0DF-4A9879B949B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691">
            <a:extLst xmlns:a="http://schemas.openxmlformats.org/drawingml/2006/main">
              <a:ext uri="{FF2B5EF4-FFF2-40B4-BE49-F238E27FC236}">
                <a16:creationId xmlns:a16="http://schemas.microsoft.com/office/drawing/2014/main" id="{096DE578-DF64-4229-8BF7-C16F7B04B26F}"/>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692">
            <a:extLst xmlns:a="http://schemas.openxmlformats.org/drawingml/2006/main">
              <a:ext uri="{FF2B5EF4-FFF2-40B4-BE49-F238E27FC236}">
                <a16:creationId xmlns:a16="http://schemas.microsoft.com/office/drawing/2014/main" id="{B9FD67E0-F985-46FE-AA86-8D69681D6474}"/>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演習3｜AI出力を原文と照合します</a:t>
            </a:r>
          </a:p>
        </p:txBody>
      </p:sp>
      <p:sp>
        <p:nvSpPr>
          <p:cNvPr id="4" name="box-1693">
            <a:extLst xmlns:a="http://schemas.openxmlformats.org/drawingml/2006/main">
              <a:ext uri="{FF2B5EF4-FFF2-40B4-BE49-F238E27FC236}">
                <a16:creationId xmlns:a16="http://schemas.microsoft.com/office/drawing/2014/main" id="{8776F4A3-53DD-421B-A806-9D836BCAF17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694">
            <a:extLst xmlns:a="http://schemas.openxmlformats.org/drawingml/2006/main">
              <a:ext uri="{FF2B5EF4-FFF2-40B4-BE49-F238E27FC236}">
                <a16:creationId xmlns:a16="http://schemas.microsoft.com/office/drawing/2014/main" id="{B71860E0-0441-49AA-9030-B56031AA2EF4}"/>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695">
            <a:extLst xmlns:a="http://schemas.openxmlformats.org/drawingml/2006/main">
              <a:ext uri="{FF2B5EF4-FFF2-40B4-BE49-F238E27FC236}">
                <a16:creationId xmlns:a16="http://schemas.microsoft.com/office/drawing/2014/main" id="{FC6F6E84-556B-46B0-B6A6-524258AB3814}"/>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要点｜文章の自然さではなく、根拠IDと確定状態を確認する</a:t>
            </a:r>
          </a:p>
        </p:txBody>
      </p:sp>
      <p:sp>
        <p:nvSpPr>
          <p:cNvPr id="7" name="text-1696">
            <a:extLst xmlns:a="http://schemas.openxmlformats.org/drawingml/2006/main">
              <a:ext uri="{FF2B5EF4-FFF2-40B4-BE49-F238E27FC236}">
                <a16:creationId xmlns:a16="http://schemas.microsoft.com/office/drawing/2014/main" id="{A020D638-B8B3-45E7-81B4-B14D87D4B30A}"/>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60</a:t>
            </a:r>
          </a:p>
        </p:txBody>
      </p:sp>
      <p:sp>
        <p:nvSpPr>
          <p:cNvPr id="8" name="box-1697">
            <a:extLst xmlns:a="http://schemas.openxmlformats.org/drawingml/2006/main">
              <a:ext uri="{FF2B5EF4-FFF2-40B4-BE49-F238E27FC236}">
                <a16:creationId xmlns:a16="http://schemas.microsoft.com/office/drawing/2014/main" id="{C2FCB4F6-C131-4FC0-A318-E9D0B6EBFDBE}"/>
              </a:ext>
            </a:extLst>
          </p:cNvPr>
          <p:cNvSpPr>
            <a:spLocks xmlns:a="http://schemas.openxmlformats.org/drawingml/2006/main" noGrp="1"/>
          </p:cNvSpPr>
          <p:nvPr/>
        </p:nvSpPr>
        <p:spPr>
          <a:xfrm xmlns:a="http://schemas.openxmlformats.org/drawingml/2006/main">
            <a:off x="552450" y="1428750"/>
            <a:ext cx="7858125" cy="4572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D6E1E8"/>
            </a:solidFill>
            <a:prstDash val="solid"/>
          </a:ln>
        </p:spPr>
      </p:sp>
      <p:sp>
        <p:nvSpPr>
          <p:cNvPr id="9" name="text-1698">
            <a:extLst xmlns:a="http://schemas.openxmlformats.org/drawingml/2006/main">
              <a:ext uri="{FF2B5EF4-FFF2-40B4-BE49-F238E27FC236}">
                <a16:creationId xmlns:a16="http://schemas.microsoft.com/office/drawing/2014/main" id="{41E05606-9939-47BF-B8D1-1DD4E436739F}"/>
              </a:ext>
            </a:extLst>
          </p:cNvPr>
          <p:cNvSpPr>
            <a:spLocks xmlns:a="http://schemas.openxmlformats.org/drawingml/2006/main" noGrp="1"/>
          </p:cNvSpPr>
          <p:nvPr/>
        </p:nvSpPr>
        <p:spPr>
          <a:xfrm xmlns:a="http://schemas.openxmlformats.org/drawingml/2006/main">
            <a:off x="800100" y="1657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125" b="1">
                <a:solidFill>
                  <a:srgbClr val="0B6F6B"/>
                </a:solidFill>
                <a:latin typeface="Hiragino Sans"/>
                <a:ea typeface="Hiragino Sans"/>
                <a:cs typeface="Hiragino Sans"/>
              </a:defRPr>
            </a:pPr>
            <a:r>
              <a:rPr sz="1125" b="1">
                <a:solidFill>
                  <a:srgbClr val="0B6F6B"/>
                </a:solidFill>
                <a:latin typeface="Hiragino Sans"/>
                <a:ea typeface="Hiragino Sans"/>
                <a:cs typeface="Hiragino Sans"/>
              </a:rPr>
              <a:t>進め方</a:t>
            </a:r>
          </a:p>
        </p:txBody>
      </p:sp>
      <p:sp>
        <p:nvSpPr>
          <p:cNvPr id="10" name="box-1699">
            <a:extLst xmlns:a="http://schemas.openxmlformats.org/drawingml/2006/main">
              <a:ext uri="{FF2B5EF4-FFF2-40B4-BE49-F238E27FC236}">
                <a16:creationId xmlns:a16="http://schemas.microsoft.com/office/drawing/2014/main" id="{EDCE42BC-DA5E-42A9-BFFD-9FCF8512C63A}"/>
              </a:ext>
            </a:extLst>
          </p:cNvPr>
          <p:cNvSpPr>
            <a:spLocks xmlns:a="http://schemas.openxmlformats.org/drawingml/2006/main" noGrp="1"/>
          </p:cNvSpPr>
          <p:nvPr/>
        </p:nvSpPr>
        <p:spPr>
          <a:xfrm xmlns:a="http://schemas.openxmlformats.org/drawingml/2006/main">
            <a:off x="800100" y="21145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1" name="text-1700">
            <a:extLst xmlns:a="http://schemas.openxmlformats.org/drawingml/2006/main">
              <a:ext uri="{FF2B5EF4-FFF2-40B4-BE49-F238E27FC236}">
                <a16:creationId xmlns:a16="http://schemas.microsoft.com/office/drawing/2014/main" id="{96C71457-9028-4A38-86C6-1B2DB2C8DD7A}"/>
              </a:ext>
            </a:extLst>
          </p:cNvPr>
          <p:cNvSpPr>
            <a:spLocks xmlns:a="http://schemas.openxmlformats.org/drawingml/2006/main" noGrp="1"/>
          </p:cNvSpPr>
          <p:nvPr/>
        </p:nvSpPr>
        <p:spPr>
          <a:xfrm xmlns:a="http://schemas.openxmlformats.org/drawingml/2006/main">
            <a:off x="800100" y="22002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1</a:t>
            </a:r>
          </a:p>
        </p:txBody>
      </p:sp>
      <p:sp>
        <p:nvSpPr>
          <p:cNvPr id="12" name="text-1701">
            <a:extLst xmlns:a="http://schemas.openxmlformats.org/drawingml/2006/main">
              <a:ext uri="{FF2B5EF4-FFF2-40B4-BE49-F238E27FC236}">
                <a16:creationId xmlns:a16="http://schemas.microsoft.com/office/drawing/2014/main" id="{2534A96C-2E75-4168-81EA-B3F9EE6C5437}"/>
              </a:ext>
            </a:extLst>
          </p:cNvPr>
          <p:cNvSpPr>
            <a:spLocks xmlns:a="http://schemas.openxmlformats.org/drawingml/2006/main" noGrp="1"/>
          </p:cNvSpPr>
          <p:nvPr/>
        </p:nvSpPr>
        <p:spPr>
          <a:xfrm xmlns:a="http://schemas.openxmlformats.org/drawingml/2006/main">
            <a:off x="1562100" y="20859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数値・日付を先に確認</a:t>
            </a:r>
          </a:p>
        </p:txBody>
      </p:sp>
      <p:sp>
        <p:nvSpPr>
          <p:cNvPr id="13" name="box-1702">
            <a:extLst xmlns:a="http://schemas.openxmlformats.org/drawingml/2006/main">
              <a:ext uri="{FF2B5EF4-FFF2-40B4-BE49-F238E27FC236}">
                <a16:creationId xmlns:a16="http://schemas.microsoft.com/office/drawing/2014/main" id="{FA6379FC-4937-4CC1-A879-A75DB74705EF}"/>
              </a:ext>
            </a:extLst>
          </p:cNvPr>
          <p:cNvSpPr>
            <a:spLocks xmlns:a="http://schemas.openxmlformats.org/drawingml/2006/main" noGrp="1"/>
          </p:cNvSpPr>
          <p:nvPr/>
        </p:nvSpPr>
        <p:spPr>
          <a:xfrm xmlns:a="http://schemas.openxmlformats.org/drawingml/2006/main">
            <a:off x="800100" y="300990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703">
            <a:extLst xmlns:a="http://schemas.openxmlformats.org/drawingml/2006/main">
              <a:ext uri="{FF2B5EF4-FFF2-40B4-BE49-F238E27FC236}">
                <a16:creationId xmlns:a16="http://schemas.microsoft.com/office/drawing/2014/main" id="{00EFE97E-D042-4696-BDA3-019615D0C13A}"/>
              </a:ext>
            </a:extLst>
          </p:cNvPr>
          <p:cNvSpPr>
            <a:spLocks xmlns:a="http://schemas.openxmlformats.org/drawingml/2006/main" noGrp="1"/>
          </p:cNvSpPr>
          <p:nvPr/>
        </p:nvSpPr>
        <p:spPr>
          <a:xfrm xmlns:a="http://schemas.openxmlformats.org/drawingml/2006/main">
            <a:off x="800100" y="30956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2</a:t>
            </a:r>
          </a:p>
        </p:txBody>
      </p:sp>
      <p:sp>
        <p:nvSpPr>
          <p:cNvPr id="15" name="text-1704">
            <a:extLst xmlns:a="http://schemas.openxmlformats.org/drawingml/2006/main">
              <a:ext uri="{FF2B5EF4-FFF2-40B4-BE49-F238E27FC236}">
                <a16:creationId xmlns:a16="http://schemas.microsoft.com/office/drawing/2014/main" id="{1D40AA35-7305-4B82-9B6D-B53504DE32B8}"/>
              </a:ext>
            </a:extLst>
          </p:cNvPr>
          <p:cNvSpPr>
            <a:spLocks xmlns:a="http://schemas.openxmlformats.org/drawingml/2006/main" noGrp="1"/>
          </p:cNvSpPr>
          <p:nvPr/>
        </p:nvSpPr>
        <p:spPr>
          <a:xfrm xmlns:a="http://schemas.openxmlformats.org/drawingml/2006/main">
            <a:off x="1562100" y="29813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発言と解釈を照合</a:t>
            </a:r>
          </a:p>
        </p:txBody>
      </p:sp>
      <p:sp>
        <p:nvSpPr>
          <p:cNvPr id="16" name="box-1705">
            <a:extLst xmlns:a="http://schemas.openxmlformats.org/drawingml/2006/main">
              <a:ext uri="{FF2B5EF4-FFF2-40B4-BE49-F238E27FC236}">
                <a16:creationId xmlns:a16="http://schemas.microsoft.com/office/drawing/2014/main" id="{C04DF296-30BE-43C7-9D58-0764A6EF2384}"/>
              </a:ext>
            </a:extLst>
          </p:cNvPr>
          <p:cNvSpPr>
            <a:spLocks xmlns:a="http://schemas.openxmlformats.org/drawingml/2006/main" noGrp="1"/>
          </p:cNvSpPr>
          <p:nvPr/>
        </p:nvSpPr>
        <p:spPr>
          <a:xfrm xmlns:a="http://schemas.openxmlformats.org/drawingml/2006/main">
            <a:off x="800100" y="39052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7" name="text-1706">
            <a:extLst xmlns:a="http://schemas.openxmlformats.org/drawingml/2006/main">
              <a:ext uri="{FF2B5EF4-FFF2-40B4-BE49-F238E27FC236}">
                <a16:creationId xmlns:a16="http://schemas.microsoft.com/office/drawing/2014/main" id="{F4BE9C39-3798-4F9D-87D3-8FE87226A6F6}"/>
              </a:ext>
            </a:extLst>
          </p:cNvPr>
          <p:cNvSpPr>
            <a:spLocks xmlns:a="http://schemas.openxmlformats.org/drawingml/2006/main" noGrp="1"/>
          </p:cNvSpPr>
          <p:nvPr/>
        </p:nvSpPr>
        <p:spPr>
          <a:xfrm xmlns:a="http://schemas.openxmlformats.org/drawingml/2006/main">
            <a:off x="800100" y="39909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3</a:t>
            </a:r>
          </a:p>
        </p:txBody>
      </p:sp>
      <p:sp>
        <p:nvSpPr>
          <p:cNvPr id="18" name="text-1707">
            <a:extLst xmlns:a="http://schemas.openxmlformats.org/drawingml/2006/main">
              <a:ext uri="{FF2B5EF4-FFF2-40B4-BE49-F238E27FC236}">
                <a16:creationId xmlns:a16="http://schemas.microsoft.com/office/drawing/2014/main" id="{BC4BE578-1C26-4B3B-A7DA-E4358955481C}"/>
              </a:ext>
            </a:extLst>
          </p:cNvPr>
          <p:cNvSpPr>
            <a:spLocks xmlns:a="http://schemas.openxmlformats.org/drawingml/2006/main" noGrp="1"/>
          </p:cNvSpPr>
          <p:nvPr/>
        </p:nvSpPr>
        <p:spPr>
          <a:xfrm xmlns:a="http://schemas.openxmlformats.org/drawingml/2006/main">
            <a:off x="1562100" y="38766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未確認が残っているか確認</a:t>
            </a:r>
          </a:p>
        </p:txBody>
      </p:sp>
      <p:sp>
        <p:nvSpPr>
          <p:cNvPr id="19" name="box-1708">
            <a:extLst xmlns:a="http://schemas.openxmlformats.org/drawingml/2006/main">
              <a:ext uri="{FF2B5EF4-FFF2-40B4-BE49-F238E27FC236}">
                <a16:creationId xmlns:a16="http://schemas.microsoft.com/office/drawing/2014/main" id="{7D25A594-DB0D-4FF7-9F83-58EFEDDA3155}"/>
              </a:ext>
            </a:extLst>
          </p:cNvPr>
          <p:cNvSpPr>
            <a:spLocks xmlns:a="http://schemas.openxmlformats.org/drawingml/2006/main" noGrp="1"/>
          </p:cNvSpPr>
          <p:nvPr/>
        </p:nvSpPr>
        <p:spPr>
          <a:xfrm xmlns:a="http://schemas.openxmlformats.org/drawingml/2006/main">
            <a:off x="800100" y="4800600"/>
            <a:ext cx="533400" cy="53340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0" name="text-1709">
            <a:extLst xmlns:a="http://schemas.openxmlformats.org/drawingml/2006/main">
              <a:ext uri="{FF2B5EF4-FFF2-40B4-BE49-F238E27FC236}">
                <a16:creationId xmlns:a16="http://schemas.microsoft.com/office/drawing/2014/main" id="{C66DA964-7A1C-46C8-BEA1-A79793467240}"/>
              </a:ext>
            </a:extLst>
          </p:cNvPr>
          <p:cNvSpPr>
            <a:spLocks xmlns:a="http://schemas.openxmlformats.org/drawingml/2006/main" noGrp="1"/>
          </p:cNvSpPr>
          <p:nvPr/>
        </p:nvSpPr>
        <p:spPr>
          <a:xfrm xmlns:a="http://schemas.openxmlformats.org/drawingml/2006/main">
            <a:off x="800100" y="48863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4</a:t>
            </a:r>
          </a:p>
        </p:txBody>
      </p:sp>
      <p:sp>
        <p:nvSpPr>
          <p:cNvPr id="21" name="text-1710">
            <a:extLst xmlns:a="http://schemas.openxmlformats.org/drawingml/2006/main">
              <a:ext uri="{FF2B5EF4-FFF2-40B4-BE49-F238E27FC236}">
                <a16:creationId xmlns:a16="http://schemas.microsoft.com/office/drawing/2014/main" id="{DEEDF979-A325-4D63-9CE9-7E5D81AD54E1}"/>
              </a:ext>
            </a:extLst>
          </p:cNvPr>
          <p:cNvSpPr>
            <a:spLocks xmlns:a="http://schemas.openxmlformats.org/drawingml/2006/main" noGrp="1"/>
          </p:cNvSpPr>
          <p:nvPr/>
        </p:nvSpPr>
        <p:spPr>
          <a:xfrm xmlns:a="http://schemas.openxmlformats.org/drawingml/2006/main">
            <a:off x="1562100" y="47720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誤りへ根拠IDを付ける</a:t>
            </a:r>
          </a:p>
        </p:txBody>
      </p:sp>
      <p:sp>
        <p:nvSpPr>
          <p:cNvPr id="22" name="box-1711">
            <a:extLst xmlns:a="http://schemas.openxmlformats.org/drawingml/2006/main">
              <a:ext uri="{FF2B5EF4-FFF2-40B4-BE49-F238E27FC236}">
                <a16:creationId xmlns:a16="http://schemas.microsoft.com/office/drawing/2014/main" id="{EF139218-E2E0-48DC-A0BD-7E7AFCF42148}"/>
              </a:ext>
            </a:extLst>
          </p:cNvPr>
          <p:cNvSpPr>
            <a:spLocks xmlns:a="http://schemas.openxmlformats.org/drawingml/2006/main" noGrp="1"/>
          </p:cNvSpPr>
          <p:nvPr/>
        </p:nvSpPr>
        <p:spPr>
          <a:xfrm xmlns:a="http://schemas.openxmlformats.org/drawingml/2006/main">
            <a:off x="8620125" y="1428750"/>
            <a:ext cx="2981325" cy="2133600"/>
          </a:xfrm>
          <a:prstGeom xmlns:a="http://schemas.openxmlformats.org/drawingml/2006/main" prst="roundRect">
            <a:avLst>
              <a:gd name="adj" fmla="val 5357"/>
            </a:avLst>
          </a:prstGeom>
          <a:solidFill xmlns:a="http://schemas.openxmlformats.org/drawingml/2006/main">
            <a:srgbClr val="E7F5F3"/>
          </a:solidFill>
          <a:ln xmlns:a="http://schemas.openxmlformats.org/drawingml/2006/main" w="0">
            <a:noFill/>
            <a:prstDash val="solid"/>
          </a:ln>
        </p:spPr>
      </p:sp>
      <p:sp>
        <p:nvSpPr>
          <p:cNvPr id="23" name="text-1712">
            <a:extLst xmlns:a="http://schemas.openxmlformats.org/drawingml/2006/main">
              <a:ext uri="{FF2B5EF4-FFF2-40B4-BE49-F238E27FC236}">
                <a16:creationId xmlns:a16="http://schemas.microsoft.com/office/drawing/2014/main" id="{ED67D5C6-0A1B-45A8-A864-2A3E354A6C6E}"/>
              </a:ext>
            </a:extLst>
          </p:cNvPr>
          <p:cNvSpPr>
            <a:spLocks xmlns:a="http://schemas.openxmlformats.org/drawingml/2006/main" noGrp="1"/>
          </p:cNvSpPr>
          <p:nvPr/>
        </p:nvSpPr>
        <p:spPr>
          <a:xfrm xmlns:a="http://schemas.openxmlformats.org/drawingml/2006/main">
            <a:off x="8886825" y="1695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0B6F6B"/>
                </a:solidFill>
                <a:latin typeface="Hiragino Sans"/>
                <a:ea typeface="Hiragino Sans"/>
                <a:cs typeface="Hiragino Sans"/>
              </a:defRPr>
            </a:pPr>
            <a:r>
              <a:rPr sz="1050" b="1">
                <a:solidFill>
                  <a:srgbClr val="0B6F6B"/>
                </a:solidFill>
                <a:latin typeface="Hiragino Sans"/>
                <a:ea typeface="Hiragino Sans"/>
                <a:cs typeface="Hiragino Sans"/>
              </a:rPr>
              <a:t>提出物</a:t>
            </a:r>
          </a:p>
        </p:txBody>
      </p:sp>
      <p:sp>
        <p:nvSpPr>
          <p:cNvPr id="24" name="text-1713">
            <a:extLst xmlns:a="http://schemas.openxmlformats.org/drawingml/2006/main">
              <a:ext uri="{FF2B5EF4-FFF2-40B4-BE49-F238E27FC236}">
                <a16:creationId xmlns:a16="http://schemas.microsoft.com/office/drawing/2014/main" id="{E00327C0-94AA-4827-A47B-FD2171ACE138}"/>
              </a:ext>
            </a:extLst>
          </p:cNvPr>
          <p:cNvSpPr>
            <a:spLocks xmlns:a="http://schemas.openxmlformats.org/drawingml/2006/main" noGrp="1"/>
          </p:cNvSpPr>
          <p:nvPr/>
        </p:nvSpPr>
        <p:spPr>
          <a:xfrm xmlns:a="http://schemas.openxmlformats.org/drawingml/2006/main">
            <a:off x="8886825" y="21336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4364F"/>
                </a:solidFill>
                <a:latin typeface="Hiragino Sans"/>
                <a:ea typeface="Hiragino Sans"/>
                <a:cs typeface="Hiragino Sans"/>
              </a:defRPr>
            </a:pPr>
            <a:r>
              <a:rPr sz="2025" b="1">
                <a:solidFill>
                  <a:srgbClr val="14364F"/>
                </a:solidFill>
                <a:latin typeface="Hiragino Sans"/>
                <a:ea typeface="Hiragino Sans"/>
                <a:cs typeface="Hiragino Sans"/>
              </a:rPr>
              <a:t>WS06</a:t>
            </a:r>
          </a:p>
        </p:txBody>
      </p:sp>
      <p:sp>
        <p:nvSpPr>
          <p:cNvPr id="25" name="box-1714">
            <a:extLst xmlns:a="http://schemas.openxmlformats.org/drawingml/2006/main">
              <a:ext uri="{FF2B5EF4-FFF2-40B4-BE49-F238E27FC236}">
                <a16:creationId xmlns:a16="http://schemas.microsoft.com/office/drawing/2014/main" id="{38FE9E5C-3BC7-4AAD-B098-23E04B178B25}"/>
              </a:ext>
            </a:extLst>
          </p:cNvPr>
          <p:cNvSpPr>
            <a:spLocks xmlns:a="http://schemas.openxmlformats.org/drawingml/2006/main" noGrp="1"/>
          </p:cNvSpPr>
          <p:nvPr/>
        </p:nvSpPr>
        <p:spPr>
          <a:xfrm xmlns:a="http://schemas.openxmlformats.org/drawingml/2006/main">
            <a:off x="8620125" y="3771900"/>
            <a:ext cx="2981325" cy="2228850"/>
          </a:xfrm>
          <a:prstGeom xmlns:a="http://schemas.openxmlformats.org/drawingml/2006/main" prst="roundRect">
            <a:avLst>
              <a:gd name="adj" fmla="val 5128"/>
            </a:avLst>
          </a:prstGeom>
          <a:solidFill xmlns:a="http://schemas.openxmlformats.org/drawingml/2006/main">
            <a:srgbClr val="FFF4D6"/>
          </a:solidFill>
          <a:ln xmlns:a="http://schemas.openxmlformats.org/drawingml/2006/main" w="0">
            <a:noFill/>
            <a:prstDash val="solid"/>
          </a:ln>
        </p:spPr>
      </p:sp>
      <p:sp>
        <p:nvSpPr>
          <p:cNvPr id="26" name="text-1715">
            <a:extLst xmlns:a="http://schemas.openxmlformats.org/drawingml/2006/main">
              <a:ext uri="{FF2B5EF4-FFF2-40B4-BE49-F238E27FC236}">
                <a16:creationId xmlns:a16="http://schemas.microsoft.com/office/drawing/2014/main" id="{8E8FF653-5217-44D9-BBF0-6B7144A5A178}"/>
              </a:ext>
            </a:extLst>
          </p:cNvPr>
          <p:cNvSpPr>
            <a:spLocks xmlns:a="http://schemas.openxmlformats.org/drawingml/2006/main" noGrp="1"/>
          </p:cNvSpPr>
          <p:nvPr/>
        </p:nvSpPr>
        <p:spPr>
          <a:xfrm xmlns:a="http://schemas.openxmlformats.org/drawingml/2006/main">
            <a:off x="8886825"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セルフチェック</a:t>
            </a:r>
          </a:p>
        </p:txBody>
      </p:sp>
      <p:sp>
        <p:nvSpPr>
          <p:cNvPr id="27" name="text-1716">
            <a:extLst xmlns:a="http://schemas.openxmlformats.org/drawingml/2006/main">
              <a:ext uri="{FF2B5EF4-FFF2-40B4-BE49-F238E27FC236}">
                <a16:creationId xmlns:a16="http://schemas.microsoft.com/office/drawing/2014/main" id="{84A5B597-62D4-47D1-B3C9-8991BE4DEE85}"/>
              </a:ext>
            </a:extLst>
          </p:cNvPr>
          <p:cNvSpPr>
            <a:spLocks xmlns:a="http://schemas.openxmlformats.org/drawingml/2006/main" noGrp="1"/>
          </p:cNvSpPr>
          <p:nvPr/>
        </p:nvSpPr>
        <p:spPr>
          <a:xfrm xmlns:a="http://schemas.openxmlformats.org/drawingml/2006/main">
            <a:off x="8886825" y="45529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 b="1">
                <a:solidFill>
                  <a:srgbClr val="14364F"/>
                </a:solidFill>
                <a:latin typeface="Hiragino Sans"/>
                <a:ea typeface="Hiragino Sans"/>
                <a:cs typeface="Hiragino Sans"/>
              </a:defRPr>
            </a:pPr>
            <a:r>
              <a:rPr sz="1425" b="1">
                <a:solidFill>
                  <a:srgbClr val="14364F"/>
                </a:solidFill>
                <a:latin typeface="Hiragino Sans"/>
                <a:ea typeface="Hiragino Sans"/>
                <a:cs typeface="Hiragino Sans"/>
              </a:rPr>
              <a:t>AI利用不可の場合は教材の生出力を使用</a:t>
            </a:r>
          </a:p>
        </p:txBody>
      </p:sp>
    </p:spTree>
    <p:extLst>
      <p:ext uri="{BB962C8B-B14F-4D97-AF65-F5344CB8AC3E}">
        <p14:creationId xmlns:p14="http://schemas.microsoft.com/office/powerpoint/2010/main" val="1809944272"/>
      </p:ext>
    </p:extLst>
  </p:cSld>
</p:sld>
</file>

<file path=ppt/slides/slide61.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717">
            <a:extLst xmlns:a="http://schemas.openxmlformats.org/drawingml/2006/main">
              <a:ext uri="{FF2B5EF4-FFF2-40B4-BE49-F238E27FC236}">
                <a16:creationId xmlns:a16="http://schemas.microsoft.com/office/drawing/2014/main" id="{A3B10205-DAD0-4D99-AF10-0E290156B3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718">
            <a:extLst xmlns:a="http://schemas.openxmlformats.org/drawingml/2006/main">
              <a:ext uri="{FF2B5EF4-FFF2-40B4-BE49-F238E27FC236}">
                <a16:creationId xmlns:a16="http://schemas.microsoft.com/office/drawing/2014/main" id="{2FB70663-1729-4B14-B059-A310D6014C29}"/>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8  /  選択式演習</a:t>
            </a:r>
          </a:p>
        </p:txBody>
      </p:sp>
      <p:sp>
        <p:nvSpPr>
          <p:cNvPr id="3" name="text-1719">
            <a:extLst xmlns:a="http://schemas.openxmlformats.org/drawingml/2006/main">
              <a:ext uri="{FF2B5EF4-FFF2-40B4-BE49-F238E27FC236}">
                <a16:creationId xmlns:a16="http://schemas.microsoft.com/office/drawing/2014/main" id="{4481B460-B6E5-4DC0-8A21-67B271F5303E}"/>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演習4｜未確認を質問へ変え、完成版を作ります</a:t>
            </a:r>
          </a:p>
        </p:txBody>
      </p:sp>
      <p:sp>
        <p:nvSpPr>
          <p:cNvPr id="4" name="box-1720">
            <a:extLst xmlns:a="http://schemas.openxmlformats.org/drawingml/2006/main">
              <a:ext uri="{FF2B5EF4-FFF2-40B4-BE49-F238E27FC236}">
                <a16:creationId xmlns:a16="http://schemas.microsoft.com/office/drawing/2014/main" id="{FA55A0B2-B385-4A2F-82CF-34857AFCEB9E}"/>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721">
            <a:extLst xmlns:a="http://schemas.openxmlformats.org/drawingml/2006/main">
              <a:ext uri="{FF2B5EF4-FFF2-40B4-BE49-F238E27FC236}">
                <a16:creationId xmlns:a16="http://schemas.microsoft.com/office/drawing/2014/main" id="{C32528E9-802A-4E7B-A8DC-CF90CD1D4616}"/>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722">
            <a:extLst xmlns:a="http://schemas.openxmlformats.org/drawingml/2006/main">
              <a:ext uri="{FF2B5EF4-FFF2-40B4-BE49-F238E27FC236}">
                <a16:creationId xmlns:a16="http://schemas.microsoft.com/office/drawing/2014/main" id="{B3F9C139-266F-4C23-BEEE-EBDFC340B904}"/>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要点｜確認先・質問・次のアクションまで書いて記録を閉じる</a:t>
            </a:r>
          </a:p>
        </p:txBody>
      </p:sp>
      <p:sp>
        <p:nvSpPr>
          <p:cNvPr id="7" name="text-1723">
            <a:extLst xmlns:a="http://schemas.openxmlformats.org/drawingml/2006/main">
              <a:ext uri="{FF2B5EF4-FFF2-40B4-BE49-F238E27FC236}">
                <a16:creationId xmlns:a16="http://schemas.microsoft.com/office/drawing/2014/main" id="{0ACA6374-756C-444E-88AE-7241EA54CA67}"/>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61</a:t>
            </a:r>
          </a:p>
        </p:txBody>
      </p:sp>
      <p:sp>
        <p:nvSpPr>
          <p:cNvPr id="8" name="box-1724">
            <a:extLst xmlns:a="http://schemas.openxmlformats.org/drawingml/2006/main">
              <a:ext uri="{FF2B5EF4-FFF2-40B4-BE49-F238E27FC236}">
                <a16:creationId xmlns:a16="http://schemas.microsoft.com/office/drawing/2014/main" id="{60FF4612-A808-45A0-9B58-794F48FC707D}"/>
              </a:ext>
            </a:extLst>
          </p:cNvPr>
          <p:cNvSpPr>
            <a:spLocks xmlns:a="http://schemas.openxmlformats.org/drawingml/2006/main" noGrp="1"/>
          </p:cNvSpPr>
          <p:nvPr/>
        </p:nvSpPr>
        <p:spPr>
          <a:xfrm xmlns:a="http://schemas.openxmlformats.org/drawingml/2006/main">
            <a:off x="552450" y="1428750"/>
            <a:ext cx="7858125" cy="4572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D6E1E8"/>
            </a:solidFill>
            <a:prstDash val="solid"/>
          </a:ln>
        </p:spPr>
      </p:sp>
      <p:sp>
        <p:nvSpPr>
          <p:cNvPr id="9" name="text-1725">
            <a:extLst xmlns:a="http://schemas.openxmlformats.org/drawingml/2006/main">
              <a:ext uri="{FF2B5EF4-FFF2-40B4-BE49-F238E27FC236}">
                <a16:creationId xmlns:a16="http://schemas.microsoft.com/office/drawing/2014/main" id="{38C36621-8654-4C5D-B4DC-947D149AE3F3}"/>
              </a:ext>
            </a:extLst>
          </p:cNvPr>
          <p:cNvSpPr>
            <a:spLocks xmlns:a="http://schemas.openxmlformats.org/drawingml/2006/main" noGrp="1"/>
          </p:cNvSpPr>
          <p:nvPr/>
        </p:nvSpPr>
        <p:spPr>
          <a:xfrm xmlns:a="http://schemas.openxmlformats.org/drawingml/2006/main">
            <a:off x="800100" y="1657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125" b="1">
                <a:solidFill>
                  <a:srgbClr val="0B6F6B"/>
                </a:solidFill>
                <a:latin typeface="Hiragino Sans"/>
                <a:ea typeface="Hiragino Sans"/>
                <a:cs typeface="Hiragino Sans"/>
              </a:defRPr>
            </a:pPr>
            <a:r>
              <a:rPr sz="1125" b="1">
                <a:solidFill>
                  <a:srgbClr val="0B6F6B"/>
                </a:solidFill>
                <a:latin typeface="Hiragino Sans"/>
                <a:ea typeface="Hiragino Sans"/>
                <a:cs typeface="Hiragino Sans"/>
              </a:rPr>
              <a:t>進め方</a:t>
            </a:r>
          </a:p>
        </p:txBody>
      </p:sp>
      <p:sp>
        <p:nvSpPr>
          <p:cNvPr id="10" name="box-1726">
            <a:extLst xmlns:a="http://schemas.openxmlformats.org/drawingml/2006/main">
              <a:ext uri="{FF2B5EF4-FFF2-40B4-BE49-F238E27FC236}">
                <a16:creationId xmlns:a16="http://schemas.microsoft.com/office/drawing/2014/main" id="{04FBC9BD-14B9-431C-956B-8CA2B3909C85}"/>
              </a:ext>
            </a:extLst>
          </p:cNvPr>
          <p:cNvSpPr>
            <a:spLocks xmlns:a="http://schemas.openxmlformats.org/drawingml/2006/main" noGrp="1"/>
          </p:cNvSpPr>
          <p:nvPr/>
        </p:nvSpPr>
        <p:spPr>
          <a:xfrm xmlns:a="http://schemas.openxmlformats.org/drawingml/2006/main">
            <a:off x="800100" y="21145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1" name="text-1727">
            <a:extLst xmlns:a="http://schemas.openxmlformats.org/drawingml/2006/main">
              <a:ext uri="{FF2B5EF4-FFF2-40B4-BE49-F238E27FC236}">
                <a16:creationId xmlns:a16="http://schemas.microsoft.com/office/drawing/2014/main" id="{2DA17758-AE61-44E1-90D3-629467B9F465}"/>
              </a:ext>
            </a:extLst>
          </p:cNvPr>
          <p:cNvSpPr>
            <a:spLocks xmlns:a="http://schemas.openxmlformats.org/drawingml/2006/main" noGrp="1"/>
          </p:cNvSpPr>
          <p:nvPr/>
        </p:nvSpPr>
        <p:spPr>
          <a:xfrm xmlns:a="http://schemas.openxmlformats.org/drawingml/2006/main">
            <a:off x="800100" y="22002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1</a:t>
            </a:r>
          </a:p>
        </p:txBody>
      </p:sp>
      <p:sp>
        <p:nvSpPr>
          <p:cNvPr id="12" name="text-1728">
            <a:extLst xmlns:a="http://schemas.openxmlformats.org/drawingml/2006/main">
              <a:ext uri="{FF2B5EF4-FFF2-40B4-BE49-F238E27FC236}">
                <a16:creationId xmlns:a16="http://schemas.microsoft.com/office/drawing/2014/main" id="{2E3DBF62-75D2-4B49-94D3-18397459B2C5}"/>
              </a:ext>
            </a:extLst>
          </p:cNvPr>
          <p:cNvSpPr>
            <a:spLocks xmlns:a="http://schemas.openxmlformats.org/drawingml/2006/main" noGrp="1"/>
          </p:cNvSpPr>
          <p:nvPr/>
        </p:nvSpPr>
        <p:spPr>
          <a:xfrm xmlns:a="http://schemas.openxmlformats.org/drawingml/2006/main">
            <a:off x="1562100" y="20859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未確認を一文の質問へ</a:t>
            </a:r>
          </a:p>
        </p:txBody>
      </p:sp>
      <p:sp>
        <p:nvSpPr>
          <p:cNvPr id="13" name="box-1729">
            <a:extLst xmlns:a="http://schemas.openxmlformats.org/drawingml/2006/main">
              <a:ext uri="{FF2B5EF4-FFF2-40B4-BE49-F238E27FC236}">
                <a16:creationId xmlns:a16="http://schemas.microsoft.com/office/drawing/2014/main" id="{614832FA-406D-4BC2-A301-3B27F46CD99B}"/>
              </a:ext>
            </a:extLst>
          </p:cNvPr>
          <p:cNvSpPr>
            <a:spLocks xmlns:a="http://schemas.openxmlformats.org/drawingml/2006/main" noGrp="1"/>
          </p:cNvSpPr>
          <p:nvPr/>
        </p:nvSpPr>
        <p:spPr>
          <a:xfrm xmlns:a="http://schemas.openxmlformats.org/drawingml/2006/main">
            <a:off x="800100" y="300990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730">
            <a:extLst xmlns:a="http://schemas.openxmlformats.org/drawingml/2006/main">
              <a:ext uri="{FF2B5EF4-FFF2-40B4-BE49-F238E27FC236}">
                <a16:creationId xmlns:a16="http://schemas.microsoft.com/office/drawing/2014/main" id="{7BDD5F0D-E481-43E2-B72F-4EE4AE1FFF42}"/>
              </a:ext>
            </a:extLst>
          </p:cNvPr>
          <p:cNvSpPr>
            <a:spLocks xmlns:a="http://schemas.openxmlformats.org/drawingml/2006/main" noGrp="1"/>
          </p:cNvSpPr>
          <p:nvPr/>
        </p:nvSpPr>
        <p:spPr>
          <a:xfrm xmlns:a="http://schemas.openxmlformats.org/drawingml/2006/main">
            <a:off x="800100" y="30956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2</a:t>
            </a:r>
          </a:p>
        </p:txBody>
      </p:sp>
      <p:sp>
        <p:nvSpPr>
          <p:cNvPr id="15" name="text-1731">
            <a:extLst xmlns:a="http://schemas.openxmlformats.org/drawingml/2006/main">
              <a:ext uri="{FF2B5EF4-FFF2-40B4-BE49-F238E27FC236}">
                <a16:creationId xmlns:a16="http://schemas.microsoft.com/office/drawing/2014/main" id="{DCCC7F17-8943-43EB-A995-EE9C48710193}"/>
              </a:ext>
            </a:extLst>
          </p:cNvPr>
          <p:cNvSpPr>
            <a:spLocks xmlns:a="http://schemas.openxmlformats.org/drawingml/2006/main" noGrp="1"/>
          </p:cNvSpPr>
          <p:nvPr/>
        </p:nvSpPr>
        <p:spPr>
          <a:xfrm xmlns:a="http://schemas.openxmlformats.org/drawingml/2006/main">
            <a:off x="1562100" y="29813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担当・期限を未確認のまま表示</a:t>
            </a:r>
          </a:p>
        </p:txBody>
      </p:sp>
      <p:sp>
        <p:nvSpPr>
          <p:cNvPr id="16" name="box-1732">
            <a:extLst xmlns:a="http://schemas.openxmlformats.org/drawingml/2006/main">
              <a:ext uri="{FF2B5EF4-FFF2-40B4-BE49-F238E27FC236}">
                <a16:creationId xmlns:a16="http://schemas.microsoft.com/office/drawing/2014/main" id="{D6BAD24E-5113-45B6-ADD7-724FC2578A66}"/>
              </a:ext>
            </a:extLst>
          </p:cNvPr>
          <p:cNvSpPr>
            <a:spLocks xmlns:a="http://schemas.openxmlformats.org/drawingml/2006/main" noGrp="1"/>
          </p:cNvSpPr>
          <p:nvPr/>
        </p:nvSpPr>
        <p:spPr>
          <a:xfrm xmlns:a="http://schemas.openxmlformats.org/drawingml/2006/main">
            <a:off x="800100" y="3905250"/>
            <a:ext cx="533400" cy="53340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7" name="text-1733">
            <a:extLst xmlns:a="http://schemas.openxmlformats.org/drawingml/2006/main">
              <a:ext uri="{FF2B5EF4-FFF2-40B4-BE49-F238E27FC236}">
                <a16:creationId xmlns:a16="http://schemas.microsoft.com/office/drawing/2014/main" id="{E6816A6D-C28B-4276-A8F2-34836B78572C}"/>
              </a:ext>
            </a:extLst>
          </p:cNvPr>
          <p:cNvSpPr>
            <a:spLocks xmlns:a="http://schemas.openxmlformats.org/drawingml/2006/main" noGrp="1"/>
          </p:cNvSpPr>
          <p:nvPr/>
        </p:nvSpPr>
        <p:spPr>
          <a:xfrm xmlns:a="http://schemas.openxmlformats.org/drawingml/2006/main">
            <a:off x="800100" y="399097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3</a:t>
            </a:r>
          </a:p>
        </p:txBody>
      </p:sp>
      <p:sp>
        <p:nvSpPr>
          <p:cNvPr id="18" name="text-1734">
            <a:extLst xmlns:a="http://schemas.openxmlformats.org/drawingml/2006/main">
              <a:ext uri="{FF2B5EF4-FFF2-40B4-BE49-F238E27FC236}">
                <a16:creationId xmlns:a16="http://schemas.microsoft.com/office/drawing/2014/main" id="{92742958-86C5-4D09-8952-3E36506C9CF8}"/>
              </a:ext>
            </a:extLst>
          </p:cNvPr>
          <p:cNvSpPr>
            <a:spLocks xmlns:a="http://schemas.openxmlformats.org/drawingml/2006/main" noGrp="1"/>
          </p:cNvSpPr>
          <p:nvPr/>
        </p:nvSpPr>
        <p:spPr>
          <a:xfrm xmlns:a="http://schemas.openxmlformats.org/drawingml/2006/main">
            <a:off x="1562100" y="387667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修正指示を作成</a:t>
            </a:r>
          </a:p>
        </p:txBody>
      </p:sp>
      <p:sp>
        <p:nvSpPr>
          <p:cNvPr id="19" name="box-1735">
            <a:extLst xmlns:a="http://schemas.openxmlformats.org/drawingml/2006/main">
              <a:ext uri="{FF2B5EF4-FFF2-40B4-BE49-F238E27FC236}">
                <a16:creationId xmlns:a16="http://schemas.microsoft.com/office/drawing/2014/main" id="{424C3548-C081-4C82-AB5C-DB2E61B583A6}"/>
              </a:ext>
            </a:extLst>
          </p:cNvPr>
          <p:cNvSpPr>
            <a:spLocks xmlns:a="http://schemas.openxmlformats.org/drawingml/2006/main" noGrp="1"/>
          </p:cNvSpPr>
          <p:nvPr/>
        </p:nvSpPr>
        <p:spPr>
          <a:xfrm xmlns:a="http://schemas.openxmlformats.org/drawingml/2006/main">
            <a:off x="800100" y="4800600"/>
            <a:ext cx="533400" cy="53340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0" name="text-1736">
            <a:extLst xmlns:a="http://schemas.openxmlformats.org/drawingml/2006/main">
              <a:ext uri="{FF2B5EF4-FFF2-40B4-BE49-F238E27FC236}">
                <a16:creationId xmlns:a16="http://schemas.microsoft.com/office/drawing/2014/main" id="{C350D4A7-765B-4B9F-9202-2BEC03DCAAE5}"/>
              </a:ext>
            </a:extLst>
          </p:cNvPr>
          <p:cNvSpPr>
            <a:spLocks xmlns:a="http://schemas.openxmlformats.org/drawingml/2006/main" noGrp="1"/>
          </p:cNvSpPr>
          <p:nvPr/>
        </p:nvSpPr>
        <p:spPr>
          <a:xfrm xmlns:a="http://schemas.openxmlformats.org/drawingml/2006/main">
            <a:off x="800100" y="4886325"/>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4</a:t>
            </a:r>
          </a:p>
        </p:txBody>
      </p:sp>
      <p:sp>
        <p:nvSpPr>
          <p:cNvPr id="21" name="text-1737">
            <a:extLst xmlns:a="http://schemas.openxmlformats.org/drawingml/2006/main">
              <a:ext uri="{FF2B5EF4-FFF2-40B4-BE49-F238E27FC236}">
                <a16:creationId xmlns:a16="http://schemas.microsoft.com/office/drawing/2014/main" id="{8A2612F0-5956-4F05-B3FE-03BE2FFBEDCF}"/>
              </a:ext>
            </a:extLst>
          </p:cNvPr>
          <p:cNvSpPr>
            <a:spLocks xmlns:a="http://schemas.openxmlformats.org/drawingml/2006/main" noGrp="1"/>
          </p:cNvSpPr>
          <p:nvPr/>
        </p:nvSpPr>
        <p:spPr>
          <a:xfrm xmlns:a="http://schemas.openxmlformats.org/drawingml/2006/main">
            <a:off x="1562100" y="47720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構造化記録を完成</a:t>
            </a:r>
          </a:p>
        </p:txBody>
      </p:sp>
      <p:sp>
        <p:nvSpPr>
          <p:cNvPr id="22" name="box-1738">
            <a:extLst xmlns:a="http://schemas.openxmlformats.org/drawingml/2006/main">
              <a:ext uri="{FF2B5EF4-FFF2-40B4-BE49-F238E27FC236}">
                <a16:creationId xmlns:a16="http://schemas.microsoft.com/office/drawing/2014/main" id="{1F9ADBD9-5527-4470-A116-752E434FE915}"/>
              </a:ext>
            </a:extLst>
          </p:cNvPr>
          <p:cNvSpPr>
            <a:spLocks xmlns:a="http://schemas.openxmlformats.org/drawingml/2006/main" noGrp="1"/>
          </p:cNvSpPr>
          <p:nvPr/>
        </p:nvSpPr>
        <p:spPr>
          <a:xfrm xmlns:a="http://schemas.openxmlformats.org/drawingml/2006/main">
            <a:off x="8620125" y="1428750"/>
            <a:ext cx="2981325" cy="2133600"/>
          </a:xfrm>
          <a:prstGeom xmlns:a="http://schemas.openxmlformats.org/drawingml/2006/main" prst="roundRect">
            <a:avLst>
              <a:gd name="adj" fmla="val 5357"/>
            </a:avLst>
          </a:prstGeom>
          <a:solidFill xmlns:a="http://schemas.openxmlformats.org/drawingml/2006/main">
            <a:srgbClr val="E7F5F3"/>
          </a:solidFill>
          <a:ln xmlns:a="http://schemas.openxmlformats.org/drawingml/2006/main" w="0">
            <a:noFill/>
            <a:prstDash val="solid"/>
          </a:ln>
        </p:spPr>
      </p:sp>
      <p:sp>
        <p:nvSpPr>
          <p:cNvPr id="23" name="text-1739">
            <a:extLst xmlns:a="http://schemas.openxmlformats.org/drawingml/2006/main">
              <a:ext uri="{FF2B5EF4-FFF2-40B4-BE49-F238E27FC236}">
                <a16:creationId xmlns:a16="http://schemas.microsoft.com/office/drawing/2014/main" id="{AD2B4ABB-F4FE-4BD4-ABBB-F960704CC405}"/>
              </a:ext>
            </a:extLst>
          </p:cNvPr>
          <p:cNvSpPr>
            <a:spLocks xmlns:a="http://schemas.openxmlformats.org/drawingml/2006/main" noGrp="1"/>
          </p:cNvSpPr>
          <p:nvPr/>
        </p:nvSpPr>
        <p:spPr>
          <a:xfrm xmlns:a="http://schemas.openxmlformats.org/drawingml/2006/main">
            <a:off x="8886825" y="1695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0B6F6B"/>
                </a:solidFill>
                <a:latin typeface="Hiragino Sans"/>
                <a:ea typeface="Hiragino Sans"/>
                <a:cs typeface="Hiragino Sans"/>
              </a:defRPr>
            </a:pPr>
            <a:r>
              <a:rPr sz="1050" b="1">
                <a:solidFill>
                  <a:srgbClr val="0B6F6B"/>
                </a:solidFill>
                <a:latin typeface="Hiragino Sans"/>
                <a:ea typeface="Hiragino Sans"/>
                <a:cs typeface="Hiragino Sans"/>
              </a:rPr>
              <a:t>提出物</a:t>
            </a:r>
          </a:p>
        </p:txBody>
      </p:sp>
      <p:sp>
        <p:nvSpPr>
          <p:cNvPr id="24" name="text-1740">
            <a:extLst xmlns:a="http://schemas.openxmlformats.org/drawingml/2006/main">
              <a:ext uri="{FF2B5EF4-FFF2-40B4-BE49-F238E27FC236}">
                <a16:creationId xmlns:a16="http://schemas.microsoft.com/office/drawing/2014/main" id="{3FE6B627-AAB3-4B41-9347-8B87377EA0B2}"/>
              </a:ext>
            </a:extLst>
          </p:cNvPr>
          <p:cNvSpPr>
            <a:spLocks xmlns:a="http://schemas.openxmlformats.org/drawingml/2006/main" noGrp="1"/>
          </p:cNvSpPr>
          <p:nvPr/>
        </p:nvSpPr>
        <p:spPr>
          <a:xfrm xmlns:a="http://schemas.openxmlformats.org/drawingml/2006/main">
            <a:off x="8886825" y="21336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4364F"/>
                </a:solidFill>
                <a:latin typeface="Hiragino Sans"/>
                <a:ea typeface="Hiragino Sans"/>
                <a:cs typeface="Hiragino Sans"/>
              </a:defRPr>
            </a:pPr>
            <a:r>
              <a:rPr sz="2025" b="1">
                <a:solidFill>
                  <a:srgbClr val="14364F"/>
                </a:solidFill>
                <a:latin typeface="Hiragino Sans"/>
                <a:ea typeface="Hiragino Sans"/>
                <a:cs typeface="Hiragino Sans"/>
              </a:rPr>
              <a:t>WS07・構造化記録</a:t>
            </a:r>
          </a:p>
        </p:txBody>
      </p:sp>
      <p:sp>
        <p:nvSpPr>
          <p:cNvPr id="25" name="box-1741">
            <a:extLst xmlns:a="http://schemas.openxmlformats.org/drawingml/2006/main">
              <a:ext uri="{FF2B5EF4-FFF2-40B4-BE49-F238E27FC236}">
                <a16:creationId xmlns:a16="http://schemas.microsoft.com/office/drawing/2014/main" id="{CC0323B7-3B5C-4A5C-B78F-293500B1F813}"/>
              </a:ext>
            </a:extLst>
          </p:cNvPr>
          <p:cNvSpPr>
            <a:spLocks xmlns:a="http://schemas.openxmlformats.org/drawingml/2006/main" noGrp="1"/>
          </p:cNvSpPr>
          <p:nvPr/>
        </p:nvSpPr>
        <p:spPr>
          <a:xfrm xmlns:a="http://schemas.openxmlformats.org/drawingml/2006/main">
            <a:off x="8620125" y="3771900"/>
            <a:ext cx="2981325" cy="2228850"/>
          </a:xfrm>
          <a:prstGeom xmlns:a="http://schemas.openxmlformats.org/drawingml/2006/main" prst="roundRect">
            <a:avLst>
              <a:gd name="adj" fmla="val 5128"/>
            </a:avLst>
          </a:prstGeom>
          <a:solidFill xmlns:a="http://schemas.openxmlformats.org/drawingml/2006/main">
            <a:srgbClr val="FFF4D6"/>
          </a:solidFill>
          <a:ln xmlns:a="http://schemas.openxmlformats.org/drawingml/2006/main" w="0">
            <a:noFill/>
            <a:prstDash val="solid"/>
          </a:ln>
        </p:spPr>
      </p:sp>
      <p:sp>
        <p:nvSpPr>
          <p:cNvPr id="26" name="text-1742">
            <a:extLst xmlns:a="http://schemas.openxmlformats.org/drawingml/2006/main">
              <a:ext uri="{FF2B5EF4-FFF2-40B4-BE49-F238E27FC236}">
                <a16:creationId xmlns:a16="http://schemas.microsoft.com/office/drawing/2014/main" id="{CD25946D-9A04-42ED-BC40-FDB8A72E1EDF}"/>
              </a:ext>
            </a:extLst>
          </p:cNvPr>
          <p:cNvSpPr>
            <a:spLocks xmlns:a="http://schemas.openxmlformats.org/drawingml/2006/main" noGrp="1"/>
          </p:cNvSpPr>
          <p:nvPr/>
        </p:nvSpPr>
        <p:spPr>
          <a:xfrm xmlns:a="http://schemas.openxmlformats.org/drawingml/2006/main">
            <a:off x="8886825"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セルフチェック</a:t>
            </a:r>
          </a:p>
        </p:txBody>
      </p:sp>
      <p:sp>
        <p:nvSpPr>
          <p:cNvPr id="27" name="text-1743">
            <a:extLst xmlns:a="http://schemas.openxmlformats.org/drawingml/2006/main">
              <a:ext uri="{FF2B5EF4-FFF2-40B4-BE49-F238E27FC236}">
                <a16:creationId xmlns:a16="http://schemas.microsoft.com/office/drawing/2014/main" id="{E4A4AE78-8DD2-43B7-AB16-69B5F5212A2E}"/>
              </a:ext>
            </a:extLst>
          </p:cNvPr>
          <p:cNvSpPr>
            <a:spLocks xmlns:a="http://schemas.openxmlformats.org/drawingml/2006/main" noGrp="1"/>
          </p:cNvSpPr>
          <p:nvPr/>
        </p:nvSpPr>
        <p:spPr>
          <a:xfrm xmlns:a="http://schemas.openxmlformats.org/drawingml/2006/main">
            <a:off x="8886825" y="4552950"/>
            <a:ext cx="238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 b="1">
                <a:solidFill>
                  <a:srgbClr val="14364F"/>
                </a:solidFill>
                <a:latin typeface="Hiragino Sans"/>
                <a:ea typeface="Hiragino Sans"/>
                <a:cs typeface="Hiragino Sans"/>
              </a:defRPr>
            </a:pPr>
            <a:r>
              <a:rPr sz="1425" b="1">
                <a:solidFill>
                  <a:srgbClr val="14364F"/>
                </a:solidFill>
                <a:latin typeface="Hiragino Sans"/>
                <a:ea typeface="Hiragino Sans"/>
                <a:cs typeface="Hiragino Sans"/>
              </a:rPr>
              <a:t>人の最終確認欄がある</a:t>
            </a:r>
          </a:p>
        </p:txBody>
      </p:sp>
    </p:spTree>
    <p:extLst>
      <p:ext uri="{BB962C8B-B14F-4D97-AF65-F5344CB8AC3E}">
        <p14:creationId xmlns:p14="http://schemas.microsoft.com/office/powerpoint/2010/main" val="1494874432"/>
      </p:ext>
    </p:extLst>
  </p:cSld>
</p:sld>
</file>

<file path=ppt/slides/slide62.xml><?xml version="1.0" encoding="utf-8"?>
<p:sld xmlns:p="http://schemas.openxmlformats.org/presentationml/2006/main">
  <p:cSld>
    <p:bg>
      <p:bgPr>
        <a:solidFill xmlns:a="http://schemas.openxmlformats.org/drawingml/2006/main">
          <a:srgbClr val="E7F5F3"/>
        </a:solidFill>
      </p:bgPr>
    </p:bg>
    <p:spTree>
      <p:nvGrpSpPr>
        <p:cNvPr id="1" name=""/>
        <p:cNvGrpSpPr/>
        <p:nvPr/>
      </p:nvGrpSpPr>
      <p:grpSpPr>
        <a:xfrm xmlns:a="http://schemas.openxmlformats.org/drawingml/2006/main"/>
      </p:grpSpPr>
      <p:sp>
        <p:nvSpPr>
          <p:cNvPr id="24" name="box-1744">
            <a:extLst xmlns:a="http://schemas.openxmlformats.org/drawingml/2006/main">
              <a:ext uri="{FF2B5EF4-FFF2-40B4-BE49-F238E27FC236}">
                <a16:creationId xmlns:a16="http://schemas.microsoft.com/office/drawing/2014/main" id="{55D3EFAC-18E6-4DEC-9BA0-7CE9B4D749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745">
            <a:extLst xmlns:a="http://schemas.openxmlformats.org/drawingml/2006/main">
              <a:ext uri="{FF2B5EF4-FFF2-40B4-BE49-F238E27FC236}">
                <a16:creationId xmlns:a16="http://schemas.microsoft.com/office/drawing/2014/main" id="{283CB77A-5D27-4959-990B-4E26A5A96CA4}"/>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9  /  確認問題と振り返り</a:t>
            </a:r>
          </a:p>
        </p:txBody>
      </p:sp>
      <p:sp>
        <p:nvSpPr>
          <p:cNvPr id="3" name="text-1746">
            <a:extLst xmlns:a="http://schemas.openxmlformats.org/drawingml/2006/main">
              <a:ext uri="{FF2B5EF4-FFF2-40B4-BE49-F238E27FC236}">
                <a16:creationId xmlns:a16="http://schemas.microsoft.com/office/drawing/2014/main" id="{AAB6A2C6-0DBF-4056-9CDB-6D647F939AB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Unit 9｜確認問題と振り返り</a:t>
            </a:r>
          </a:p>
        </p:txBody>
      </p:sp>
      <p:sp>
        <p:nvSpPr>
          <p:cNvPr id="4" name="box-1747">
            <a:extLst xmlns:a="http://schemas.openxmlformats.org/drawingml/2006/main">
              <a:ext uri="{FF2B5EF4-FFF2-40B4-BE49-F238E27FC236}">
                <a16:creationId xmlns:a16="http://schemas.microsoft.com/office/drawing/2014/main" id="{33DEE5A4-9C2C-49A0-9C94-11C2FFE1D467}"/>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748">
            <a:extLst xmlns:a="http://schemas.openxmlformats.org/drawingml/2006/main">
              <a:ext uri="{FF2B5EF4-FFF2-40B4-BE49-F238E27FC236}">
                <a16:creationId xmlns:a16="http://schemas.microsoft.com/office/drawing/2014/main" id="{CC4AACE8-5938-4C3F-ACE7-17CA60C07129}"/>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749">
            <a:extLst xmlns:a="http://schemas.openxmlformats.org/drawingml/2006/main">
              <a:ext uri="{FF2B5EF4-FFF2-40B4-BE49-F238E27FC236}">
                <a16:creationId xmlns:a16="http://schemas.microsoft.com/office/drawing/2014/main" id="{2EDB18F7-03D3-4524-873D-0BF9B6E7663C}"/>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要点｜判断の境界を確認し、明日の記録へ一つ適用する</a:t>
            </a:r>
          </a:p>
        </p:txBody>
      </p:sp>
      <p:sp>
        <p:nvSpPr>
          <p:cNvPr id="7" name="text-1750">
            <a:extLst xmlns:a="http://schemas.openxmlformats.org/drawingml/2006/main">
              <a:ext uri="{FF2B5EF4-FFF2-40B4-BE49-F238E27FC236}">
                <a16:creationId xmlns:a16="http://schemas.microsoft.com/office/drawing/2014/main" id="{4ECAE2D8-D37A-46CC-8CDB-AAB5B86FEB43}"/>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62</a:t>
            </a:r>
          </a:p>
        </p:txBody>
      </p:sp>
      <p:sp>
        <p:nvSpPr>
          <p:cNvPr id="8" name="text-1751">
            <a:extLst xmlns:a="http://schemas.openxmlformats.org/drawingml/2006/main">
              <a:ext uri="{FF2B5EF4-FFF2-40B4-BE49-F238E27FC236}">
                <a16:creationId xmlns:a16="http://schemas.microsoft.com/office/drawing/2014/main" id="{ECA68340-261D-440C-9AEA-CB2D8B5B7F88}"/>
              </a:ext>
            </a:extLst>
          </p:cNvPr>
          <p:cNvSpPr>
            <a:spLocks xmlns:a="http://schemas.openxmlformats.org/drawingml/2006/main" noGrp="1"/>
          </p:cNvSpPr>
          <p:nvPr/>
        </p:nvSpPr>
        <p:spPr>
          <a:xfrm xmlns:a="http://schemas.openxmlformats.org/drawingml/2006/main">
            <a:off x="666750" y="1524000"/>
            <a:ext cx="3143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4250" b="1">
                <a:solidFill>
                  <a:srgbClr val="D4EFEC"/>
                </a:solidFill>
                <a:latin typeface="Hiragino Sans"/>
                <a:ea typeface="Hiragino Sans"/>
                <a:cs typeface="Hiragino Sans"/>
              </a:defRPr>
            </a:pPr>
            <a:r>
              <a:rPr sz="14250" b="1">
                <a:solidFill>
                  <a:srgbClr val="D4EFEC"/>
                </a:solidFill>
                <a:latin typeface="Hiragino Sans"/>
                <a:ea typeface="Hiragino Sans"/>
                <a:cs typeface="Hiragino Sans"/>
              </a:rPr>
              <a:t>09</a:t>
            </a:r>
          </a:p>
        </p:txBody>
      </p:sp>
      <p:sp>
        <p:nvSpPr>
          <p:cNvPr id="9" name="text-1752">
            <a:extLst xmlns:a="http://schemas.openxmlformats.org/drawingml/2006/main">
              <a:ext uri="{FF2B5EF4-FFF2-40B4-BE49-F238E27FC236}">
                <a16:creationId xmlns:a16="http://schemas.microsoft.com/office/drawing/2014/main" id="{34CFF7E9-F9AA-47AC-B325-EC2415D9E181}"/>
              </a:ext>
            </a:extLst>
          </p:cNvPr>
          <p:cNvSpPr>
            <a:spLocks xmlns:a="http://schemas.openxmlformats.org/drawingml/2006/main" noGrp="1"/>
          </p:cNvSpPr>
          <p:nvPr/>
        </p:nvSpPr>
        <p:spPr>
          <a:xfrm xmlns:a="http://schemas.openxmlformats.org/drawingml/2006/main">
            <a:off x="876300" y="2362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ctr">
              <a:defRPr sz="1800" b="1">
                <a:solidFill>
                  <a:srgbClr val="0B6F6B"/>
                </a:solidFill>
                <a:latin typeface="Hiragino Sans"/>
                <a:ea typeface="Hiragino Sans"/>
                <a:cs typeface="Hiragino Sans"/>
              </a:defRPr>
            </a:pPr>
            <a:r>
              <a:rPr sz="1800" b="1">
                <a:solidFill>
                  <a:srgbClr val="0B6F6B"/>
                </a:solidFill>
                <a:latin typeface="Hiragino Sans"/>
                <a:ea typeface="Hiragino Sans"/>
                <a:cs typeface="Hiragino Sans"/>
              </a:rPr>
              <a:t>UNIT 9</a:t>
            </a:r>
          </a:p>
        </p:txBody>
      </p:sp>
      <p:sp>
        <p:nvSpPr>
          <p:cNvPr id="10" name="box-1753">
            <a:extLst xmlns:a="http://schemas.openxmlformats.org/drawingml/2006/main">
              <a:ext uri="{FF2B5EF4-FFF2-40B4-BE49-F238E27FC236}">
                <a16:creationId xmlns:a16="http://schemas.microsoft.com/office/drawing/2014/main" id="{E0C9CD8F-EB12-4535-A5E3-9799004ABCD4}"/>
              </a:ext>
            </a:extLst>
          </p:cNvPr>
          <p:cNvSpPr>
            <a:spLocks xmlns:a="http://schemas.openxmlformats.org/drawingml/2006/main" noGrp="1"/>
          </p:cNvSpPr>
          <p:nvPr/>
        </p:nvSpPr>
        <p:spPr>
          <a:xfrm xmlns:a="http://schemas.openxmlformats.org/drawingml/2006/main">
            <a:off x="4000500" y="1504950"/>
            <a:ext cx="76009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text-1754">
            <a:extLst xmlns:a="http://schemas.openxmlformats.org/drawingml/2006/main">
              <a:ext uri="{FF2B5EF4-FFF2-40B4-BE49-F238E27FC236}">
                <a16:creationId xmlns:a16="http://schemas.microsoft.com/office/drawing/2014/main" id="{80A81016-9ACF-4E05-A01C-0DEF55B2D8E8}"/>
              </a:ext>
            </a:extLst>
          </p:cNvPr>
          <p:cNvSpPr>
            <a:spLocks xmlns:a="http://schemas.openxmlformats.org/drawingml/2006/main" noGrp="1"/>
          </p:cNvSpPr>
          <p:nvPr/>
        </p:nvSpPr>
        <p:spPr>
          <a:xfrm xmlns:a="http://schemas.openxmlformats.org/drawingml/2006/main">
            <a:off x="4324350" y="179070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975" b="1">
                <a:solidFill>
                  <a:srgbClr val="0B6F6B"/>
                </a:solidFill>
                <a:latin typeface="Hiragino Sans"/>
                <a:ea typeface="Hiragino Sans"/>
                <a:cs typeface="Hiragino Sans"/>
              </a:defRPr>
            </a:pPr>
            <a:r>
              <a:rPr sz="975" b="1">
                <a:solidFill>
                  <a:srgbClr val="0B6F6B"/>
                </a:solidFill>
                <a:latin typeface="Hiragino Sans"/>
                <a:ea typeface="Hiragino Sans"/>
                <a:cs typeface="Hiragino Sans"/>
              </a:rPr>
              <a:t>このユニットの成果物</a:t>
            </a:r>
          </a:p>
        </p:txBody>
      </p:sp>
      <p:sp>
        <p:nvSpPr>
          <p:cNvPr id="12" name="text-1755">
            <a:extLst xmlns:a="http://schemas.openxmlformats.org/drawingml/2006/main">
              <a:ext uri="{FF2B5EF4-FFF2-40B4-BE49-F238E27FC236}">
                <a16:creationId xmlns:a16="http://schemas.microsoft.com/office/drawing/2014/main" id="{8FA5AE27-CD23-4794-9A18-1AA9C79F698B}"/>
              </a:ext>
            </a:extLst>
          </p:cNvPr>
          <p:cNvSpPr>
            <a:spLocks xmlns:a="http://schemas.openxmlformats.org/drawingml/2006/main" noGrp="1"/>
          </p:cNvSpPr>
          <p:nvPr/>
        </p:nvSpPr>
        <p:spPr>
          <a:xfrm xmlns:a="http://schemas.openxmlformats.org/drawingml/2006/main">
            <a:off x="4324350" y="2209800"/>
            <a:ext cx="676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175" b="1">
                <a:solidFill>
                  <a:srgbClr val="14364F"/>
                </a:solidFill>
                <a:latin typeface="Hiragino Sans"/>
                <a:ea typeface="Hiragino Sans"/>
                <a:cs typeface="Hiragino Sans"/>
              </a:defRPr>
            </a:pPr>
            <a:r>
              <a:rPr sz="2175" b="1">
                <a:solidFill>
                  <a:srgbClr val="14364F"/>
                </a:solidFill>
                <a:latin typeface="Hiragino Sans"/>
                <a:ea typeface="Hiragino Sans"/>
                <a:cs typeface="Hiragino Sans"/>
              </a:rPr>
              <a:t>10問の確認結果と実務適用メモ</a:t>
            </a:r>
          </a:p>
        </p:txBody>
      </p:sp>
      <p:sp>
        <p:nvSpPr>
          <p:cNvPr id="13" name="box-1756">
            <a:extLst xmlns:a="http://schemas.openxmlformats.org/drawingml/2006/main">
              <a:ext uri="{FF2B5EF4-FFF2-40B4-BE49-F238E27FC236}">
                <a16:creationId xmlns:a16="http://schemas.microsoft.com/office/drawing/2014/main" id="{A0D10338-5173-44F0-B540-413B4B863052}"/>
              </a:ext>
            </a:extLst>
          </p:cNvPr>
          <p:cNvSpPr>
            <a:spLocks xmlns:a="http://schemas.openxmlformats.org/drawingml/2006/main" noGrp="1"/>
          </p:cNvSpPr>
          <p:nvPr/>
        </p:nvSpPr>
        <p:spPr>
          <a:xfrm xmlns:a="http://schemas.openxmlformats.org/drawingml/2006/main">
            <a:off x="4324350" y="32004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4" name="box-1757">
            <a:extLst xmlns:a="http://schemas.openxmlformats.org/drawingml/2006/main">
              <a:ext uri="{FF2B5EF4-FFF2-40B4-BE49-F238E27FC236}">
                <a16:creationId xmlns:a16="http://schemas.microsoft.com/office/drawing/2014/main" id="{C8FDB383-17C1-4901-B9D5-F14F0A70A20D}"/>
              </a:ext>
            </a:extLst>
          </p:cNvPr>
          <p:cNvSpPr>
            <a:spLocks xmlns:a="http://schemas.openxmlformats.org/drawingml/2006/main" noGrp="1"/>
          </p:cNvSpPr>
          <p:nvPr/>
        </p:nvSpPr>
        <p:spPr>
          <a:xfrm xmlns:a="http://schemas.openxmlformats.org/drawingml/2006/main">
            <a:off x="4476750" y="33528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5" name="text-1758">
            <a:extLst xmlns:a="http://schemas.openxmlformats.org/drawingml/2006/main">
              <a:ext uri="{FF2B5EF4-FFF2-40B4-BE49-F238E27FC236}">
                <a16:creationId xmlns:a16="http://schemas.microsoft.com/office/drawing/2014/main" id="{7740FEF5-2698-46B4-8A2D-584B931DC935}"/>
              </a:ext>
            </a:extLst>
          </p:cNvPr>
          <p:cNvSpPr>
            <a:spLocks xmlns:a="http://schemas.openxmlformats.org/drawingml/2006/main" noGrp="1"/>
          </p:cNvSpPr>
          <p:nvPr/>
        </p:nvSpPr>
        <p:spPr>
          <a:xfrm xmlns:a="http://schemas.openxmlformats.org/drawingml/2006/main">
            <a:off x="4686300" y="32670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分類</a:t>
            </a:r>
          </a:p>
        </p:txBody>
      </p:sp>
      <p:sp>
        <p:nvSpPr>
          <p:cNvPr id="16" name="box-1759">
            <a:extLst xmlns:a="http://schemas.openxmlformats.org/drawingml/2006/main">
              <a:ext uri="{FF2B5EF4-FFF2-40B4-BE49-F238E27FC236}">
                <a16:creationId xmlns:a16="http://schemas.microsoft.com/office/drawing/2014/main" id="{F3F16569-B541-4CFF-9D9E-6F524998BE93}"/>
              </a:ext>
            </a:extLst>
          </p:cNvPr>
          <p:cNvSpPr>
            <a:spLocks xmlns:a="http://schemas.openxmlformats.org/drawingml/2006/main" noGrp="1"/>
          </p:cNvSpPr>
          <p:nvPr/>
        </p:nvSpPr>
        <p:spPr>
          <a:xfrm xmlns:a="http://schemas.openxmlformats.org/drawingml/2006/main">
            <a:off x="4324350" y="36576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17" name="box-1760">
            <a:extLst xmlns:a="http://schemas.openxmlformats.org/drawingml/2006/main">
              <a:ext uri="{FF2B5EF4-FFF2-40B4-BE49-F238E27FC236}">
                <a16:creationId xmlns:a16="http://schemas.microsoft.com/office/drawing/2014/main" id="{95B692F3-14C4-4093-82CD-A62C4BFB68DC}"/>
              </a:ext>
            </a:extLst>
          </p:cNvPr>
          <p:cNvSpPr>
            <a:spLocks xmlns:a="http://schemas.openxmlformats.org/drawingml/2006/main" noGrp="1"/>
          </p:cNvSpPr>
          <p:nvPr/>
        </p:nvSpPr>
        <p:spPr>
          <a:xfrm xmlns:a="http://schemas.openxmlformats.org/drawingml/2006/main">
            <a:off x="4476750" y="38100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18" name="text-1761">
            <a:extLst xmlns:a="http://schemas.openxmlformats.org/drawingml/2006/main">
              <a:ext uri="{FF2B5EF4-FFF2-40B4-BE49-F238E27FC236}">
                <a16:creationId xmlns:a16="http://schemas.microsoft.com/office/drawing/2014/main" id="{7062C6D5-8811-4CCF-A456-CD0E9802B66E}"/>
              </a:ext>
            </a:extLst>
          </p:cNvPr>
          <p:cNvSpPr>
            <a:spLocks xmlns:a="http://schemas.openxmlformats.org/drawingml/2006/main" noGrp="1"/>
          </p:cNvSpPr>
          <p:nvPr/>
        </p:nvSpPr>
        <p:spPr>
          <a:xfrm xmlns:a="http://schemas.openxmlformats.org/drawingml/2006/main">
            <a:off x="4686300" y="37242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照合</a:t>
            </a:r>
          </a:p>
        </p:txBody>
      </p:sp>
      <p:sp>
        <p:nvSpPr>
          <p:cNvPr id="19" name="box-1762">
            <a:extLst xmlns:a="http://schemas.openxmlformats.org/drawingml/2006/main">
              <a:ext uri="{FF2B5EF4-FFF2-40B4-BE49-F238E27FC236}">
                <a16:creationId xmlns:a16="http://schemas.microsoft.com/office/drawing/2014/main" id="{16014B3E-5D5D-4675-8E25-C1D1523B21F0}"/>
              </a:ext>
            </a:extLst>
          </p:cNvPr>
          <p:cNvSpPr>
            <a:spLocks xmlns:a="http://schemas.openxmlformats.org/drawingml/2006/main" noGrp="1"/>
          </p:cNvSpPr>
          <p:nvPr/>
        </p:nvSpPr>
        <p:spPr>
          <a:xfrm xmlns:a="http://schemas.openxmlformats.org/drawingml/2006/main">
            <a:off x="4324350" y="4114800"/>
            <a:ext cx="6762750" cy="400050"/>
          </a:xfrm>
          <a:prstGeom xmlns:a="http://schemas.openxmlformats.org/drawingml/2006/main" prst="roundRect">
            <a:avLst>
              <a:gd name="adj" fmla="val 19048"/>
            </a:avLst>
          </a:prstGeom>
          <a:solidFill xmlns:a="http://schemas.openxmlformats.org/drawingml/2006/main">
            <a:srgbClr val="F5F7F9"/>
          </a:solidFill>
          <a:ln xmlns:a="http://schemas.openxmlformats.org/drawingml/2006/main" w="0">
            <a:noFill/>
            <a:prstDash val="solid"/>
          </a:ln>
        </p:spPr>
      </p:sp>
      <p:sp>
        <p:nvSpPr>
          <p:cNvPr id="20" name="box-1763">
            <a:extLst xmlns:a="http://schemas.openxmlformats.org/drawingml/2006/main">
              <a:ext uri="{FF2B5EF4-FFF2-40B4-BE49-F238E27FC236}">
                <a16:creationId xmlns:a16="http://schemas.microsoft.com/office/drawing/2014/main" id="{AFB92787-0B5E-4ABC-9664-AED4F42946BF}"/>
              </a:ext>
            </a:extLst>
          </p:cNvPr>
          <p:cNvSpPr>
            <a:spLocks xmlns:a="http://schemas.openxmlformats.org/drawingml/2006/main" noGrp="1"/>
          </p:cNvSpPr>
          <p:nvPr/>
        </p:nvSpPr>
        <p:spPr>
          <a:xfrm xmlns:a="http://schemas.openxmlformats.org/drawingml/2006/main">
            <a:off x="4476750" y="4267200"/>
            <a:ext cx="95250" cy="952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1" name="text-1764">
            <a:extLst xmlns:a="http://schemas.openxmlformats.org/drawingml/2006/main">
              <a:ext uri="{FF2B5EF4-FFF2-40B4-BE49-F238E27FC236}">
                <a16:creationId xmlns:a16="http://schemas.microsoft.com/office/drawing/2014/main" id="{5C9377B6-519D-4A5F-9B52-7F18EB60B964}"/>
              </a:ext>
            </a:extLst>
          </p:cNvPr>
          <p:cNvSpPr>
            <a:spLocks xmlns:a="http://schemas.openxmlformats.org/drawingml/2006/main" noGrp="1"/>
          </p:cNvSpPr>
          <p:nvPr/>
        </p:nvSpPr>
        <p:spPr>
          <a:xfrm xmlns:a="http://schemas.openxmlformats.org/drawingml/2006/main">
            <a:off x="4686300" y="4181475"/>
            <a:ext cx="624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0">
                <a:solidFill>
                  <a:srgbClr val="203746"/>
                </a:solidFill>
                <a:latin typeface="Hiragino Sans"/>
                <a:ea typeface="Hiragino Sans"/>
                <a:cs typeface="Hiragino Sans"/>
              </a:defRPr>
            </a:pPr>
            <a:r>
              <a:rPr sz="1125" b="0">
                <a:solidFill>
                  <a:srgbClr val="203746"/>
                </a:solidFill>
                <a:latin typeface="Hiragino Sans"/>
                <a:ea typeface="Hiragino Sans"/>
                <a:cs typeface="Hiragino Sans"/>
              </a:rPr>
              <a:t>人の判断</a:t>
            </a:r>
          </a:p>
        </p:txBody>
      </p:sp>
      <p:sp>
        <p:nvSpPr>
          <p:cNvPr id="22" name="box-1765">
            <a:extLst xmlns:a="http://schemas.openxmlformats.org/drawingml/2006/main">
              <a:ext uri="{FF2B5EF4-FFF2-40B4-BE49-F238E27FC236}">
                <a16:creationId xmlns:a16="http://schemas.microsoft.com/office/drawing/2014/main" id="{CD1C433C-519C-46C5-BCC9-5C4E69A4646B}"/>
              </a:ext>
            </a:extLst>
          </p:cNvPr>
          <p:cNvSpPr>
            <a:spLocks xmlns:a="http://schemas.openxmlformats.org/drawingml/2006/main" noGrp="1"/>
          </p:cNvSpPr>
          <p:nvPr/>
        </p:nvSpPr>
        <p:spPr>
          <a:xfrm xmlns:a="http://schemas.openxmlformats.org/drawingml/2006/main">
            <a:off x="4000500" y="4591050"/>
            <a:ext cx="7600950" cy="1104900"/>
          </a:xfrm>
          <a:prstGeom xmlns:a="http://schemas.openxmlformats.org/drawingml/2006/main" prst="roundRect">
            <a:avLst>
              <a:gd name="adj" fmla="val 10345"/>
            </a:avLst>
          </a:prstGeom>
          <a:solidFill xmlns:a="http://schemas.openxmlformats.org/drawingml/2006/main">
            <a:srgbClr val="14364F"/>
          </a:solidFill>
          <a:ln xmlns:a="http://schemas.openxmlformats.org/drawingml/2006/main" w="0">
            <a:noFill/>
            <a:prstDash val="solid"/>
          </a:ln>
        </p:spPr>
      </p:sp>
      <p:sp>
        <p:nvSpPr>
          <p:cNvPr id="23" name="text-1766">
            <a:extLst xmlns:a="http://schemas.openxmlformats.org/drawingml/2006/main">
              <a:ext uri="{FF2B5EF4-FFF2-40B4-BE49-F238E27FC236}">
                <a16:creationId xmlns:a16="http://schemas.microsoft.com/office/drawing/2014/main" id="{E39DB3F8-6DB1-415C-931F-83C428F8768A}"/>
              </a:ext>
            </a:extLst>
          </p:cNvPr>
          <p:cNvSpPr>
            <a:spLocks xmlns:a="http://schemas.openxmlformats.org/drawingml/2006/main" noGrp="1"/>
          </p:cNvSpPr>
          <p:nvPr/>
        </p:nvSpPr>
        <p:spPr>
          <a:xfrm xmlns:a="http://schemas.openxmlformats.org/drawingml/2006/main">
            <a:off x="4324350" y="48196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650" b="1">
                <a:solidFill>
                  <a:srgbClr val="FFFFFF"/>
                </a:solidFill>
                <a:latin typeface="Hiragino Sans"/>
                <a:ea typeface="Hiragino Sans"/>
                <a:cs typeface="Hiragino Sans"/>
              </a:defRPr>
            </a:pPr>
            <a:r>
              <a:rPr sz="1650" b="1">
                <a:solidFill>
                  <a:srgbClr val="FFFFFF"/>
                </a:solidFill>
                <a:latin typeface="Hiragino Sans"/>
                <a:ea typeface="Hiragino Sans"/>
                <a:cs typeface="Hiragino Sans"/>
              </a:rPr>
              <a:t>判断の境界を確認し、明日の記録へ一つ適用する</a:t>
            </a:r>
          </a:p>
        </p:txBody>
      </p:sp>
    </p:spTree>
    <p:extLst>
      <p:ext uri="{BB962C8B-B14F-4D97-AF65-F5344CB8AC3E}">
        <p14:creationId xmlns:p14="http://schemas.microsoft.com/office/powerpoint/2010/main" val="1092850663"/>
      </p:ext>
    </p:extLst>
  </p:cSld>
</p:sld>
</file>

<file path=ppt/slides/slide63.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767">
            <a:extLst xmlns:a="http://schemas.openxmlformats.org/drawingml/2006/main">
              <a:ext uri="{FF2B5EF4-FFF2-40B4-BE49-F238E27FC236}">
                <a16:creationId xmlns:a16="http://schemas.microsoft.com/office/drawing/2014/main" id="{E24F7BB9-2BC1-4D03-B096-FB536AE8B5F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768">
            <a:extLst xmlns:a="http://schemas.openxmlformats.org/drawingml/2006/main">
              <a:ext uri="{FF2B5EF4-FFF2-40B4-BE49-F238E27FC236}">
                <a16:creationId xmlns:a16="http://schemas.microsoft.com/office/drawing/2014/main" id="{0B586E72-CC14-4330-921D-44160C168592}"/>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9  /  確認問題と振り返り</a:t>
            </a:r>
          </a:p>
        </p:txBody>
      </p:sp>
      <p:sp>
        <p:nvSpPr>
          <p:cNvPr id="3" name="text-1769">
            <a:extLst xmlns:a="http://schemas.openxmlformats.org/drawingml/2006/main">
              <a:ext uri="{FF2B5EF4-FFF2-40B4-BE49-F238E27FC236}">
                <a16:creationId xmlns:a16="http://schemas.microsoft.com/office/drawing/2014/main" id="{151FBD28-7BBB-4988-8B67-3110D199C797}"/>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確認問題1〜5｜情報の分類と入力準備</a:t>
            </a:r>
          </a:p>
        </p:txBody>
      </p:sp>
      <p:sp>
        <p:nvSpPr>
          <p:cNvPr id="4" name="box-1770">
            <a:extLst xmlns:a="http://schemas.openxmlformats.org/drawingml/2006/main">
              <a:ext uri="{FF2B5EF4-FFF2-40B4-BE49-F238E27FC236}">
                <a16:creationId xmlns:a16="http://schemas.microsoft.com/office/drawing/2014/main" id="{5C499CD4-9058-422D-BE76-6EA41B836258}"/>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771">
            <a:extLst xmlns:a="http://schemas.openxmlformats.org/drawingml/2006/main">
              <a:ext uri="{FF2B5EF4-FFF2-40B4-BE49-F238E27FC236}">
                <a16:creationId xmlns:a16="http://schemas.microsoft.com/office/drawing/2014/main" id="{89C2EAA5-662C-4B05-B91C-67B483E7DD4C}"/>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772">
            <a:extLst xmlns:a="http://schemas.openxmlformats.org/drawingml/2006/main">
              <a:ext uri="{FF2B5EF4-FFF2-40B4-BE49-F238E27FC236}">
                <a16:creationId xmlns:a16="http://schemas.microsoft.com/office/drawing/2014/main" id="{F8867F8A-ED51-450D-B2A0-092D6971A202}"/>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要点｜事実・解釈・未確認・入力可否を区別できるか</a:t>
            </a:r>
          </a:p>
        </p:txBody>
      </p:sp>
      <p:sp>
        <p:nvSpPr>
          <p:cNvPr id="7" name="text-1773">
            <a:extLst xmlns:a="http://schemas.openxmlformats.org/drawingml/2006/main">
              <a:ext uri="{FF2B5EF4-FFF2-40B4-BE49-F238E27FC236}">
                <a16:creationId xmlns:a16="http://schemas.microsoft.com/office/drawing/2014/main" id="{80FE068E-C35F-4101-BBCE-43D5127287C0}"/>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63</a:t>
            </a:r>
          </a:p>
        </p:txBody>
      </p:sp>
      <p:sp>
        <p:nvSpPr>
          <p:cNvPr id="8" name="box-1774">
            <a:extLst xmlns:a="http://schemas.openxmlformats.org/drawingml/2006/main">
              <a:ext uri="{FF2B5EF4-FFF2-40B4-BE49-F238E27FC236}">
                <a16:creationId xmlns:a16="http://schemas.microsoft.com/office/drawing/2014/main" id="{33F69889-FCEB-4390-8B27-13C3D23E087E}"/>
              </a:ext>
            </a:extLst>
          </p:cNvPr>
          <p:cNvSpPr>
            <a:spLocks xmlns:a="http://schemas.openxmlformats.org/drawingml/2006/main" noGrp="1"/>
          </p:cNvSpPr>
          <p:nvPr/>
        </p:nvSpPr>
        <p:spPr>
          <a:xfrm xmlns:a="http://schemas.openxmlformats.org/drawingml/2006/main">
            <a:off x="552450" y="15049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9" name="box-1775">
            <a:extLst xmlns:a="http://schemas.openxmlformats.org/drawingml/2006/main">
              <a:ext uri="{FF2B5EF4-FFF2-40B4-BE49-F238E27FC236}">
                <a16:creationId xmlns:a16="http://schemas.microsoft.com/office/drawing/2014/main" id="{25AFE0FC-A9B1-4738-94FC-D2953BE9BDA1}"/>
              </a:ext>
            </a:extLst>
          </p:cNvPr>
          <p:cNvSpPr>
            <a:spLocks xmlns:a="http://schemas.openxmlformats.org/drawingml/2006/main" noGrp="1"/>
          </p:cNvSpPr>
          <p:nvPr/>
        </p:nvSpPr>
        <p:spPr>
          <a:xfrm xmlns:a="http://schemas.openxmlformats.org/drawingml/2006/main">
            <a:off x="742950" y="16764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1776">
            <a:extLst xmlns:a="http://schemas.openxmlformats.org/drawingml/2006/main">
              <a:ext uri="{FF2B5EF4-FFF2-40B4-BE49-F238E27FC236}">
                <a16:creationId xmlns:a16="http://schemas.microsoft.com/office/drawing/2014/main" id="{6BBE92FB-CFEF-441F-B5E4-5A73E36ACB2F}"/>
              </a:ext>
            </a:extLst>
          </p:cNvPr>
          <p:cNvSpPr>
            <a:spLocks xmlns:a="http://schemas.openxmlformats.org/drawingml/2006/main" noGrp="1"/>
          </p:cNvSpPr>
          <p:nvPr/>
        </p:nvSpPr>
        <p:spPr>
          <a:xfrm xmlns:a="http://schemas.openxmlformats.org/drawingml/2006/main">
            <a:off x="742950" y="1762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1777">
            <a:extLst xmlns:a="http://schemas.openxmlformats.org/drawingml/2006/main">
              <a:ext uri="{FF2B5EF4-FFF2-40B4-BE49-F238E27FC236}">
                <a16:creationId xmlns:a16="http://schemas.microsoft.com/office/drawing/2014/main" id="{453E6809-2E28-4221-82A3-76D83A386D9C}"/>
              </a:ext>
            </a:extLst>
          </p:cNvPr>
          <p:cNvSpPr>
            <a:spLocks xmlns:a="http://schemas.openxmlformats.org/drawingml/2006/main" noGrp="1"/>
          </p:cNvSpPr>
          <p:nvPr/>
        </p:nvSpPr>
        <p:spPr>
          <a:xfrm xmlns:a="http://schemas.openxmlformats.org/drawingml/2006/main">
            <a:off x="1390650" y="16097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本人の明言がない『急いでいる』は何に分類するか</a:t>
            </a:r>
          </a:p>
        </p:txBody>
      </p:sp>
      <p:sp>
        <p:nvSpPr>
          <p:cNvPr id="12" name="box-1778">
            <a:extLst xmlns:a="http://schemas.openxmlformats.org/drawingml/2006/main">
              <a:ext uri="{FF2B5EF4-FFF2-40B4-BE49-F238E27FC236}">
                <a16:creationId xmlns:a16="http://schemas.microsoft.com/office/drawing/2014/main" id="{056AE777-EA6F-429D-974D-9059B8A24028}"/>
              </a:ext>
            </a:extLst>
          </p:cNvPr>
          <p:cNvSpPr>
            <a:spLocks xmlns:a="http://schemas.openxmlformats.org/drawingml/2006/main" noGrp="1"/>
          </p:cNvSpPr>
          <p:nvPr/>
        </p:nvSpPr>
        <p:spPr>
          <a:xfrm xmlns:a="http://schemas.openxmlformats.org/drawingml/2006/main">
            <a:off x="552450" y="2381250"/>
            <a:ext cx="11049000" cy="781050"/>
          </a:xfrm>
          <a:prstGeom xmlns:a="http://schemas.openxmlformats.org/drawingml/2006/main" prst="roundRect">
            <a:avLst>
              <a:gd name="adj" fmla="val 9756"/>
            </a:avLst>
          </a:prstGeom>
          <a:solidFill xmlns:a="http://schemas.openxmlformats.org/drawingml/2006/main">
            <a:srgbClr val="EEF4F8"/>
          </a:solidFill>
          <a:ln xmlns:a="http://schemas.openxmlformats.org/drawingml/2006/main" w="9525">
            <a:solidFill>
              <a:srgbClr val="D6E1E8"/>
            </a:solidFill>
            <a:prstDash val="solid"/>
          </a:ln>
        </p:spPr>
      </p:sp>
      <p:sp>
        <p:nvSpPr>
          <p:cNvPr id="13" name="box-1779">
            <a:extLst xmlns:a="http://schemas.openxmlformats.org/drawingml/2006/main">
              <a:ext uri="{FF2B5EF4-FFF2-40B4-BE49-F238E27FC236}">
                <a16:creationId xmlns:a16="http://schemas.microsoft.com/office/drawing/2014/main" id="{DAEF8480-38D6-4729-B655-591E8D91E030}"/>
              </a:ext>
            </a:extLst>
          </p:cNvPr>
          <p:cNvSpPr>
            <a:spLocks xmlns:a="http://schemas.openxmlformats.org/drawingml/2006/main" noGrp="1"/>
          </p:cNvSpPr>
          <p:nvPr/>
        </p:nvSpPr>
        <p:spPr>
          <a:xfrm xmlns:a="http://schemas.openxmlformats.org/drawingml/2006/main">
            <a:off x="742950" y="25527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780">
            <a:extLst xmlns:a="http://schemas.openxmlformats.org/drawingml/2006/main">
              <a:ext uri="{FF2B5EF4-FFF2-40B4-BE49-F238E27FC236}">
                <a16:creationId xmlns:a16="http://schemas.microsoft.com/office/drawing/2014/main" id="{7C3AFF43-7791-434A-844B-796D39F1DA92}"/>
              </a:ext>
            </a:extLst>
          </p:cNvPr>
          <p:cNvSpPr>
            <a:spLocks xmlns:a="http://schemas.openxmlformats.org/drawingml/2006/main" noGrp="1"/>
          </p:cNvSpPr>
          <p:nvPr/>
        </p:nvSpPr>
        <p:spPr>
          <a:xfrm xmlns:a="http://schemas.openxmlformats.org/drawingml/2006/main">
            <a:off x="742950" y="26384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5" name="text-1781">
            <a:extLst xmlns:a="http://schemas.openxmlformats.org/drawingml/2006/main">
              <a:ext uri="{FF2B5EF4-FFF2-40B4-BE49-F238E27FC236}">
                <a16:creationId xmlns:a16="http://schemas.microsoft.com/office/drawing/2014/main" id="{A4F7FC16-7B91-460A-9AC0-03C0381A4164}"/>
              </a:ext>
            </a:extLst>
          </p:cNvPr>
          <p:cNvSpPr>
            <a:spLocks xmlns:a="http://schemas.openxmlformats.org/drawingml/2006/main" noGrp="1"/>
          </p:cNvSpPr>
          <p:nvPr/>
        </p:nvSpPr>
        <p:spPr>
          <a:xfrm xmlns:a="http://schemas.openxmlformats.org/drawingml/2006/main">
            <a:off x="1390650" y="24860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資料間で期限が異なるとき、どう扱うか</a:t>
            </a:r>
          </a:p>
        </p:txBody>
      </p:sp>
      <p:sp>
        <p:nvSpPr>
          <p:cNvPr id="16" name="box-1782">
            <a:extLst xmlns:a="http://schemas.openxmlformats.org/drawingml/2006/main">
              <a:ext uri="{FF2B5EF4-FFF2-40B4-BE49-F238E27FC236}">
                <a16:creationId xmlns:a16="http://schemas.microsoft.com/office/drawing/2014/main" id="{ECC60330-FE62-42BD-9391-7F9444EE9990}"/>
              </a:ext>
            </a:extLst>
          </p:cNvPr>
          <p:cNvSpPr>
            <a:spLocks xmlns:a="http://schemas.openxmlformats.org/drawingml/2006/main" noGrp="1"/>
          </p:cNvSpPr>
          <p:nvPr/>
        </p:nvSpPr>
        <p:spPr>
          <a:xfrm xmlns:a="http://schemas.openxmlformats.org/drawingml/2006/main">
            <a:off x="552450" y="32575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17" name="box-1783">
            <a:extLst xmlns:a="http://schemas.openxmlformats.org/drawingml/2006/main">
              <a:ext uri="{FF2B5EF4-FFF2-40B4-BE49-F238E27FC236}">
                <a16:creationId xmlns:a16="http://schemas.microsoft.com/office/drawing/2014/main" id="{8E437858-59B7-4872-BFB4-7AD6B363C85F}"/>
              </a:ext>
            </a:extLst>
          </p:cNvPr>
          <p:cNvSpPr>
            <a:spLocks xmlns:a="http://schemas.openxmlformats.org/drawingml/2006/main" noGrp="1"/>
          </p:cNvSpPr>
          <p:nvPr/>
        </p:nvSpPr>
        <p:spPr>
          <a:xfrm xmlns:a="http://schemas.openxmlformats.org/drawingml/2006/main">
            <a:off x="742950" y="34290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8" name="text-1784">
            <a:extLst xmlns:a="http://schemas.openxmlformats.org/drawingml/2006/main">
              <a:ext uri="{FF2B5EF4-FFF2-40B4-BE49-F238E27FC236}">
                <a16:creationId xmlns:a16="http://schemas.microsoft.com/office/drawing/2014/main" id="{54F6F963-2AF6-40C3-B348-F655D12DCA71}"/>
              </a:ext>
            </a:extLst>
          </p:cNvPr>
          <p:cNvSpPr>
            <a:spLocks xmlns:a="http://schemas.openxmlformats.org/drawingml/2006/main" noGrp="1"/>
          </p:cNvSpPr>
          <p:nvPr/>
        </p:nvSpPr>
        <p:spPr>
          <a:xfrm xmlns:a="http://schemas.openxmlformats.org/drawingml/2006/main">
            <a:off x="742950" y="35147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19" name="text-1785">
            <a:extLst xmlns:a="http://schemas.openxmlformats.org/drawingml/2006/main">
              <a:ext uri="{FF2B5EF4-FFF2-40B4-BE49-F238E27FC236}">
                <a16:creationId xmlns:a16="http://schemas.microsoft.com/office/drawing/2014/main" id="{F6CD4E51-6D7A-49BB-BEF5-F2D09F304130}"/>
              </a:ext>
            </a:extLst>
          </p:cNvPr>
          <p:cNvSpPr>
            <a:spLocks xmlns:a="http://schemas.openxmlformats.org/drawingml/2006/main" noGrp="1"/>
          </p:cNvSpPr>
          <p:nvPr/>
        </p:nvSpPr>
        <p:spPr>
          <a:xfrm xmlns:a="http://schemas.openxmlformats.org/drawingml/2006/main">
            <a:off x="1390650" y="33623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AIへ入力する前に最初に確認することは何か</a:t>
            </a:r>
          </a:p>
        </p:txBody>
      </p:sp>
      <p:sp>
        <p:nvSpPr>
          <p:cNvPr id="20" name="box-1786">
            <a:extLst xmlns:a="http://schemas.openxmlformats.org/drawingml/2006/main">
              <a:ext uri="{FF2B5EF4-FFF2-40B4-BE49-F238E27FC236}">
                <a16:creationId xmlns:a16="http://schemas.microsoft.com/office/drawing/2014/main" id="{754155DD-A1C3-4281-AF23-A27236429BE6}"/>
              </a:ext>
            </a:extLst>
          </p:cNvPr>
          <p:cNvSpPr>
            <a:spLocks xmlns:a="http://schemas.openxmlformats.org/drawingml/2006/main" noGrp="1"/>
          </p:cNvSpPr>
          <p:nvPr/>
        </p:nvSpPr>
        <p:spPr>
          <a:xfrm xmlns:a="http://schemas.openxmlformats.org/drawingml/2006/main">
            <a:off x="552450" y="4133850"/>
            <a:ext cx="11049000" cy="781050"/>
          </a:xfrm>
          <a:prstGeom xmlns:a="http://schemas.openxmlformats.org/drawingml/2006/main" prst="roundRect">
            <a:avLst>
              <a:gd name="adj" fmla="val 9756"/>
            </a:avLst>
          </a:prstGeom>
          <a:solidFill xmlns:a="http://schemas.openxmlformats.org/drawingml/2006/main">
            <a:srgbClr val="EEF4F8"/>
          </a:solidFill>
          <a:ln xmlns:a="http://schemas.openxmlformats.org/drawingml/2006/main" w="9525">
            <a:solidFill>
              <a:srgbClr val="D6E1E8"/>
            </a:solidFill>
            <a:prstDash val="solid"/>
          </a:ln>
        </p:spPr>
      </p:sp>
      <p:sp>
        <p:nvSpPr>
          <p:cNvPr id="21" name="box-1787">
            <a:extLst xmlns:a="http://schemas.openxmlformats.org/drawingml/2006/main">
              <a:ext uri="{FF2B5EF4-FFF2-40B4-BE49-F238E27FC236}">
                <a16:creationId xmlns:a16="http://schemas.microsoft.com/office/drawing/2014/main" id="{920A7F06-9BCB-4276-8ACD-49725C107736}"/>
              </a:ext>
            </a:extLst>
          </p:cNvPr>
          <p:cNvSpPr>
            <a:spLocks xmlns:a="http://schemas.openxmlformats.org/drawingml/2006/main" noGrp="1"/>
          </p:cNvSpPr>
          <p:nvPr/>
        </p:nvSpPr>
        <p:spPr>
          <a:xfrm xmlns:a="http://schemas.openxmlformats.org/drawingml/2006/main">
            <a:off x="742950" y="43053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1788">
            <a:extLst xmlns:a="http://schemas.openxmlformats.org/drawingml/2006/main">
              <a:ext uri="{FF2B5EF4-FFF2-40B4-BE49-F238E27FC236}">
                <a16:creationId xmlns:a16="http://schemas.microsoft.com/office/drawing/2014/main" id="{239DB35A-385B-44AB-A8ED-0B8B2183CB87}"/>
              </a:ext>
            </a:extLst>
          </p:cNvPr>
          <p:cNvSpPr>
            <a:spLocks xmlns:a="http://schemas.openxmlformats.org/drawingml/2006/main" noGrp="1"/>
          </p:cNvSpPr>
          <p:nvPr/>
        </p:nvSpPr>
        <p:spPr>
          <a:xfrm xmlns:a="http://schemas.openxmlformats.org/drawingml/2006/main">
            <a:off x="742950" y="43910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3" name="text-1789">
            <a:extLst xmlns:a="http://schemas.openxmlformats.org/drawingml/2006/main">
              <a:ext uri="{FF2B5EF4-FFF2-40B4-BE49-F238E27FC236}">
                <a16:creationId xmlns:a16="http://schemas.microsoft.com/office/drawing/2014/main" id="{35910BFF-763C-410A-A45B-CE56BDECB397}"/>
              </a:ext>
            </a:extLst>
          </p:cNvPr>
          <p:cNvSpPr>
            <a:spLocks xmlns:a="http://schemas.openxmlformats.org/drawingml/2006/main" noGrp="1"/>
          </p:cNvSpPr>
          <p:nvPr/>
        </p:nvSpPr>
        <p:spPr>
          <a:xfrm xmlns:a="http://schemas.openxmlformats.org/drawingml/2006/main">
            <a:off x="1390650" y="42386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匿名化で残すべき情報はどれか</a:t>
            </a:r>
          </a:p>
        </p:txBody>
      </p:sp>
      <p:sp>
        <p:nvSpPr>
          <p:cNvPr id="24" name="box-1790">
            <a:extLst xmlns:a="http://schemas.openxmlformats.org/drawingml/2006/main">
              <a:ext uri="{FF2B5EF4-FFF2-40B4-BE49-F238E27FC236}">
                <a16:creationId xmlns:a16="http://schemas.microsoft.com/office/drawing/2014/main" id="{13539151-057D-4AF2-AC41-0E1EB0F9E3D2}"/>
              </a:ext>
            </a:extLst>
          </p:cNvPr>
          <p:cNvSpPr>
            <a:spLocks xmlns:a="http://schemas.openxmlformats.org/drawingml/2006/main" noGrp="1"/>
          </p:cNvSpPr>
          <p:nvPr/>
        </p:nvSpPr>
        <p:spPr>
          <a:xfrm xmlns:a="http://schemas.openxmlformats.org/drawingml/2006/main">
            <a:off x="552450" y="50101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25" name="box-1791">
            <a:extLst xmlns:a="http://schemas.openxmlformats.org/drawingml/2006/main">
              <a:ext uri="{FF2B5EF4-FFF2-40B4-BE49-F238E27FC236}">
                <a16:creationId xmlns:a16="http://schemas.microsoft.com/office/drawing/2014/main" id="{9A332255-EFC0-4384-80C6-97816D4A14A6}"/>
              </a:ext>
            </a:extLst>
          </p:cNvPr>
          <p:cNvSpPr>
            <a:spLocks xmlns:a="http://schemas.openxmlformats.org/drawingml/2006/main" noGrp="1"/>
          </p:cNvSpPr>
          <p:nvPr/>
        </p:nvSpPr>
        <p:spPr>
          <a:xfrm xmlns:a="http://schemas.openxmlformats.org/drawingml/2006/main">
            <a:off x="742950" y="51816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6" name="text-1792">
            <a:extLst xmlns:a="http://schemas.openxmlformats.org/drawingml/2006/main">
              <a:ext uri="{FF2B5EF4-FFF2-40B4-BE49-F238E27FC236}">
                <a16:creationId xmlns:a16="http://schemas.microsoft.com/office/drawing/2014/main" id="{1C45BF7C-27F1-4292-BB67-CB798C4ACFD5}"/>
              </a:ext>
            </a:extLst>
          </p:cNvPr>
          <p:cNvSpPr>
            <a:spLocks xmlns:a="http://schemas.openxmlformats.org/drawingml/2006/main" noGrp="1"/>
          </p:cNvSpPr>
          <p:nvPr/>
        </p:nvSpPr>
        <p:spPr>
          <a:xfrm xmlns:a="http://schemas.openxmlformats.org/drawingml/2006/main">
            <a:off x="742950" y="52673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5</a:t>
            </a:r>
          </a:p>
        </p:txBody>
      </p:sp>
      <p:sp>
        <p:nvSpPr>
          <p:cNvPr id="27" name="text-1793">
            <a:extLst xmlns:a="http://schemas.openxmlformats.org/drawingml/2006/main">
              <a:ext uri="{FF2B5EF4-FFF2-40B4-BE49-F238E27FC236}">
                <a16:creationId xmlns:a16="http://schemas.microsoft.com/office/drawing/2014/main" id="{1FB27DEB-D823-43C0-A6D6-0E1418B50818}"/>
              </a:ext>
            </a:extLst>
          </p:cNvPr>
          <p:cNvSpPr>
            <a:spLocks xmlns:a="http://schemas.openxmlformats.org/drawingml/2006/main" noGrp="1"/>
          </p:cNvSpPr>
          <p:nvPr/>
        </p:nvSpPr>
        <p:spPr>
          <a:xfrm xmlns:a="http://schemas.openxmlformats.org/drawingml/2006/main">
            <a:off x="1390650" y="51149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原資料IDを付ける主な目的は何か</a:t>
            </a:r>
          </a:p>
        </p:txBody>
      </p:sp>
    </p:spTree>
    <p:extLst>
      <p:ext uri="{BB962C8B-B14F-4D97-AF65-F5344CB8AC3E}">
        <p14:creationId xmlns:p14="http://schemas.microsoft.com/office/powerpoint/2010/main" val="970430019"/>
      </p:ext>
    </p:extLst>
  </p:cSld>
</p:sld>
</file>

<file path=ppt/slides/slide64.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28" name="box-1794">
            <a:extLst xmlns:a="http://schemas.openxmlformats.org/drawingml/2006/main">
              <a:ext uri="{FF2B5EF4-FFF2-40B4-BE49-F238E27FC236}">
                <a16:creationId xmlns:a16="http://schemas.microsoft.com/office/drawing/2014/main" id="{BBAA0B03-0DC7-4B08-B482-9A047BA834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795">
            <a:extLst xmlns:a="http://schemas.openxmlformats.org/drawingml/2006/main">
              <a:ext uri="{FF2B5EF4-FFF2-40B4-BE49-F238E27FC236}">
                <a16:creationId xmlns:a16="http://schemas.microsoft.com/office/drawing/2014/main" id="{0E824783-C144-4128-AF68-7073D67C7BF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9  /  確認問題と振り返り</a:t>
            </a:r>
          </a:p>
        </p:txBody>
      </p:sp>
      <p:sp>
        <p:nvSpPr>
          <p:cNvPr id="3" name="text-1796">
            <a:extLst xmlns:a="http://schemas.openxmlformats.org/drawingml/2006/main">
              <a:ext uri="{FF2B5EF4-FFF2-40B4-BE49-F238E27FC236}">
                <a16:creationId xmlns:a16="http://schemas.microsoft.com/office/drawing/2014/main" id="{9DF50145-B4DA-4A0B-BF18-4DFF5883A681}"/>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確認問題6〜10｜指示・照合・人の判断</a:t>
            </a:r>
          </a:p>
        </p:txBody>
      </p:sp>
      <p:sp>
        <p:nvSpPr>
          <p:cNvPr id="4" name="box-1797">
            <a:extLst xmlns:a="http://schemas.openxmlformats.org/drawingml/2006/main">
              <a:ext uri="{FF2B5EF4-FFF2-40B4-BE49-F238E27FC236}">
                <a16:creationId xmlns:a16="http://schemas.microsoft.com/office/drawing/2014/main" id="{8EF23334-D872-45D2-BA30-A9B253FFDFCC}"/>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798">
            <a:extLst xmlns:a="http://schemas.openxmlformats.org/drawingml/2006/main">
              <a:ext uri="{FF2B5EF4-FFF2-40B4-BE49-F238E27FC236}">
                <a16:creationId xmlns:a16="http://schemas.microsoft.com/office/drawing/2014/main" id="{B6A6B5B8-C950-4105-BD7C-F7E8DA91C0AB}"/>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799">
            <a:extLst xmlns:a="http://schemas.openxmlformats.org/drawingml/2006/main">
              <a:ext uri="{FF2B5EF4-FFF2-40B4-BE49-F238E27FC236}">
                <a16:creationId xmlns:a16="http://schemas.microsoft.com/office/drawing/2014/main" id="{E6758443-DAAC-462F-90D0-0F55FD656D18}"/>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要点｜AIに任せる範囲と、人が確認する範囲を区別できるか</a:t>
            </a:r>
          </a:p>
        </p:txBody>
      </p:sp>
      <p:sp>
        <p:nvSpPr>
          <p:cNvPr id="7" name="text-1800">
            <a:extLst xmlns:a="http://schemas.openxmlformats.org/drawingml/2006/main">
              <a:ext uri="{FF2B5EF4-FFF2-40B4-BE49-F238E27FC236}">
                <a16:creationId xmlns:a16="http://schemas.microsoft.com/office/drawing/2014/main" id="{0004692E-6C7E-484B-894F-E03DFCA2004B}"/>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64</a:t>
            </a:r>
          </a:p>
        </p:txBody>
      </p:sp>
      <p:sp>
        <p:nvSpPr>
          <p:cNvPr id="8" name="box-1801">
            <a:extLst xmlns:a="http://schemas.openxmlformats.org/drawingml/2006/main">
              <a:ext uri="{FF2B5EF4-FFF2-40B4-BE49-F238E27FC236}">
                <a16:creationId xmlns:a16="http://schemas.microsoft.com/office/drawing/2014/main" id="{C05FED0B-1245-400A-B794-F31CB54ED3FA}"/>
              </a:ext>
            </a:extLst>
          </p:cNvPr>
          <p:cNvSpPr>
            <a:spLocks xmlns:a="http://schemas.openxmlformats.org/drawingml/2006/main" noGrp="1"/>
          </p:cNvSpPr>
          <p:nvPr/>
        </p:nvSpPr>
        <p:spPr>
          <a:xfrm xmlns:a="http://schemas.openxmlformats.org/drawingml/2006/main">
            <a:off x="552450" y="15049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9" name="box-1802">
            <a:extLst xmlns:a="http://schemas.openxmlformats.org/drawingml/2006/main">
              <a:ext uri="{FF2B5EF4-FFF2-40B4-BE49-F238E27FC236}">
                <a16:creationId xmlns:a16="http://schemas.microsoft.com/office/drawing/2014/main" id="{D4A3E79F-0865-44C8-A4E6-887083C04841}"/>
              </a:ext>
            </a:extLst>
          </p:cNvPr>
          <p:cNvSpPr>
            <a:spLocks xmlns:a="http://schemas.openxmlformats.org/drawingml/2006/main" noGrp="1"/>
          </p:cNvSpPr>
          <p:nvPr/>
        </p:nvSpPr>
        <p:spPr>
          <a:xfrm xmlns:a="http://schemas.openxmlformats.org/drawingml/2006/main">
            <a:off x="742950" y="16764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1803">
            <a:extLst xmlns:a="http://schemas.openxmlformats.org/drawingml/2006/main">
              <a:ext uri="{FF2B5EF4-FFF2-40B4-BE49-F238E27FC236}">
                <a16:creationId xmlns:a16="http://schemas.microsoft.com/office/drawing/2014/main" id="{7A1C1270-6B7A-48BF-B843-503675BA5379}"/>
              </a:ext>
            </a:extLst>
          </p:cNvPr>
          <p:cNvSpPr>
            <a:spLocks xmlns:a="http://schemas.openxmlformats.org/drawingml/2006/main" noGrp="1"/>
          </p:cNvSpPr>
          <p:nvPr/>
        </p:nvSpPr>
        <p:spPr>
          <a:xfrm xmlns:a="http://schemas.openxmlformats.org/drawingml/2006/main">
            <a:off x="742950" y="17621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6</a:t>
            </a:r>
          </a:p>
        </p:txBody>
      </p:sp>
      <p:sp>
        <p:nvSpPr>
          <p:cNvPr id="11" name="text-1804">
            <a:extLst xmlns:a="http://schemas.openxmlformats.org/drawingml/2006/main">
              <a:ext uri="{FF2B5EF4-FFF2-40B4-BE49-F238E27FC236}">
                <a16:creationId xmlns:a16="http://schemas.microsoft.com/office/drawing/2014/main" id="{3AD4D94D-5B28-4A11-BCA2-739761A3131A}"/>
              </a:ext>
            </a:extLst>
          </p:cNvPr>
          <p:cNvSpPr>
            <a:spLocks xmlns:a="http://schemas.openxmlformats.org/drawingml/2006/main" noGrp="1"/>
          </p:cNvSpPr>
          <p:nvPr/>
        </p:nvSpPr>
        <p:spPr>
          <a:xfrm xmlns:a="http://schemas.openxmlformats.org/drawingml/2006/main">
            <a:off x="1390650" y="16097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補完禁止の指示に必要な条件は何か</a:t>
            </a:r>
          </a:p>
        </p:txBody>
      </p:sp>
      <p:sp>
        <p:nvSpPr>
          <p:cNvPr id="12" name="box-1805">
            <a:extLst xmlns:a="http://schemas.openxmlformats.org/drawingml/2006/main">
              <a:ext uri="{FF2B5EF4-FFF2-40B4-BE49-F238E27FC236}">
                <a16:creationId xmlns:a16="http://schemas.microsoft.com/office/drawing/2014/main" id="{120906FF-22F1-4B7D-B08E-DA4774913210}"/>
              </a:ext>
            </a:extLst>
          </p:cNvPr>
          <p:cNvSpPr>
            <a:spLocks xmlns:a="http://schemas.openxmlformats.org/drawingml/2006/main" noGrp="1"/>
          </p:cNvSpPr>
          <p:nvPr/>
        </p:nvSpPr>
        <p:spPr>
          <a:xfrm xmlns:a="http://schemas.openxmlformats.org/drawingml/2006/main">
            <a:off x="552450" y="2381250"/>
            <a:ext cx="11049000" cy="781050"/>
          </a:xfrm>
          <a:prstGeom xmlns:a="http://schemas.openxmlformats.org/drawingml/2006/main" prst="roundRect">
            <a:avLst>
              <a:gd name="adj" fmla="val 9756"/>
            </a:avLst>
          </a:prstGeom>
          <a:solidFill xmlns:a="http://schemas.openxmlformats.org/drawingml/2006/main">
            <a:srgbClr val="EEF4F8"/>
          </a:solidFill>
          <a:ln xmlns:a="http://schemas.openxmlformats.org/drawingml/2006/main" w="9525">
            <a:solidFill>
              <a:srgbClr val="D6E1E8"/>
            </a:solidFill>
            <a:prstDash val="solid"/>
          </a:ln>
        </p:spPr>
      </p:sp>
      <p:sp>
        <p:nvSpPr>
          <p:cNvPr id="13" name="box-1806">
            <a:extLst xmlns:a="http://schemas.openxmlformats.org/drawingml/2006/main">
              <a:ext uri="{FF2B5EF4-FFF2-40B4-BE49-F238E27FC236}">
                <a16:creationId xmlns:a16="http://schemas.microsoft.com/office/drawing/2014/main" id="{2A2E89B4-1EFA-42D7-9FEB-FD58BEF57E05}"/>
              </a:ext>
            </a:extLst>
          </p:cNvPr>
          <p:cNvSpPr>
            <a:spLocks xmlns:a="http://schemas.openxmlformats.org/drawingml/2006/main" noGrp="1"/>
          </p:cNvSpPr>
          <p:nvPr/>
        </p:nvSpPr>
        <p:spPr>
          <a:xfrm xmlns:a="http://schemas.openxmlformats.org/drawingml/2006/main">
            <a:off x="742950" y="25527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4" name="text-1807">
            <a:extLst xmlns:a="http://schemas.openxmlformats.org/drawingml/2006/main">
              <a:ext uri="{FF2B5EF4-FFF2-40B4-BE49-F238E27FC236}">
                <a16:creationId xmlns:a16="http://schemas.microsoft.com/office/drawing/2014/main" id="{B25D0FBD-9E2B-4A32-BF50-D25CAC522ED4}"/>
              </a:ext>
            </a:extLst>
          </p:cNvPr>
          <p:cNvSpPr>
            <a:spLocks xmlns:a="http://schemas.openxmlformats.org/drawingml/2006/main" noGrp="1"/>
          </p:cNvSpPr>
          <p:nvPr/>
        </p:nvSpPr>
        <p:spPr>
          <a:xfrm xmlns:a="http://schemas.openxmlformats.org/drawingml/2006/main">
            <a:off x="742950" y="26384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7</a:t>
            </a:r>
          </a:p>
        </p:txBody>
      </p:sp>
      <p:sp>
        <p:nvSpPr>
          <p:cNvPr id="15" name="text-1808">
            <a:extLst xmlns:a="http://schemas.openxmlformats.org/drawingml/2006/main">
              <a:ext uri="{FF2B5EF4-FFF2-40B4-BE49-F238E27FC236}">
                <a16:creationId xmlns:a16="http://schemas.microsoft.com/office/drawing/2014/main" id="{DDCA114D-5BC0-4332-AC1F-2F299C2F7E6E}"/>
              </a:ext>
            </a:extLst>
          </p:cNvPr>
          <p:cNvSpPr>
            <a:spLocks xmlns:a="http://schemas.openxmlformats.org/drawingml/2006/main" noGrp="1"/>
          </p:cNvSpPr>
          <p:nvPr/>
        </p:nvSpPr>
        <p:spPr>
          <a:xfrm xmlns:a="http://schemas.openxmlformats.org/drawingml/2006/main">
            <a:off x="1390650" y="24860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AI自己点検後も人の照合が必要な理由は何か</a:t>
            </a:r>
          </a:p>
        </p:txBody>
      </p:sp>
      <p:sp>
        <p:nvSpPr>
          <p:cNvPr id="16" name="box-1809">
            <a:extLst xmlns:a="http://schemas.openxmlformats.org/drawingml/2006/main">
              <a:ext uri="{FF2B5EF4-FFF2-40B4-BE49-F238E27FC236}">
                <a16:creationId xmlns:a16="http://schemas.microsoft.com/office/drawing/2014/main" id="{0AEA9517-48C5-453D-83AD-5E399EF0D30D}"/>
              </a:ext>
            </a:extLst>
          </p:cNvPr>
          <p:cNvSpPr>
            <a:spLocks xmlns:a="http://schemas.openxmlformats.org/drawingml/2006/main" noGrp="1"/>
          </p:cNvSpPr>
          <p:nvPr/>
        </p:nvSpPr>
        <p:spPr>
          <a:xfrm xmlns:a="http://schemas.openxmlformats.org/drawingml/2006/main">
            <a:off x="552450" y="32575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17" name="box-1810">
            <a:extLst xmlns:a="http://schemas.openxmlformats.org/drawingml/2006/main">
              <a:ext uri="{FF2B5EF4-FFF2-40B4-BE49-F238E27FC236}">
                <a16:creationId xmlns:a16="http://schemas.microsoft.com/office/drawing/2014/main" id="{5E961CFB-1D9A-453A-B323-3F07EFC37A15}"/>
              </a:ext>
            </a:extLst>
          </p:cNvPr>
          <p:cNvSpPr>
            <a:spLocks xmlns:a="http://schemas.openxmlformats.org/drawingml/2006/main" noGrp="1"/>
          </p:cNvSpPr>
          <p:nvPr/>
        </p:nvSpPr>
        <p:spPr>
          <a:xfrm xmlns:a="http://schemas.openxmlformats.org/drawingml/2006/main">
            <a:off x="742950" y="34290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8" name="text-1811">
            <a:extLst xmlns:a="http://schemas.openxmlformats.org/drawingml/2006/main">
              <a:ext uri="{FF2B5EF4-FFF2-40B4-BE49-F238E27FC236}">
                <a16:creationId xmlns:a16="http://schemas.microsoft.com/office/drawing/2014/main" id="{AB6B45ED-6B8B-49B8-B15A-014ED54D9E47}"/>
              </a:ext>
            </a:extLst>
          </p:cNvPr>
          <p:cNvSpPr>
            <a:spLocks xmlns:a="http://schemas.openxmlformats.org/drawingml/2006/main" noGrp="1"/>
          </p:cNvSpPr>
          <p:nvPr/>
        </p:nvSpPr>
        <p:spPr>
          <a:xfrm xmlns:a="http://schemas.openxmlformats.org/drawingml/2006/main">
            <a:off x="742950" y="35147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8</a:t>
            </a:r>
          </a:p>
        </p:txBody>
      </p:sp>
      <p:sp>
        <p:nvSpPr>
          <p:cNvPr id="19" name="text-1812">
            <a:extLst xmlns:a="http://schemas.openxmlformats.org/drawingml/2006/main">
              <a:ext uri="{FF2B5EF4-FFF2-40B4-BE49-F238E27FC236}">
                <a16:creationId xmlns:a16="http://schemas.microsoft.com/office/drawing/2014/main" id="{EE605739-6467-482C-A053-45E5DDB4324A}"/>
              </a:ext>
            </a:extLst>
          </p:cNvPr>
          <p:cNvSpPr>
            <a:spLocks xmlns:a="http://schemas.openxmlformats.org/drawingml/2006/main" noGrp="1"/>
          </p:cNvSpPr>
          <p:nvPr/>
        </p:nvSpPr>
        <p:spPr>
          <a:xfrm xmlns:a="http://schemas.openxmlformats.org/drawingml/2006/main">
            <a:off x="1390650" y="33623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希望を決定事項に変えないための確認は何か</a:t>
            </a:r>
          </a:p>
        </p:txBody>
      </p:sp>
      <p:sp>
        <p:nvSpPr>
          <p:cNvPr id="20" name="box-1813">
            <a:extLst xmlns:a="http://schemas.openxmlformats.org/drawingml/2006/main">
              <a:ext uri="{FF2B5EF4-FFF2-40B4-BE49-F238E27FC236}">
                <a16:creationId xmlns:a16="http://schemas.microsoft.com/office/drawing/2014/main" id="{56544074-0589-43AE-A1D2-D60CCDFAD940}"/>
              </a:ext>
            </a:extLst>
          </p:cNvPr>
          <p:cNvSpPr>
            <a:spLocks xmlns:a="http://schemas.openxmlformats.org/drawingml/2006/main" noGrp="1"/>
          </p:cNvSpPr>
          <p:nvPr/>
        </p:nvSpPr>
        <p:spPr>
          <a:xfrm xmlns:a="http://schemas.openxmlformats.org/drawingml/2006/main">
            <a:off x="552450" y="4133850"/>
            <a:ext cx="11049000" cy="781050"/>
          </a:xfrm>
          <a:prstGeom xmlns:a="http://schemas.openxmlformats.org/drawingml/2006/main" prst="roundRect">
            <a:avLst>
              <a:gd name="adj" fmla="val 9756"/>
            </a:avLst>
          </a:prstGeom>
          <a:solidFill xmlns:a="http://schemas.openxmlformats.org/drawingml/2006/main">
            <a:srgbClr val="EEF4F8"/>
          </a:solidFill>
          <a:ln xmlns:a="http://schemas.openxmlformats.org/drawingml/2006/main" w="9525">
            <a:solidFill>
              <a:srgbClr val="D6E1E8"/>
            </a:solidFill>
            <a:prstDash val="solid"/>
          </a:ln>
        </p:spPr>
      </p:sp>
      <p:sp>
        <p:nvSpPr>
          <p:cNvPr id="21" name="box-1814">
            <a:extLst xmlns:a="http://schemas.openxmlformats.org/drawingml/2006/main">
              <a:ext uri="{FF2B5EF4-FFF2-40B4-BE49-F238E27FC236}">
                <a16:creationId xmlns:a16="http://schemas.microsoft.com/office/drawing/2014/main" id="{2C354AE1-18C7-416F-8E6F-DB9122D149C9}"/>
              </a:ext>
            </a:extLst>
          </p:cNvPr>
          <p:cNvSpPr>
            <a:spLocks xmlns:a="http://schemas.openxmlformats.org/drawingml/2006/main" noGrp="1"/>
          </p:cNvSpPr>
          <p:nvPr/>
        </p:nvSpPr>
        <p:spPr>
          <a:xfrm xmlns:a="http://schemas.openxmlformats.org/drawingml/2006/main">
            <a:off x="742950" y="43053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1815">
            <a:extLst xmlns:a="http://schemas.openxmlformats.org/drawingml/2006/main">
              <a:ext uri="{FF2B5EF4-FFF2-40B4-BE49-F238E27FC236}">
                <a16:creationId xmlns:a16="http://schemas.microsoft.com/office/drawing/2014/main" id="{EF90014E-705A-477A-9022-2D7DFC906C4D}"/>
              </a:ext>
            </a:extLst>
          </p:cNvPr>
          <p:cNvSpPr>
            <a:spLocks xmlns:a="http://schemas.openxmlformats.org/drawingml/2006/main" noGrp="1"/>
          </p:cNvSpPr>
          <p:nvPr/>
        </p:nvSpPr>
        <p:spPr>
          <a:xfrm xmlns:a="http://schemas.openxmlformats.org/drawingml/2006/main">
            <a:off x="742950" y="43910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9</a:t>
            </a:r>
          </a:p>
        </p:txBody>
      </p:sp>
      <p:sp>
        <p:nvSpPr>
          <p:cNvPr id="23" name="text-1816">
            <a:extLst xmlns:a="http://schemas.openxmlformats.org/drawingml/2006/main">
              <a:ext uri="{FF2B5EF4-FFF2-40B4-BE49-F238E27FC236}">
                <a16:creationId xmlns:a16="http://schemas.microsoft.com/office/drawing/2014/main" id="{ABDA1B8C-4AA0-4BE9-893A-E259C63B5AD7}"/>
              </a:ext>
            </a:extLst>
          </p:cNvPr>
          <p:cNvSpPr>
            <a:spLocks xmlns:a="http://schemas.openxmlformats.org/drawingml/2006/main" noGrp="1"/>
          </p:cNvSpPr>
          <p:nvPr/>
        </p:nvSpPr>
        <p:spPr>
          <a:xfrm xmlns:a="http://schemas.openxmlformats.org/drawingml/2006/main">
            <a:off x="1390650" y="42386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現場・介護でAIへ任せない判断は何か</a:t>
            </a:r>
          </a:p>
        </p:txBody>
      </p:sp>
      <p:sp>
        <p:nvSpPr>
          <p:cNvPr id="24" name="box-1817">
            <a:extLst xmlns:a="http://schemas.openxmlformats.org/drawingml/2006/main">
              <a:ext uri="{FF2B5EF4-FFF2-40B4-BE49-F238E27FC236}">
                <a16:creationId xmlns:a16="http://schemas.microsoft.com/office/drawing/2014/main" id="{72E92361-7199-4752-9DC1-FDD0FA8DDE86}"/>
              </a:ext>
            </a:extLst>
          </p:cNvPr>
          <p:cNvSpPr>
            <a:spLocks xmlns:a="http://schemas.openxmlformats.org/drawingml/2006/main" noGrp="1"/>
          </p:cNvSpPr>
          <p:nvPr/>
        </p:nvSpPr>
        <p:spPr>
          <a:xfrm xmlns:a="http://schemas.openxmlformats.org/drawingml/2006/main">
            <a:off x="552450" y="5010150"/>
            <a:ext cx="11049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6E1E8"/>
            </a:solidFill>
            <a:prstDash val="solid"/>
          </a:ln>
        </p:spPr>
      </p:sp>
      <p:sp>
        <p:nvSpPr>
          <p:cNvPr id="25" name="box-1818">
            <a:extLst xmlns:a="http://schemas.openxmlformats.org/drawingml/2006/main">
              <a:ext uri="{FF2B5EF4-FFF2-40B4-BE49-F238E27FC236}">
                <a16:creationId xmlns:a16="http://schemas.microsoft.com/office/drawing/2014/main" id="{E75265CC-59C8-4EAC-B458-8F041171821C}"/>
              </a:ext>
            </a:extLst>
          </p:cNvPr>
          <p:cNvSpPr>
            <a:spLocks xmlns:a="http://schemas.openxmlformats.org/drawingml/2006/main" noGrp="1"/>
          </p:cNvSpPr>
          <p:nvPr/>
        </p:nvSpPr>
        <p:spPr>
          <a:xfrm xmlns:a="http://schemas.openxmlformats.org/drawingml/2006/main">
            <a:off x="742950" y="5181600"/>
            <a:ext cx="438150" cy="4381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6" name="text-1819">
            <a:extLst xmlns:a="http://schemas.openxmlformats.org/drawingml/2006/main">
              <a:ext uri="{FF2B5EF4-FFF2-40B4-BE49-F238E27FC236}">
                <a16:creationId xmlns:a16="http://schemas.microsoft.com/office/drawing/2014/main" id="{45FE680D-1FB1-45DB-B5D1-02D5BE2FD664}"/>
              </a:ext>
            </a:extLst>
          </p:cNvPr>
          <p:cNvSpPr>
            <a:spLocks xmlns:a="http://schemas.openxmlformats.org/drawingml/2006/main" noGrp="1"/>
          </p:cNvSpPr>
          <p:nvPr/>
        </p:nvSpPr>
        <p:spPr>
          <a:xfrm xmlns:a="http://schemas.openxmlformats.org/drawingml/2006/main">
            <a:off x="742950" y="5267325"/>
            <a:ext cx="438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a:t>
            </a:r>
          </a:p>
        </p:txBody>
      </p:sp>
      <p:sp>
        <p:nvSpPr>
          <p:cNvPr id="27" name="text-1820">
            <a:extLst xmlns:a="http://schemas.openxmlformats.org/drawingml/2006/main">
              <a:ext uri="{FF2B5EF4-FFF2-40B4-BE49-F238E27FC236}">
                <a16:creationId xmlns:a16="http://schemas.microsoft.com/office/drawing/2014/main" id="{49C23479-B18B-4363-9311-ED58A3DD9BA3}"/>
              </a:ext>
            </a:extLst>
          </p:cNvPr>
          <p:cNvSpPr>
            <a:spLocks xmlns:a="http://schemas.openxmlformats.org/drawingml/2006/main" noGrp="1"/>
          </p:cNvSpPr>
          <p:nvPr/>
        </p:nvSpPr>
        <p:spPr>
          <a:xfrm xmlns:a="http://schemas.openxmlformats.org/drawingml/2006/main">
            <a:off x="1390650" y="5114925"/>
            <a:ext cx="986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75" b="1">
                <a:solidFill>
                  <a:srgbClr val="203746"/>
                </a:solidFill>
                <a:latin typeface="Hiragino Sans"/>
                <a:ea typeface="Hiragino Sans"/>
                <a:cs typeface="Hiragino Sans"/>
              </a:defRPr>
            </a:pPr>
            <a:r>
              <a:rPr sz="1275" b="1">
                <a:solidFill>
                  <a:srgbClr val="203746"/>
                </a:solidFill>
                <a:latin typeface="Hiragino Sans"/>
                <a:ea typeface="Hiragino Sans"/>
                <a:cs typeface="Hiragino Sans"/>
              </a:rPr>
              <a:t>AIを利用できない受講者は何を点検するか</a:t>
            </a:r>
          </a:p>
        </p:txBody>
      </p:sp>
    </p:spTree>
    <p:extLst>
      <p:ext uri="{BB962C8B-B14F-4D97-AF65-F5344CB8AC3E}">
        <p14:creationId xmlns:p14="http://schemas.microsoft.com/office/powerpoint/2010/main" val="244560620"/>
      </p:ext>
    </p:extLst>
  </p:cSld>
</p:sld>
</file>

<file path=ppt/slides/slide65.xml><?xml version="1.0" encoding="utf-8"?>
<p:sld xmlns:p="http://schemas.openxmlformats.org/presentationml/2006/main">
  <p:cSld>
    <p:bg>
      <p:bgPr>
        <a:solidFill xmlns:a="http://schemas.openxmlformats.org/drawingml/2006/main">
          <a:srgbClr val="FCFDFD"/>
        </a:solidFill>
      </p:bgPr>
    </p:bg>
    <p:spTree>
      <p:nvGrpSpPr>
        <p:cNvPr id="1" name=""/>
        <p:cNvGrpSpPr/>
        <p:nvPr/>
      </p:nvGrpSpPr>
      <p:grpSpPr>
        <a:xfrm xmlns:a="http://schemas.openxmlformats.org/drawingml/2006/main"/>
      </p:grpSpPr>
      <p:sp>
        <p:nvSpPr>
          <p:cNvPr id="31" name="box-1821">
            <a:extLst xmlns:a="http://schemas.openxmlformats.org/drawingml/2006/main">
              <a:ext uri="{FF2B5EF4-FFF2-40B4-BE49-F238E27FC236}">
                <a16:creationId xmlns:a16="http://schemas.microsoft.com/office/drawing/2014/main" id="{D9E0F603-5071-4FA9-AB39-383EEFDF90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2" name="text-1822">
            <a:extLst xmlns:a="http://schemas.openxmlformats.org/drawingml/2006/main">
              <a:ext uri="{FF2B5EF4-FFF2-40B4-BE49-F238E27FC236}">
                <a16:creationId xmlns:a16="http://schemas.microsoft.com/office/drawing/2014/main" id="{2A1D345B-DE2F-49E0-9CA4-92CA6652EB3A}"/>
              </a:ext>
            </a:extLst>
          </p:cNvPr>
          <p:cNvSpPr>
            <a:spLocks xmlns:a="http://schemas.openxmlformats.org/drawingml/2006/main" noGrp="1"/>
          </p:cNvSpPr>
          <p:nvPr/>
        </p:nvSpPr>
        <p:spPr>
          <a:xfrm xmlns:a="http://schemas.openxmlformats.org/drawingml/2006/main">
            <a:off x="552450" y="23812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825" b="1">
                <a:solidFill>
                  <a:srgbClr val="0B6F6B"/>
                </a:solidFill>
                <a:latin typeface="Hiragino Sans"/>
                <a:ea typeface="Hiragino Sans"/>
                <a:cs typeface="Hiragino Sans"/>
              </a:defRPr>
            </a:pPr>
            <a:r>
              <a:rPr sz="825" b="1">
                <a:solidFill>
                  <a:srgbClr val="0B6F6B"/>
                </a:solidFill>
                <a:latin typeface="Hiragino Sans"/>
                <a:ea typeface="Hiragino Sans"/>
                <a:cs typeface="Hiragino Sans"/>
              </a:rPr>
              <a:t>UNIT 9  /  確認問題と振り返り</a:t>
            </a:r>
          </a:p>
        </p:txBody>
      </p:sp>
      <p:sp>
        <p:nvSpPr>
          <p:cNvPr id="3" name="text-1823">
            <a:extLst xmlns:a="http://schemas.openxmlformats.org/drawingml/2006/main">
              <a:ext uri="{FF2B5EF4-FFF2-40B4-BE49-F238E27FC236}">
                <a16:creationId xmlns:a16="http://schemas.microsoft.com/office/drawing/2014/main" id="{0FF2BDB1-7FC9-4A41-B4D2-C542B20BCB48}"/>
              </a:ext>
            </a:extLst>
          </p:cNvPr>
          <p:cNvSpPr>
            <a:spLocks xmlns:a="http://schemas.openxmlformats.org/drawingml/2006/main" noGrp="1"/>
          </p:cNvSpPr>
          <p:nvPr/>
        </p:nvSpPr>
        <p:spPr>
          <a:xfrm xmlns:a="http://schemas.openxmlformats.org/drawingml/2006/main">
            <a:off x="552450" y="5334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475" b="1">
                <a:solidFill>
                  <a:srgbClr val="14364F"/>
                </a:solidFill>
                <a:latin typeface="Hiragino Sans"/>
                <a:ea typeface="Hiragino Sans"/>
                <a:cs typeface="Hiragino Sans"/>
              </a:defRPr>
            </a:pPr>
            <a:r>
              <a:rPr sz="2475" b="1">
                <a:solidFill>
                  <a:srgbClr val="14364F"/>
                </a:solidFill>
                <a:latin typeface="Hiragino Sans"/>
                <a:ea typeface="Hiragino Sans"/>
                <a:cs typeface="Hiragino Sans"/>
              </a:rPr>
              <a:t>明日からは、記録→整理→照合→確認の順で進めます</a:t>
            </a:r>
          </a:p>
        </p:txBody>
      </p:sp>
      <p:sp>
        <p:nvSpPr>
          <p:cNvPr id="4" name="box-1824">
            <a:extLst xmlns:a="http://schemas.openxmlformats.org/drawingml/2006/main">
              <a:ext uri="{FF2B5EF4-FFF2-40B4-BE49-F238E27FC236}">
                <a16:creationId xmlns:a16="http://schemas.microsoft.com/office/drawing/2014/main" id="{367EC850-1EC0-4716-A698-A73B86459C1F}"/>
              </a:ext>
            </a:extLst>
          </p:cNvPr>
          <p:cNvSpPr>
            <a:spLocks xmlns:a="http://schemas.openxmlformats.org/drawingml/2006/main" noGrp="1"/>
          </p:cNvSpPr>
          <p:nvPr/>
        </p:nvSpPr>
        <p:spPr>
          <a:xfrm xmlns:a="http://schemas.openxmlformats.org/drawingml/2006/main">
            <a:off x="552450" y="1162050"/>
            <a:ext cx="609600" cy="38100"/>
          </a:xfrm>
          <a:prstGeom xmlns:a="http://schemas.openxmlformats.org/drawingml/2006/main" prst="rect">
            <a:avLst/>
          </a:prstGeom>
          <a:solidFill xmlns:a="http://schemas.openxmlformats.org/drawingml/2006/main">
            <a:srgbClr val="138E89"/>
          </a:solidFill>
          <a:ln xmlns:a="http://schemas.openxmlformats.org/drawingml/2006/main" w="0">
            <a:noFill/>
            <a:prstDash val="solid"/>
          </a:ln>
        </p:spPr>
      </p:sp>
      <p:sp>
        <p:nvSpPr>
          <p:cNvPr id="5" name="box-1825">
            <a:extLst xmlns:a="http://schemas.openxmlformats.org/drawingml/2006/main">
              <a:ext uri="{FF2B5EF4-FFF2-40B4-BE49-F238E27FC236}">
                <a16:creationId xmlns:a16="http://schemas.microsoft.com/office/drawing/2014/main" id="{97DCC095-CA3A-4CA1-A701-CA7D386F3D13}"/>
              </a:ext>
            </a:extLst>
          </p:cNvPr>
          <p:cNvSpPr>
            <a:spLocks xmlns:a="http://schemas.openxmlformats.org/drawingml/2006/main" noGrp="1"/>
          </p:cNvSpPr>
          <p:nvPr/>
        </p:nvSpPr>
        <p:spPr>
          <a:xfrm xmlns:a="http://schemas.openxmlformats.org/drawingml/2006/main">
            <a:off x="552450" y="6248400"/>
            <a:ext cx="11049000" cy="419100"/>
          </a:xfrm>
          <a:prstGeom xmlns:a="http://schemas.openxmlformats.org/drawingml/2006/main" prst="roundRect">
            <a:avLst>
              <a:gd name="adj" fmla="val 13636"/>
            </a:avLst>
          </a:prstGeom>
          <a:solidFill xmlns:a="http://schemas.openxmlformats.org/drawingml/2006/main">
            <a:srgbClr val="EEF4F8"/>
          </a:solidFill>
          <a:ln xmlns:a="http://schemas.openxmlformats.org/drawingml/2006/main" w="0">
            <a:noFill/>
            <a:prstDash val="solid"/>
          </a:ln>
        </p:spPr>
      </p:sp>
      <p:sp>
        <p:nvSpPr>
          <p:cNvPr id="6" name="text-1826">
            <a:extLst xmlns:a="http://schemas.openxmlformats.org/drawingml/2006/main">
              <a:ext uri="{FF2B5EF4-FFF2-40B4-BE49-F238E27FC236}">
                <a16:creationId xmlns:a16="http://schemas.microsoft.com/office/drawing/2014/main" id="{CAF83760-BB88-415A-BAA1-A72FBE4BB8A9}"/>
              </a:ext>
            </a:extLst>
          </p:cNvPr>
          <p:cNvSpPr>
            <a:spLocks xmlns:a="http://schemas.openxmlformats.org/drawingml/2006/main" noGrp="1"/>
          </p:cNvSpPr>
          <p:nvPr/>
        </p:nvSpPr>
        <p:spPr>
          <a:xfrm xmlns:a="http://schemas.openxmlformats.org/drawingml/2006/main">
            <a:off x="704850" y="633412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234E68"/>
                </a:solidFill>
                <a:latin typeface="Hiragino Sans"/>
                <a:ea typeface="Hiragino Sans"/>
                <a:cs typeface="Hiragino Sans"/>
              </a:defRPr>
            </a:pPr>
            <a:r>
              <a:rPr sz="1050" b="1">
                <a:solidFill>
                  <a:srgbClr val="234E68"/>
                </a:solidFill>
                <a:latin typeface="Hiragino Sans"/>
                <a:ea typeface="Hiragino Sans"/>
                <a:cs typeface="Hiragino Sans"/>
              </a:rPr>
              <a:t>要点｜AIに任せるのは整理まで。事実と最終判断は人が確認する</a:t>
            </a:r>
          </a:p>
        </p:txBody>
      </p:sp>
      <p:sp>
        <p:nvSpPr>
          <p:cNvPr id="7" name="text-1827">
            <a:extLst xmlns:a="http://schemas.openxmlformats.org/drawingml/2006/main">
              <a:ext uri="{FF2B5EF4-FFF2-40B4-BE49-F238E27FC236}">
                <a16:creationId xmlns:a16="http://schemas.microsoft.com/office/drawing/2014/main" id="{48BEAECD-B256-419B-B5D5-4A1762D0B7B6}"/>
              </a:ext>
            </a:extLst>
          </p:cNvPr>
          <p:cNvSpPr>
            <a:spLocks xmlns:a="http://schemas.openxmlformats.org/drawingml/2006/main" noGrp="1"/>
          </p:cNvSpPr>
          <p:nvPr/>
        </p:nvSpPr>
        <p:spPr>
          <a:xfrm xmlns:a="http://schemas.openxmlformats.org/drawingml/2006/main">
            <a:off x="11115675" y="63436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r">
              <a:defRPr sz="900" b="1">
                <a:solidFill>
                  <a:srgbClr val="0B6F6B"/>
                </a:solidFill>
                <a:latin typeface="Hiragino Sans"/>
                <a:ea typeface="Hiragino Sans"/>
                <a:cs typeface="Hiragino Sans"/>
              </a:defRPr>
            </a:pPr>
            <a:r>
              <a:rPr sz="900" b="1">
                <a:solidFill>
                  <a:srgbClr val="0B6F6B"/>
                </a:solidFill>
                <a:latin typeface="Hiragino Sans"/>
                <a:ea typeface="Hiragino Sans"/>
                <a:cs typeface="Hiragino Sans"/>
              </a:rPr>
              <a:t>65</a:t>
            </a:r>
          </a:p>
        </p:txBody>
      </p:sp>
      <p:sp>
        <p:nvSpPr>
          <p:cNvPr id="8" name="box-1828">
            <a:extLst xmlns:a="http://schemas.openxmlformats.org/drawingml/2006/main">
              <a:ext uri="{FF2B5EF4-FFF2-40B4-BE49-F238E27FC236}">
                <a16:creationId xmlns:a16="http://schemas.microsoft.com/office/drawing/2014/main" id="{11AA39E6-AFF8-4A14-BDEB-28BAE5277156}"/>
              </a:ext>
            </a:extLst>
          </p:cNvPr>
          <p:cNvSpPr>
            <a:spLocks xmlns:a="http://schemas.openxmlformats.org/drawingml/2006/main" noGrp="1"/>
          </p:cNvSpPr>
          <p:nvPr/>
        </p:nvSpPr>
        <p:spPr>
          <a:xfrm xmlns:a="http://schemas.openxmlformats.org/drawingml/2006/main">
            <a:off x="55245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9" name="box-1829">
            <a:extLst xmlns:a="http://schemas.openxmlformats.org/drawingml/2006/main">
              <a:ext uri="{FF2B5EF4-FFF2-40B4-BE49-F238E27FC236}">
                <a16:creationId xmlns:a16="http://schemas.microsoft.com/office/drawing/2014/main" id="{A0F508C9-26B8-4F66-AF37-C0773B930D98}"/>
              </a:ext>
            </a:extLst>
          </p:cNvPr>
          <p:cNvSpPr>
            <a:spLocks xmlns:a="http://schemas.openxmlformats.org/drawingml/2006/main" noGrp="1"/>
          </p:cNvSpPr>
          <p:nvPr/>
        </p:nvSpPr>
        <p:spPr>
          <a:xfrm xmlns:a="http://schemas.openxmlformats.org/drawingml/2006/main">
            <a:off x="72390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0" name="text-1830">
            <a:extLst xmlns:a="http://schemas.openxmlformats.org/drawingml/2006/main">
              <a:ext uri="{FF2B5EF4-FFF2-40B4-BE49-F238E27FC236}">
                <a16:creationId xmlns:a16="http://schemas.microsoft.com/office/drawing/2014/main" id="{EEA61444-0FE0-4F46-949A-081D3CC0BD61}"/>
              </a:ext>
            </a:extLst>
          </p:cNvPr>
          <p:cNvSpPr>
            <a:spLocks xmlns:a="http://schemas.openxmlformats.org/drawingml/2006/main" noGrp="1"/>
          </p:cNvSpPr>
          <p:nvPr/>
        </p:nvSpPr>
        <p:spPr>
          <a:xfrm xmlns:a="http://schemas.openxmlformats.org/drawingml/2006/main">
            <a:off x="72390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a:t>
            </a:r>
          </a:p>
        </p:txBody>
      </p:sp>
      <p:sp>
        <p:nvSpPr>
          <p:cNvPr id="11" name="text-1831">
            <a:extLst xmlns:a="http://schemas.openxmlformats.org/drawingml/2006/main">
              <a:ext uri="{FF2B5EF4-FFF2-40B4-BE49-F238E27FC236}">
                <a16:creationId xmlns:a16="http://schemas.microsoft.com/office/drawing/2014/main" id="{7FA5373C-7C4C-4329-BA1B-D592CDC21558}"/>
              </a:ext>
            </a:extLst>
          </p:cNvPr>
          <p:cNvSpPr>
            <a:spLocks xmlns:a="http://schemas.openxmlformats.org/drawingml/2006/main" noGrp="1"/>
          </p:cNvSpPr>
          <p:nvPr/>
        </p:nvSpPr>
        <p:spPr>
          <a:xfrm xmlns:a="http://schemas.openxmlformats.org/drawingml/2006/main">
            <a:off x="72390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記録</a:t>
            </a:r>
          </a:p>
        </p:txBody>
      </p:sp>
      <p:sp>
        <p:nvSpPr>
          <p:cNvPr id="12" name="text-1832">
            <a:extLst xmlns:a="http://schemas.openxmlformats.org/drawingml/2006/main">
              <a:ext uri="{FF2B5EF4-FFF2-40B4-BE49-F238E27FC236}">
                <a16:creationId xmlns:a16="http://schemas.microsoft.com/office/drawing/2014/main" id="{ABFA1C42-7C19-4B77-AB7A-D209C6775EC7}"/>
              </a:ext>
            </a:extLst>
          </p:cNvPr>
          <p:cNvSpPr>
            <a:spLocks xmlns:a="http://schemas.openxmlformats.org/drawingml/2006/main" noGrp="1"/>
          </p:cNvSpPr>
          <p:nvPr/>
        </p:nvSpPr>
        <p:spPr>
          <a:xfrm xmlns:a="http://schemas.openxmlformats.org/drawingml/2006/main">
            <a:off x="72390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目的と原資料ID</a:t>
            </a:r>
          </a:p>
        </p:txBody>
      </p:sp>
      <p:sp>
        <p:nvSpPr>
          <p:cNvPr id="13" name="text-1833">
            <a:extLst xmlns:a="http://schemas.openxmlformats.org/drawingml/2006/main">
              <a:ext uri="{FF2B5EF4-FFF2-40B4-BE49-F238E27FC236}">
                <a16:creationId xmlns:a16="http://schemas.microsoft.com/office/drawing/2014/main" id="{6004288B-DE59-4EC5-A100-4F66FAB73778}"/>
              </a:ext>
            </a:extLst>
          </p:cNvPr>
          <p:cNvSpPr>
            <a:spLocks xmlns:a="http://schemas.openxmlformats.org/drawingml/2006/main" noGrp="1"/>
          </p:cNvSpPr>
          <p:nvPr/>
        </p:nvSpPr>
        <p:spPr>
          <a:xfrm xmlns:a="http://schemas.openxmlformats.org/drawingml/2006/main">
            <a:off x="312420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14" name="box-1834">
            <a:extLst xmlns:a="http://schemas.openxmlformats.org/drawingml/2006/main">
              <a:ext uri="{FF2B5EF4-FFF2-40B4-BE49-F238E27FC236}">
                <a16:creationId xmlns:a16="http://schemas.microsoft.com/office/drawing/2014/main" id="{EC2B17BE-5B40-4568-8A26-A7DA1F607A8D}"/>
              </a:ext>
            </a:extLst>
          </p:cNvPr>
          <p:cNvSpPr>
            <a:spLocks xmlns:a="http://schemas.openxmlformats.org/drawingml/2006/main" noGrp="1"/>
          </p:cNvSpPr>
          <p:nvPr/>
        </p:nvSpPr>
        <p:spPr>
          <a:xfrm xmlns:a="http://schemas.openxmlformats.org/drawingml/2006/main">
            <a:off x="3381375"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15" name="box-1835">
            <a:extLst xmlns:a="http://schemas.openxmlformats.org/drawingml/2006/main">
              <a:ext uri="{FF2B5EF4-FFF2-40B4-BE49-F238E27FC236}">
                <a16:creationId xmlns:a16="http://schemas.microsoft.com/office/drawing/2014/main" id="{0B679BFD-A5B4-4EB4-8A94-EC47E30AA828}"/>
              </a:ext>
            </a:extLst>
          </p:cNvPr>
          <p:cNvSpPr>
            <a:spLocks xmlns:a="http://schemas.openxmlformats.org/drawingml/2006/main" noGrp="1"/>
          </p:cNvSpPr>
          <p:nvPr/>
        </p:nvSpPr>
        <p:spPr>
          <a:xfrm xmlns:a="http://schemas.openxmlformats.org/drawingml/2006/main">
            <a:off x="3552825"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16" name="text-1836">
            <a:extLst xmlns:a="http://schemas.openxmlformats.org/drawingml/2006/main">
              <a:ext uri="{FF2B5EF4-FFF2-40B4-BE49-F238E27FC236}">
                <a16:creationId xmlns:a16="http://schemas.microsoft.com/office/drawing/2014/main" id="{78AA6590-E4DA-45BA-9E41-25178C624DCE}"/>
              </a:ext>
            </a:extLst>
          </p:cNvPr>
          <p:cNvSpPr>
            <a:spLocks xmlns:a="http://schemas.openxmlformats.org/drawingml/2006/main" noGrp="1"/>
          </p:cNvSpPr>
          <p:nvPr/>
        </p:nvSpPr>
        <p:spPr>
          <a:xfrm xmlns:a="http://schemas.openxmlformats.org/drawingml/2006/main">
            <a:off x="355282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2</a:t>
            </a:r>
          </a:p>
        </p:txBody>
      </p:sp>
      <p:sp>
        <p:nvSpPr>
          <p:cNvPr id="17" name="text-1837">
            <a:extLst xmlns:a="http://schemas.openxmlformats.org/drawingml/2006/main">
              <a:ext uri="{FF2B5EF4-FFF2-40B4-BE49-F238E27FC236}">
                <a16:creationId xmlns:a16="http://schemas.microsoft.com/office/drawing/2014/main" id="{9E0D9F93-1A9C-45C9-BE30-52CB08D52496}"/>
              </a:ext>
            </a:extLst>
          </p:cNvPr>
          <p:cNvSpPr>
            <a:spLocks xmlns:a="http://schemas.openxmlformats.org/drawingml/2006/main" noGrp="1"/>
          </p:cNvSpPr>
          <p:nvPr/>
        </p:nvSpPr>
        <p:spPr>
          <a:xfrm xmlns:a="http://schemas.openxmlformats.org/drawingml/2006/main">
            <a:off x="355282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整理</a:t>
            </a:r>
          </a:p>
        </p:txBody>
      </p:sp>
      <p:sp>
        <p:nvSpPr>
          <p:cNvPr id="18" name="text-1838">
            <a:extLst xmlns:a="http://schemas.openxmlformats.org/drawingml/2006/main">
              <a:ext uri="{FF2B5EF4-FFF2-40B4-BE49-F238E27FC236}">
                <a16:creationId xmlns:a16="http://schemas.microsoft.com/office/drawing/2014/main" id="{5DF024E7-2540-4C70-9475-732AB8C2E66B}"/>
              </a:ext>
            </a:extLst>
          </p:cNvPr>
          <p:cNvSpPr>
            <a:spLocks xmlns:a="http://schemas.openxmlformats.org/drawingml/2006/main" noGrp="1"/>
          </p:cNvSpPr>
          <p:nvPr/>
        </p:nvSpPr>
        <p:spPr>
          <a:xfrm xmlns:a="http://schemas.openxmlformats.org/drawingml/2006/main">
            <a:off x="355282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分類と補完禁止</a:t>
            </a:r>
          </a:p>
        </p:txBody>
      </p:sp>
      <p:sp>
        <p:nvSpPr>
          <p:cNvPr id="19" name="text-1839">
            <a:extLst xmlns:a="http://schemas.openxmlformats.org/drawingml/2006/main">
              <a:ext uri="{FF2B5EF4-FFF2-40B4-BE49-F238E27FC236}">
                <a16:creationId xmlns:a16="http://schemas.microsoft.com/office/drawing/2014/main" id="{66FE870C-C3AE-4AA8-AB99-2583DCA59A50}"/>
              </a:ext>
            </a:extLst>
          </p:cNvPr>
          <p:cNvSpPr>
            <a:spLocks xmlns:a="http://schemas.openxmlformats.org/drawingml/2006/main" noGrp="1"/>
          </p:cNvSpPr>
          <p:nvPr/>
        </p:nvSpPr>
        <p:spPr>
          <a:xfrm xmlns:a="http://schemas.openxmlformats.org/drawingml/2006/main">
            <a:off x="5953125"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0" name="box-1840">
            <a:extLst xmlns:a="http://schemas.openxmlformats.org/drawingml/2006/main">
              <a:ext uri="{FF2B5EF4-FFF2-40B4-BE49-F238E27FC236}">
                <a16:creationId xmlns:a16="http://schemas.microsoft.com/office/drawing/2014/main" id="{8456C2EE-6909-40E1-B744-33E49C2B07BA}"/>
              </a:ext>
            </a:extLst>
          </p:cNvPr>
          <p:cNvSpPr>
            <a:spLocks xmlns:a="http://schemas.openxmlformats.org/drawingml/2006/main" noGrp="1"/>
          </p:cNvSpPr>
          <p:nvPr/>
        </p:nvSpPr>
        <p:spPr>
          <a:xfrm xmlns:a="http://schemas.openxmlformats.org/drawingml/2006/main">
            <a:off x="6210300" y="2000250"/>
            <a:ext cx="2562225" cy="2952750"/>
          </a:xfrm>
          <a:prstGeom xmlns:a="http://schemas.openxmlformats.org/drawingml/2006/main" prst="roundRect">
            <a:avLst>
              <a:gd name="adj" fmla="val 4461"/>
            </a:avLst>
          </a:prstGeom>
          <a:solidFill xmlns:a="http://schemas.openxmlformats.org/drawingml/2006/main">
            <a:srgbClr val="FFFFFF"/>
          </a:solidFill>
          <a:ln xmlns:a="http://schemas.openxmlformats.org/drawingml/2006/main" w="9525">
            <a:solidFill>
              <a:srgbClr val="D6E1E8"/>
            </a:solidFill>
            <a:prstDash val="solid"/>
          </a:ln>
        </p:spPr>
      </p:sp>
      <p:sp>
        <p:nvSpPr>
          <p:cNvPr id="21" name="box-1841">
            <a:extLst xmlns:a="http://schemas.openxmlformats.org/drawingml/2006/main">
              <a:ext uri="{FF2B5EF4-FFF2-40B4-BE49-F238E27FC236}">
                <a16:creationId xmlns:a16="http://schemas.microsoft.com/office/drawing/2014/main" id="{0EDAB93B-8F23-4943-9A39-38E8C08B4F02}"/>
              </a:ext>
            </a:extLst>
          </p:cNvPr>
          <p:cNvSpPr>
            <a:spLocks xmlns:a="http://schemas.openxmlformats.org/drawingml/2006/main" noGrp="1"/>
          </p:cNvSpPr>
          <p:nvPr/>
        </p:nvSpPr>
        <p:spPr>
          <a:xfrm xmlns:a="http://schemas.openxmlformats.org/drawingml/2006/main">
            <a:off x="6381750" y="2190750"/>
            <a:ext cx="400050" cy="400050"/>
          </a:xfrm>
          <a:prstGeom xmlns:a="http://schemas.openxmlformats.org/drawingml/2006/main" prst="roundRect">
            <a:avLst>
              <a:gd name="adj" fmla="val 50000"/>
            </a:avLst>
          </a:prstGeom>
          <a:solidFill xmlns:a="http://schemas.openxmlformats.org/drawingml/2006/main">
            <a:srgbClr val="14364F"/>
          </a:solidFill>
          <a:ln xmlns:a="http://schemas.openxmlformats.org/drawingml/2006/main" w="0">
            <a:noFill/>
            <a:prstDash val="solid"/>
          </a:ln>
        </p:spPr>
      </p:sp>
      <p:sp>
        <p:nvSpPr>
          <p:cNvPr id="22" name="text-1842">
            <a:extLst xmlns:a="http://schemas.openxmlformats.org/drawingml/2006/main">
              <a:ext uri="{FF2B5EF4-FFF2-40B4-BE49-F238E27FC236}">
                <a16:creationId xmlns:a16="http://schemas.microsoft.com/office/drawing/2014/main" id="{45A2BB90-6D3A-4F58-B3B2-3A357B5F1B70}"/>
              </a:ext>
            </a:extLst>
          </p:cNvPr>
          <p:cNvSpPr>
            <a:spLocks xmlns:a="http://schemas.openxmlformats.org/drawingml/2006/main" noGrp="1"/>
          </p:cNvSpPr>
          <p:nvPr/>
        </p:nvSpPr>
        <p:spPr>
          <a:xfrm xmlns:a="http://schemas.openxmlformats.org/drawingml/2006/main">
            <a:off x="6381750"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3</a:t>
            </a:r>
          </a:p>
        </p:txBody>
      </p:sp>
      <p:sp>
        <p:nvSpPr>
          <p:cNvPr id="23" name="text-1843">
            <a:extLst xmlns:a="http://schemas.openxmlformats.org/drawingml/2006/main">
              <a:ext uri="{FF2B5EF4-FFF2-40B4-BE49-F238E27FC236}">
                <a16:creationId xmlns:a16="http://schemas.microsoft.com/office/drawing/2014/main" id="{C9A954D4-D541-4FD3-88E9-F360A903C3EA}"/>
              </a:ext>
            </a:extLst>
          </p:cNvPr>
          <p:cNvSpPr>
            <a:spLocks xmlns:a="http://schemas.openxmlformats.org/drawingml/2006/main" noGrp="1"/>
          </p:cNvSpPr>
          <p:nvPr/>
        </p:nvSpPr>
        <p:spPr>
          <a:xfrm xmlns:a="http://schemas.openxmlformats.org/drawingml/2006/main">
            <a:off x="6381750"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照合</a:t>
            </a:r>
          </a:p>
        </p:txBody>
      </p:sp>
      <p:sp>
        <p:nvSpPr>
          <p:cNvPr id="24" name="text-1844">
            <a:extLst xmlns:a="http://schemas.openxmlformats.org/drawingml/2006/main">
              <a:ext uri="{FF2B5EF4-FFF2-40B4-BE49-F238E27FC236}">
                <a16:creationId xmlns:a16="http://schemas.microsoft.com/office/drawing/2014/main" id="{D256DAA1-81B6-449A-8B70-DA5AAF924114}"/>
              </a:ext>
            </a:extLst>
          </p:cNvPr>
          <p:cNvSpPr>
            <a:spLocks xmlns:a="http://schemas.openxmlformats.org/drawingml/2006/main" noGrp="1"/>
          </p:cNvSpPr>
          <p:nvPr/>
        </p:nvSpPr>
        <p:spPr>
          <a:xfrm xmlns:a="http://schemas.openxmlformats.org/drawingml/2006/main">
            <a:off x="6381750"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数字・発言・未確認</a:t>
            </a:r>
          </a:p>
        </p:txBody>
      </p:sp>
      <p:sp>
        <p:nvSpPr>
          <p:cNvPr id="25" name="text-1845">
            <a:extLst xmlns:a="http://schemas.openxmlformats.org/drawingml/2006/main">
              <a:ext uri="{FF2B5EF4-FFF2-40B4-BE49-F238E27FC236}">
                <a16:creationId xmlns:a16="http://schemas.microsoft.com/office/drawing/2014/main" id="{AE9387BC-B77C-4BB7-BEC2-A97F77B1AAEC}"/>
              </a:ext>
            </a:extLst>
          </p:cNvPr>
          <p:cNvSpPr>
            <a:spLocks xmlns:a="http://schemas.openxmlformats.org/drawingml/2006/main" noGrp="1"/>
          </p:cNvSpPr>
          <p:nvPr/>
        </p:nvSpPr>
        <p:spPr>
          <a:xfrm xmlns:a="http://schemas.openxmlformats.org/drawingml/2006/main">
            <a:off x="8782050" y="3200400"/>
            <a:ext cx="247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71730"/>
          </a:bodyPr>
          <a:lstStyle xmlns:a="http://schemas.openxmlformats.org/drawingml/2006/main"/>
          <a:p xmlns:a="http://schemas.openxmlformats.org/drawingml/2006/main">
            <a:pPr algn="ctr">
              <a:defRPr sz="2100" b="1">
                <a:solidFill>
                  <a:srgbClr val="138E89"/>
                </a:solidFill>
                <a:latin typeface="Hiragino Sans"/>
                <a:ea typeface="Hiragino Sans"/>
                <a:cs typeface="Hiragino Sans"/>
              </a:defRPr>
            </a:pPr>
            <a:r>
              <a:rPr sz="2100" b="1">
                <a:solidFill>
                  <a:srgbClr val="138E89"/>
                </a:solidFill>
                <a:latin typeface="Hiragino Sans"/>
                <a:ea typeface="Hiragino Sans"/>
                <a:cs typeface="Hiragino Sans"/>
              </a:rPr>
              <a:t>→</a:t>
            </a:r>
          </a:p>
        </p:txBody>
      </p:sp>
      <p:sp>
        <p:nvSpPr>
          <p:cNvPr id="26" name="box-1846">
            <a:extLst xmlns:a="http://schemas.openxmlformats.org/drawingml/2006/main">
              <a:ext uri="{FF2B5EF4-FFF2-40B4-BE49-F238E27FC236}">
                <a16:creationId xmlns:a16="http://schemas.microsoft.com/office/drawing/2014/main" id="{BC06061F-3FFF-4456-9975-F9D803E97082}"/>
              </a:ext>
            </a:extLst>
          </p:cNvPr>
          <p:cNvSpPr>
            <a:spLocks xmlns:a="http://schemas.openxmlformats.org/drawingml/2006/main" noGrp="1"/>
          </p:cNvSpPr>
          <p:nvPr/>
        </p:nvSpPr>
        <p:spPr>
          <a:xfrm xmlns:a="http://schemas.openxmlformats.org/drawingml/2006/main">
            <a:off x="9039225" y="2000250"/>
            <a:ext cx="2562225" cy="2952750"/>
          </a:xfrm>
          <a:prstGeom xmlns:a="http://schemas.openxmlformats.org/drawingml/2006/main" prst="roundRect">
            <a:avLst>
              <a:gd name="adj" fmla="val 4461"/>
            </a:avLst>
          </a:prstGeom>
          <a:solidFill xmlns:a="http://schemas.openxmlformats.org/drawingml/2006/main">
            <a:srgbClr val="E7F5F3"/>
          </a:solidFill>
          <a:ln xmlns:a="http://schemas.openxmlformats.org/drawingml/2006/main" w="9525">
            <a:solidFill>
              <a:srgbClr val="D6E1E8"/>
            </a:solidFill>
            <a:prstDash val="solid"/>
          </a:ln>
        </p:spPr>
      </p:sp>
      <p:sp>
        <p:nvSpPr>
          <p:cNvPr id="27" name="box-1847">
            <a:extLst xmlns:a="http://schemas.openxmlformats.org/drawingml/2006/main">
              <a:ext uri="{FF2B5EF4-FFF2-40B4-BE49-F238E27FC236}">
                <a16:creationId xmlns:a16="http://schemas.microsoft.com/office/drawing/2014/main" id="{D386F98B-8543-4BE3-92A6-657D7354A710}"/>
              </a:ext>
            </a:extLst>
          </p:cNvPr>
          <p:cNvSpPr>
            <a:spLocks xmlns:a="http://schemas.openxmlformats.org/drawingml/2006/main" noGrp="1"/>
          </p:cNvSpPr>
          <p:nvPr/>
        </p:nvSpPr>
        <p:spPr>
          <a:xfrm xmlns:a="http://schemas.openxmlformats.org/drawingml/2006/main">
            <a:off x="9210675" y="2190750"/>
            <a:ext cx="400050" cy="400050"/>
          </a:xfrm>
          <a:prstGeom xmlns:a="http://schemas.openxmlformats.org/drawingml/2006/main" prst="roundRect">
            <a:avLst>
              <a:gd name="adj" fmla="val 50000"/>
            </a:avLst>
          </a:prstGeom>
          <a:solidFill xmlns:a="http://schemas.openxmlformats.org/drawingml/2006/main">
            <a:srgbClr val="138E89"/>
          </a:solidFill>
          <a:ln xmlns:a="http://schemas.openxmlformats.org/drawingml/2006/main" w="0">
            <a:noFill/>
            <a:prstDash val="solid"/>
          </a:ln>
        </p:spPr>
      </p:sp>
      <p:sp>
        <p:nvSpPr>
          <p:cNvPr id="28" name="text-1848">
            <a:extLst xmlns:a="http://schemas.openxmlformats.org/drawingml/2006/main">
              <a:ext uri="{FF2B5EF4-FFF2-40B4-BE49-F238E27FC236}">
                <a16:creationId xmlns:a16="http://schemas.microsoft.com/office/drawing/2014/main" id="{E6E31B1E-6FAB-4E15-B025-3B621A30D794}"/>
              </a:ext>
            </a:extLst>
          </p:cNvPr>
          <p:cNvSpPr>
            <a:spLocks xmlns:a="http://schemas.openxmlformats.org/drawingml/2006/main" noGrp="1"/>
          </p:cNvSpPr>
          <p:nvPr/>
        </p:nvSpPr>
        <p:spPr>
          <a:xfrm xmlns:a="http://schemas.openxmlformats.org/drawingml/2006/main">
            <a:off x="9210675" y="2257425"/>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4</a:t>
            </a:r>
          </a:p>
        </p:txBody>
      </p:sp>
      <p:sp>
        <p:nvSpPr>
          <p:cNvPr id="29" name="text-1849">
            <a:extLst xmlns:a="http://schemas.openxmlformats.org/drawingml/2006/main">
              <a:ext uri="{FF2B5EF4-FFF2-40B4-BE49-F238E27FC236}">
                <a16:creationId xmlns:a16="http://schemas.microsoft.com/office/drawing/2014/main" id="{7C7D9A51-02FB-4F11-8924-F97A4D3A1AA9}"/>
              </a:ext>
            </a:extLst>
          </p:cNvPr>
          <p:cNvSpPr>
            <a:spLocks xmlns:a="http://schemas.openxmlformats.org/drawingml/2006/main" noGrp="1"/>
          </p:cNvSpPr>
          <p:nvPr/>
        </p:nvSpPr>
        <p:spPr>
          <a:xfrm xmlns:a="http://schemas.openxmlformats.org/drawingml/2006/main">
            <a:off x="9210675" y="28003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500" b="1">
                <a:solidFill>
                  <a:srgbClr val="14364F"/>
                </a:solidFill>
                <a:latin typeface="Hiragino Sans"/>
                <a:ea typeface="Hiragino Sans"/>
                <a:cs typeface="Hiragino Sans"/>
              </a:defRPr>
            </a:pPr>
            <a:r>
              <a:rPr sz="1500" b="1">
                <a:solidFill>
                  <a:srgbClr val="14364F"/>
                </a:solidFill>
                <a:latin typeface="Hiragino Sans"/>
                <a:ea typeface="Hiragino Sans"/>
                <a:cs typeface="Hiragino Sans"/>
              </a:rPr>
              <a:t>確認</a:t>
            </a:r>
          </a:p>
        </p:txBody>
      </p:sp>
      <p:sp>
        <p:nvSpPr>
          <p:cNvPr id="30" name="text-1850">
            <a:extLst xmlns:a="http://schemas.openxmlformats.org/drawingml/2006/main">
              <a:ext uri="{FF2B5EF4-FFF2-40B4-BE49-F238E27FC236}">
                <a16:creationId xmlns:a16="http://schemas.microsoft.com/office/drawing/2014/main" id="{56D81B53-B68E-4E10-A27C-E33AD01DE72F}"/>
              </a:ext>
            </a:extLst>
          </p:cNvPr>
          <p:cNvSpPr>
            <a:spLocks xmlns:a="http://schemas.openxmlformats.org/drawingml/2006/main" noGrp="1"/>
          </p:cNvSpPr>
          <p:nvPr/>
        </p:nvSpPr>
        <p:spPr>
          <a:xfrm xmlns:a="http://schemas.openxmlformats.org/drawingml/2006/main">
            <a:off x="9210675" y="3619500"/>
            <a:ext cx="22193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t">
            <a:normAutofit fontScale="100000"/>
          </a:bodyPr>
          <a:lstStyle xmlns:a="http://schemas.openxmlformats.org/drawingml/2006/main"/>
          <a:p xmlns:a="http://schemas.openxmlformats.org/drawingml/2006/main">
            <a:pPr algn="l">
              <a:defRPr sz="1200" b="0">
                <a:solidFill>
                  <a:srgbClr val="203746"/>
                </a:solidFill>
                <a:latin typeface="Hiragino Sans"/>
                <a:ea typeface="Hiragino Sans"/>
                <a:cs typeface="Hiragino Sans"/>
              </a:defRPr>
            </a:pPr>
            <a:r>
              <a:rPr sz="1200" b="0">
                <a:solidFill>
                  <a:srgbClr val="203746"/>
                </a:solidFill>
                <a:latin typeface="Hiragino Sans"/>
                <a:ea typeface="Hiragino Sans"/>
                <a:cs typeface="Hiragino Sans"/>
              </a:rPr>
              <a:t>人が承認し次の行動へ</a:t>
            </a:r>
          </a:p>
        </p:txBody>
      </p:sp>
    </p:spTree>
    <p:extLst>
      <p:ext uri="{BB962C8B-B14F-4D97-AF65-F5344CB8AC3E}">
        <p14:creationId xmlns:p14="http://schemas.microsoft.com/office/powerpoint/2010/main" val="558354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2026-09-22T23:25:50.7290000Z</dcterms:created>
  <dcterms:modified xsi:type="dcterms:W3CDTF">2026-09-22T23:25:50.7290000Z</dcterms:modified>
</coreProperties>
</file>